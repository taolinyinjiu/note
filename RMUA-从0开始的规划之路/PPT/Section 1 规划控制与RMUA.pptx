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4.xml" ContentType="application/vnd.openxmlformats-officedocument.presentationml.tags+xml"/>
  <Override PartName="/ppt/notesSlides/notesSlide6.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29.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30.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84" r:id="rId2"/>
  </p:sldMasterIdLst>
  <p:notesMasterIdLst>
    <p:notesMasterId r:id="rId27"/>
  </p:notesMasterIdLst>
  <p:sldIdLst>
    <p:sldId id="2630" r:id="rId3"/>
    <p:sldId id="2617" r:id="rId4"/>
    <p:sldId id="2631" r:id="rId5"/>
    <p:sldId id="2637" r:id="rId6"/>
    <p:sldId id="2638" r:id="rId7"/>
    <p:sldId id="2620" r:id="rId8"/>
    <p:sldId id="2621" r:id="rId9"/>
    <p:sldId id="2644" r:id="rId10"/>
    <p:sldId id="2623" r:id="rId11"/>
    <p:sldId id="2640" r:id="rId12"/>
    <p:sldId id="2635" r:id="rId13"/>
    <p:sldId id="2624" r:id="rId14"/>
    <p:sldId id="2645" r:id="rId15"/>
    <p:sldId id="2626" r:id="rId16"/>
    <p:sldId id="2627" r:id="rId17"/>
    <p:sldId id="2629" r:id="rId18"/>
    <p:sldId id="2625" r:id="rId19"/>
    <p:sldId id="2646" r:id="rId20"/>
    <p:sldId id="2619" r:id="rId21"/>
    <p:sldId id="2622" r:id="rId22"/>
    <p:sldId id="2636" r:id="rId23"/>
    <p:sldId id="2641" r:id="rId24"/>
    <p:sldId id="2642" r:id="rId25"/>
    <p:sldId id="258" r:id="rId26"/>
  </p:sldIdLst>
  <p:sldSz cx="12192000" cy="6858000"/>
  <p:notesSz cx="6858000" cy="9144000"/>
  <p:custDataLst>
    <p:tags r:id="rId2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64">
          <p15:clr>
            <a:srgbClr val="A4A3A4"/>
          </p15:clr>
        </p15:guide>
        <p15:guide id="2" pos="7646">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作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6B9B"/>
    <a:srgbClr val="6C92C0"/>
    <a:srgbClr val="48A2A0"/>
    <a:srgbClr val="FF6F1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4660"/>
  </p:normalViewPr>
  <p:slideViewPr>
    <p:cSldViewPr snapToGrid="0">
      <p:cViewPr varScale="1">
        <p:scale>
          <a:sx n="105" d="100"/>
          <a:sy n="105" d="100"/>
        </p:scale>
        <p:origin x="594" y="114"/>
      </p:cViewPr>
      <p:guideLst>
        <p:guide orient="horz" pos="2364"/>
        <p:guide pos="7646"/>
      </p:guideLst>
    </p:cSldViewPr>
  </p:slideViewPr>
  <p:notesTextViewPr>
    <p:cViewPr>
      <p:scale>
        <a:sx n="1" d="1"/>
        <a:sy n="1" d="1"/>
      </p:scale>
      <p:origin x="0" y="0"/>
    </p:cViewPr>
  </p:notesTextViewPr>
  <p:sorterViewPr>
    <p:cViewPr>
      <p:scale>
        <a:sx n="66" d="100"/>
        <a:sy n="66" d="100"/>
      </p:scale>
      <p:origin x="0" y="0"/>
    </p:cViewPr>
  </p:sorterViewPr>
  <p:notesViewPr>
    <p:cSldViewPr snapToGrid="0" showGuides="1">
      <p:cViewPr varScale="1">
        <p:scale>
          <a:sx n="87" d="100"/>
          <a:sy n="87" d="100"/>
        </p:scale>
        <p:origin x="3582"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gs" Target="tags/tag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F10804-FE04-47AA-8C0E-F2613B59AD83}" type="datetimeFigureOut">
              <a:rPr lang="zh-CN" altLang="en-US" smtClean="0"/>
              <a:t>2025/8/25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8CBF47-3ED1-41B6-A9DB-D47E6373B246}" type="slidenum">
              <a:rPr lang="zh-CN" altLang="en-US" smtClean="0"/>
              <a:t>‹#›</a:t>
            </a:fld>
            <a:endParaRPr lang="zh-CN" altLang="en-US"/>
          </a:p>
        </p:txBody>
      </p:sp>
    </p:spTree>
    <p:extLst>
      <p:ext uri="{BB962C8B-B14F-4D97-AF65-F5344CB8AC3E}">
        <p14:creationId xmlns:p14="http://schemas.microsoft.com/office/powerpoint/2010/main" val="34863383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2</a:t>
            </a:fld>
            <a:endParaRPr lang="zh-CN" altLang="en-US"/>
          </a:p>
        </p:txBody>
      </p:sp>
    </p:spTree>
    <p:extLst>
      <p:ext uri="{BB962C8B-B14F-4D97-AF65-F5344CB8AC3E}">
        <p14:creationId xmlns:p14="http://schemas.microsoft.com/office/powerpoint/2010/main" val="17188445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CB636C6F-BA5D-4CEF-9FF4-D93BDBED10AA}" type="slidenum">
              <a:rPr lang="zh-CN" altLang="en-US" smtClean="0"/>
              <a:t>4</a:t>
            </a:fld>
            <a:endParaRPr lang="zh-CN" altLang="en-US"/>
          </a:p>
        </p:txBody>
      </p:sp>
    </p:spTree>
    <p:extLst>
      <p:ext uri="{BB962C8B-B14F-4D97-AF65-F5344CB8AC3E}">
        <p14:creationId xmlns:p14="http://schemas.microsoft.com/office/powerpoint/2010/main" val="2964358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CB636C6F-BA5D-4CEF-9FF4-D93BDBED10AA}" type="slidenum">
              <a:rPr lang="zh-CN" altLang="en-US" smtClean="0"/>
              <a:t>5</a:t>
            </a:fld>
            <a:endParaRPr lang="zh-CN" altLang="en-US"/>
          </a:p>
        </p:txBody>
      </p:sp>
    </p:spTree>
    <p:extLst>
      <p:ext uri="{BB962C8B-B14F-4D97-AF65-F5344CB8AC3E}">
        <p14:creationId xmlns:p14="http://schemas.microsoft.com/office/powerpoint/2010/main" val="37747990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6</a:t>
            </a:fld>
            <a:endParaRPr lang="zh-CN" altLang="en-US"/>
          </a:p>
        </p:txBody>
      </p:sp>
    </p:spTree>
    <p:extLst>
      <p:ext uri="{BB962C8B-B14F-4D97-AF65-F5344CB8AC3E}">
        <p14:creationId xmlns:p14="http://schemas.microsoft.com/office/powerpoint/2010/main" val="6742613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7</a:t>
            </a:fld>
            <a:endParaRPr lang="zh-CN" altLang="en-US"/>
          </a:p>
        </p:txBody>
      </p:sp>
    </p:spTree>
    <p:extLst>
      <p:ext uri="{BB962C8B-B14F-4D97-AF65-F5344CB8AC3E}">
        <p14:creationId xmlns:p14="http://schemas.microsoft.com/office/powerpoint/2010/main" val="3818137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9</a:t>
            </a:fld>
            <a:endParaRPr lang="zh-CN" altLang="en-US"/>
          </a:p>
        </p:txBody>
      </p:sp>
    </p:spTree>
    <p:extLst>
      <p:ext uri="{BB962C8B-B14F-4D97-AF65-F5344CB8AC3E}">
        <p14:creationId xmlns:p14="http://schemas.microsoft.com/office/powerpoint/2010/main" val="35581454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CB636C6F-BA5D-4CEF-9FF4-D93BDBED10AA}" type="slidenum">
              <a:rPr lang="zh-CN" altLang="en-US" smtClean="0"/>
              <a:t>10</a:t>
            </a:fld>
            <a:endParaRPr lang="zh-CN" altLang="en-US"/>
          </a:p>
        </p:txBody>
      </p:sp>
    </p:spTree>
    <p:extLst>
      <p:ext uri="{BB962C8B-B14F-4D97-AF65-F5344CB8AC3E}">
        <p14:creationId xmlns:p14="http://schemas.microsoft.com/office/powerpoint/2010/main" val="7788749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CB636C6F-BA5D-4CEF-9FF4-D93BDBED10AA}" type="slidenum">
              <a:rPr lang="zh-CN" altLang="en-US" smtClean="0"/>
              <a:t>11</a:t>
            </a:fld>
            <a:endParaRPr lang="zh-CN" altLang="en-US"/>
          </a:p>
        </p:txBody>
      </p:sp>
    </p:spTree>
    <p:extLst>
      <p:ext uri="{BB962C8B-B14F-4D97-AF65-F5344CB8AC3E}">
        <p14:creationId xmlns:p14="http://schemas.microsoft.com/office/powerpoint/2010/main" val="40436400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12</a:t>
            </a:fld>
            <a:endParaRPr lang="zh-CN" altLang="en-US"/>
          </a:p>
        </p:txBody>
      </p:sp>
    </p:spTree>
    <p:extLst>
      <p:ext uri="{BB962C8B-B14F-4D97-AF65-F5344CB8AC3E}">
        <p14:creationId xmlns:p14="http://schemas.microsoft.com/office/powerpoint/2010/main" val="36696712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14</a:t>
            </a:fld>
            <a:endParaRPr lang="zh-CN" altLang="en-US"/>
          </a:p>
        </p:txBody>
      </p:sp>
    </p:spTree>
    <p:extLst>
      <p:ext uri="{BB962C8B-B14F-4D97-AF65-F5344CB8AC3E}">
        <p14:creationId xmlns:p14="http://schemas.microsoft.com/office/powerpoint/2010/main" val="18582993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15</a:t>
            </a:fld>
            <a:endParaRPr lang="zh-CN" altLang="en-US"/>
          </a:p>
        </p:txBody>
      </p:sp>
    </p:spTree>
    <p:extLst>
      <p:ext uri="{BB962C8B-B14F-4D97-AF65-F5344CB8AC3E}">
        <p14:creationId xmlns:p14="http://schemas.microsoft.com/office/powerpoint/2010/main" val="19016439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16</a:t>
            </a:fld>
            <a:endParaRPr lang="zh-CN" altLang="en-US"/>
          </a:p>
        </p:txBody>
      </p:sp>
    </p:spTree>
    <p:extLst>
      <p:ext uri="{BB962C8B-B14F-4D97-AF65-F5344CB8AC3E}">
        <p14:creationId xmlns:p14="http://schemas.microsoft.com/office/powerpoint/2010/main" val="39846098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17</a:t>
            </a:fld>
            <a:endParaRPr lang="zh-CN" altLang="en-US"/>
          </a:p>
        </p:txBody>
      </p:sp>
    </p:spTree>
    <p:extLst>
      <p:ext uri="{BB962C8B-B14F-4D97-AF65-F5344CB8AC3E}">
        <p14:creationId xmlns:p14="http://schemas.microsoft.com/office/powerpoint/2010/main" val="39974715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19</a:t>
            </a:fld>
            <a:endParaRPr lang="zh-CN" altLang="en-US"/>
          </a:p>
        </p:txBody>
      </p:sp>
    </p:spTree>
    <p:extLst>
      <p:ext uri="{BB962C8B-B14F-4D97-AF65-F5344CB8AC3E}">
        <p14:creationId xmlns:p14="http://schemas.microsoft.com/office/powerpoint/2010/main" val="18720961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74B31000-9408-426B-B873-D4C066E48AF8}" type="slidenum">
              <a:rPr lang="zh-CN" altLang="en-US" smtClean="0"/>
              <a:pPr/>
              <a:t>20</a:t>
            </a:fld>
            <a:endParaRPr lang="zh-CN" altLang="en-US"/>
          </a:p>
        </p:txBody>
      </p:sp>
    </p:spTree>
    <p:extLst>
      <p:ext uri="{BB962C8B-B14F-4D97-AF65-F5344CB8AC3E}">
        <p14:creationId xmlns:p14="http://schemas.microsoft.com/office/powerpoint/2010/main" val="33385007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CB636C6F-BA5D-4CEF-9FF4-D93BDBED10AA}" type="slidenum">
              <a:rPr lang="zh-CN" altLang="en-US" smtClean="0"/>
              <a:t>21</a:t>
            </a:fld>
            <a:endParaRPr lang="zh-CN" altLang="en-US"/>
          </a:p>
        </p:txBody>
      </p:sp>
    </p:spTree>
    <p:extLst>
      <p:ext uri="{BB962C8B-B14F-4D97-AF65-F5344CB8AC3E}">
        <p14:creationId xmlns:p14="http://schemas.microsoft.com/office/powerpoint/2010/main" val="6751383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CB636C6F-BA5D-4CEF-9FF4-D93BDBED10AA}" type="slidenum">
              <a:rPr lang="zh-CN" altLang="en-US" smtClean="0"/>
              <a:t>22</a:t>
            </a:fld>
            <a:endParaRPr lang="zh-CN" altLang="en-US"/>
          </a:p>
        </p:txBody>
      </p:sp>
    </p:spTree>
    <p:extLst>
      <p:ext uri="{BB962C8B-B14F-4D97-AF65-F5344CB8AC3E}">
        <p14:creationId xmlns:p14="http://schemas.microsoft.com/office/powerpoint/2010/main" val="10745328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hyperlink" Target="http://www.1ppt.com/moban/" TargetMode="External"/><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4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6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7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8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9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0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1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3_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5575548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1_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97312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1ABF3F8-2A15-E886-BB36-ED2BEA134910}"/>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4225713628"/>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3566D18-B7A1-1848-A27D-1A50A6415F17}"/>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1798359890"/>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9B11A6E-0265-7FB6-6ECF-A8780CCBFE2C}"/>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226738231"/>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55F2152-79A8-76EC-0E1F-2033B7964B38}"/>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615455078"/>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120F18B-72DC-082A-E4C5-3AC92E5DA1A1}"/>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931920082"/>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5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28CAF-3E5C-E202-3AEB-AC6B848132BB}"/>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973198691"/>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640112-A42B-9319-405B-CB39C383E1F6}"/>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3195498742"/>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7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B74E724-ECEF-4EE4-FB9C-9638B303168F}"/>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
        <p:nvSpPr>
          <p:cNvPr id="4" name="TextBox 3">
            <a:extLst>
              <a:ext uri="{FF2B5EF4-FFF2-40B4-BE49-F238E27FC236}">
                <a16:creationId xmlns:a16="http://schemas.microsoft.com/office/drawing/2014/main" id="{56A2CCC3-6DCF-8235-1301-36683266F2DA}"/>
              </a:ext>
            </a:extLst>
          </p:cNvPr>
          <p:cNvSpPr txBox="1"/>
          <p:nvPr userDrawn="1"/>
        </p:nvSpPr>
        <p:spPr>
          <a:xfrm>
            <a:off x="615933" y="6374445"/>
            <a:ext cx="1800200" cy="118430"/>
          </a:xfrm>
          <a:prstGeom prst="rect">
            <a:avLst/>
          </a:prstGeom>
          <a:noFill/>
        </p:spPr>
        <p:txBody>
          <a:bodyPr wrap="square" rtlCol="0">
            <a:spAutoFit/>
          </a:bodyPr>
          <a:lstStyle/>
          <a:p>
            <a:pPr>
              <a:lnSpc>
                <a:spcPct val="200000"/>
              </a:lnSpc>
            </a:pPr>
            <a:r>
              <a:rPr lang="en-US" altLang="zh-CN" sz="100" dirty="0">
                <a:solidFill>
                  <a:prstClr val="black"/>
                </a:solidFill>
                <a:latin typeface="微软雅黑" panose="020B0503020204020204" pitchFamily="34" charset="-122"/>
                <a:ea typeface="微软雅黑" panose="020B0503020204020204" pitchFamily="34" charset="-122"/>
                <a:hlinkClick r:id="rId2"/>
              </a:rPr>
              <a:t>PPT</a:t>
            </a:r>
            <a:r>
              <a:rPr lang="zh-CN" altLang="en-US" sz="100" dirty="0">
                <a:solidFill>
                  <a:prstClr val="black"/>
                </a:solidFill>
                <a:latin typeface="微软雅黑" panose="020B0503020204020204" pitchFamily="34" charset="-122"/>
                <a:ea typeface="微软雅黑" panose="020B0503020204020204" pitchFamily="34" charset="-122"/>
                <a:hlinkClick r:id="rId2"/>
              </a:rPr>
              <a:t>模板</a:t>
            </a:r>
            <a:r>
              <a:rPr lang="zh-CN" altLang="en-US" sz="100" dirty="0">
                <a:solidFill>
                  <a:prstClr val="black"/>
                </a:solidFill>
                <a:latin typeface="微软雅黑" panose="020B0503020204020204" pitchFamily="34" charset="-122"/>
                <a:ea typeface="微软雅黑" panose="020B0503020204020204" pitchFamily="34" charset="-122"/>
              </a:rPr>
              <a:t> </a:t>
            </a:r>
            <a:r>
              <a:rPr lang="en-US" altLang="zh-CN" sz="100" dirty="0">
                <a:solidFill>
                  <a:prstClr val="black"/>
                </a:solidFill>
                <a:latin typeface="微软雅黑" panose="020B0503020204020204" pitchFamily="34" charset="-122"/>
                <a:ea typeface="微软雅黑" panose="020B0503020204020204" pitchFamily="34" charset="-122"/>
              </a:rPr>
              <a:t>http://www.1ppt.com/moban/</a:t>
            </a:r>
            <a:r>
              <a:rPr lang="zh-CN" altLang="en-US" sz="100" dirty="0">
                <a:solidFill>
                  <a:prstClr val="black"/>
                </a:solidFill>
                <a:latin typeface="微软雅黑" panose="020B0503020204020204" pitchFamily="34" charset="-122"/>
                <a:ea typeface="微软雅黑" panose="020B0503020204020204" pitchFamily="34" charset="-122"/>
              </a:rPr>
              <a:t> </a:t>
            </a:r>
            <a:endParaRPr lang="en-US" altLang="zh-CN" sz="100" dirty="0">
              <a:solidFill>
                <a:prstClr val="black"/>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658853016"/>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8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07A14E-F112-5C93-6BDA-3431B5511398}"/>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1311292456"/>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9_自定义版式">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4C6287D-2186-820E-08C3-A69B8C8B4B48}"/>
              </a:ext>
            </a:extLst>
          </p:cNvPr>
          <p:cNvSpPr>
            <a:spLocks noGrp="1"/>
          </p:cNvSpPr>
          <p:nvPr>
            <p:ph type="title"/>
          </p:nvPr>
        </p:nvSpPr>
        <p:spPr>
          <a:xfrm>
            <a:off x="838200" y="365125"/>
            <a:ext cx="10515600" cy="1325563"/>
          </a:xfrm>
          <a:prstGeom prst="rect">
            <a:avLst/>
          </a:prstGeom>
        </p:spPr>
        <p:txBody>
          <a:bodyPr/>
          <a:lstStyle/>
          <a:p>
            <a:r>
              <a:rPr lang="zh-CN" altLang="en-US"/>
              <a:t>单击此处编辑母版标题样式</a:t>
            </a:r>
          </a:p>
        </p:txBody>
      </p:sp>
    </p:spTree>
    <p:extLst>
      <p:ext uri="{BB962C8B-B14F-4D97-AF65-F5344CB8AC3E}">
        <p14:creationId xmlns:p14="http://schemas.microsoft.com/office/powerpoint/2010/main" val="3318959114"/>
      </p:ext>
    </p:extLst>
  </p:cSld>
  <p:clrMapOvr>
    <a:masterClrMapping/>
  </p:clrMapOvr>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a:prstGeom prst="rect">
            <a:avLst/>
          </a:prstGeom>
        </p:spPr>
        <p:txBody>
          <a:bodyPr/>
          <a:lstStyle/>
          <a:p>
            <a:r>
              <a:rPr lang="zh-CN" altLang="en-US"/>
              <a:t>单击此处编辑母版标题样式</a:t>
            </a:r>
          </a:p>
        </p:txBody>
      </p:sp>
      <p:sp>
        <p:nvSpPr>
          <p:cNvPr id="3" name="竖排文字占位符 2"/>
          <p:cNvSpPr>
            <a:spLocks noGrp="1"/>
          </p:cNvSpPr>
          <p:nvPr>
            <p:ph type="body" orient="vert" idx="1"/>
          </p:nvPr>
        </p:nvSpPr>
        <p:spPr>
          <a:xfrm>
            <a:off x="609600" y="1600201"/>
            <a:ext cx="10972800" cy="4525963"/>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609600" y="6356351"/>
            <a:ext cx="2844800" cy="365125"/>
          </a:xfrm>
          <a:prstGeom prst="rect">
            <a:avLst/>
          </a:prstGeom>
        </p:spPr>
        <p:txBody>
          <a:bodyPr/>
          <a:lstStyle/>
          <a:p>
            <a:fld id="{2E3AAC11-D570-4EA9-AFC0-30FB72BA45EB}" type="datetimeFigureOut">
              <a:rPr lang="zh-CN" altLang="en-US" smtClean="0"/>
              <a:t>2025/8/25</a:t>
            </a:fld>
            <a:endParaRPr lang="zh-CN" altLang="en-US"/>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737600" y="6356351"/>
            <a:ext cx="2844800" cy="365125"/>
          </a:xfrm>
          <a:prstGeom prst="rect">
            <a:avLst/>
          </a:prstGeom>
        </p:spPr>
        <p:txBody>
          <a:bodyPr/>
          <a:lstStyle/>
          <a:p>
            <a:fld id="{55ECCFAA-F4FB-487C-9F1E-C8836D0C3DC9}" type="slidenum">
              <a:rPr lang="zh-CN" altLang="en-US" smtClean="0"/>
              <a:t>‹#›</a:t>
            </a:fld>
            <a:endParaRPr lang="zh-CN" altLang="en-US"/>
          </a:p>
        </p:txBody>
      </p:sp>
    </p:spTree>
    <p:extLst>
      <p:ext uri="{BB962C8B-B14F-4D97-AF65-F5344CB8AC3E}">
        <p14:creationId xmlns:p14="http://schemas.microsoft.com/office/powerpoint/2010/main" val="201473558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9200" y="274639"/>
            <a:ext cx="2743200" cy="5851525"/>
          </a:xfrm>
          <a:prstGeom prst="rect">
            <a:avLst/>
          </a:prstGeo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09600" y="274639"/>
            <a:ext cx="8026400" cy="585152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609600" y="6356351"/>
            <a:ext cx="2844800" cy="365125"/>
          </a:xfrm>
          <a:prstGeom prst="rect">
            <a:avLst/>
          </a:prstGeom>
        </p:spPr>
        <p:txBody>
          <a:bodyPr/>
          <a:lstStyle/>
          <a:p>
            <a:fld id="{2E3AAC11-D570-4EA9-AFC0-30FB72BA45EB}" type="datetimeFigureOut">
              <a:rPr lang="zh-CN" altLang="en-US" smtClean="0"/>
              <a:t>2025/8/25</a:t>
            </a:fld>
            <a:endParaRPr lang="zh-CN" altLang="en-US"/>
          </a:p>
        </p:txBody>
      </p:sp>
      <p:sp>
        <p:nvSpPr>
          <p:cNvPr id="5" name="页脚占位符 4"/>
          <p:cNvSpPr>
            <a:spLocks noGrp="1"/>
          </p:cNvSpPr>
          <p:nvPr>
            <p:ph type="ftr" sz="quarter" idx="11"/>
          </p:nvPr>
        </p:nvSpPr>
        <p:spPr>
          <a:xfrm>
            <a:off x="4165600" y="6356351"/>
            <a:ext cx="3860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737600" y="6356351"/>
            <a:ext cx="2844800" cy="365125"/>
          </a:xfrm>
          <a:prstGeom prst="rect">
            <a:avLst/>
          </a:prstGeom>
        </p:spPr>
        <p:txBody>
          <a:bodyPr/>
          <a:lstStyle/>
          <a:p>
            <a:fld id="{55ECCFAA-F4FB-487C-9F1E-C8836D0C3DC9}" type="slidenum">
              <a:rPr lang="zh-CN" altLang="en-US" smtClean="0"/>
              <a:t>‹#›</a:t>
            </a:fld>
            <a:endParaRPr lang="zh-CN" altLang="en-US"/>
          </a:p>
        </p:txBody>
      </p:sp>
    </p:spTree>
    <p:extLst>
      <p:ext uri="{BB962C8B-B14F-4D97-AF65-F5344CB8AC3E}">
        <p14:creationId xmlns:p14="http://schemas.microsoft.com/office/powerpoint/2010/main" val="23751947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3286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6.xml"/><Relationship Id="rId2" Type="http://schemas.openxmlformats.org/officeDocument/2006/relationships/slideLayout" Target="../slideLayouts/slideLayout25.xml"/><Relationship Id="rId1" Type="http://schemas.openxmlformats.org/officeDocument/2006/relationships/slideLayout" Target="../slideLayouts/slideLayout24.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0" r:id="rId1"/>
    <p:sldLayoutId id="2147483660"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mc:AlternateContent xmlns:mc="http://schemas.openxmlformats.org/markup-compatibility/2006" xmlns:p14="http://schemas.microsoft.com/office/powerpoint/2010/main">
    <mc:Choice Requires="p14">
      <p:transition spd="slow" p14:dur="1400" advClick="0" advTm="2000">
        <p:blinds/>
      </p:transition>
    </mc:Choice>
    <mc:Fallback xmlns="">
      <p:transition spd="slow" advClick="0" advTm="2000">
        <p:blinds/>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08651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2.xml"/><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13.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13.xml"/><Relationship Id="rId1" Type="http://schemas.openxmlformats.org/officeDocument/2006/relationships/tags" Target="../tags/tag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tags" Target="../tags/tag12.xml"/><Relationship Id="rId13" Type="http://schemas.openxmlformats.org/officeDocument/2006/relationships/tags" Target="../tags/tag17.xml"/><Relationship Id="rId18" Type="http://schemas.openxmlformats.org/officeDocument/2006/relationships/tags" Target="../tags/tag22.xml"/><Relationship Id="rId26" Type="http://schemas.openxmlformats.org/officeDocument/2006/relationships/notesSlide" Target="../notesSlides/notesSlide7.xml"/><Relationship Id="rId3" Type="http://schemas.openxmlformats.org/officeDocument/2006/relationships/tags" Target="../tags/tag7.xml"/><Relationship Id="rId21" Type="http://schemas.openxmlformats.org/officeDocument/2006/relationships/tags" Target="../tags/tag25.xml"/><Relationship Id="rId7" Type="http://schemas.openxmlformats.org/officeDocument/2006/relationships/tags" Target="../tags/tag11.xml"/><Relationship Id="rId12" Type="http://schemas.openxmlformats.org/officeDocument/2006/relationships/tags" Target="../tags/tag16.xml"/><Relationship Id="rId17" Type="http://schemas.openxmlformats.org/officeDocument/2006/relationships/tags" Target="../tags/tag21.xml"/><Relationship Id="rId25" Type="http://schemas.openxmlformats.org/officeDocument/2006/relationships/slideLayout" Target="../slideLayouts/slideLayout1.xml"/><Relationship Id="rId2" Type="http://schemas.openxmlformats.org/officeDocument/2006/relationships/tags" Target="../tags/tag6.xml"/><Relationship Id="rId16" Type="http://schemas.openxmlformats.org/officeDocument/2006/relationships/tags" Target="../tags/tag20.xml"/><Relationship Id="rId20" Type="http://schemas.openxmlformats.org/officeDocument/2006/relationships/tags" Target="../tags/tag24.xml"/><Relationship Id="rId1" Type="http://schemas.openxmlformats.org/officeDocument/2006/relationships/tags" Target="../tags/tag5.xml"/><Relationship Id="rId6" Type="http://schemas.openxmlformats.org/officeDocument/2006/relationships/tags" Target="../tags/tag10.xml"/><Relationship Id="rId11" Type="http://schemas.openxmlformats.org/officeDocument/2006/relationships/tags" Target="../tags/tag15.xml"/><Relationship Id="rId24" Type="http://schemas.openxmlformats.org/officeDocument/2006/relationships/tags" Target="../tags/tag28.xml"/><Relationship Id="rId5" Type="http://schemas.openxmlformats.org/officeDocument/2006/relationships/tags" Target="../tags/tag9.xml"/><Relationship Id="rId15" Type="http://schemas.openxmlformats.org/officeDocument/2006/relationships/tags" Target="../tags/tag19.xml"/><Relationship Id="rId23" Type="http://schemas.openxmlformats.org/officeDocument/2006/relationships/tags" Target="../tags/tag27.xml"/><Relationship Id="rId10" Type="http://schemas.openxmlformats.org/officeDocument/2006/relationships/tags" Target="../tags/tag14.xml"/><Relationship Id="rId19" Type="http://schemas.openxmlformats.org/officeDocument/2006/relationships/tags" Target="../tags/tag23.xml"/><Relationship Id="rId4" Type="http://schemas.openxmlformats.org/officeDocument/2006/relationships/tags" Target="../tags/tag8.xml"/><Relationship Id="rId9" Type="http://schemas.openxmlformats.org/officeDocument/2006/relationships/tags" Target="../tags/tag13.xml"/><Relationship Id="rId14" Type="http://schemas.openxmlformats.org/officeDocument/2006/relationships/tags" Target="../tags/tag18.xml"/><Relationship Id="rId22" Type="http://schemas.openxmlformats.org/officeDocument/2006/relationships/tags" Target="../tags/tag26.xml"/><Relationship Id="rId27" Type="http://schemas.openxmlformats.org/officeDocument/2006/relationships/image" Target="../media/image3.jpe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13.xml"/><Relationship Id="rId1" Type="http://schemas.openxmlformats.org/officeDocument/2006/relationships/tags" Target="../tags/tag2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13.xml"/><Relationship Id="rId1" Type="http://schemas.openxmlformats.org/officeDocument/2006/relationships/tags" Target="../tags/tag3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8" Type="http://schemas.openxmlformats.org/officeDocument/2006/relationships/hyperlink" Target="http://www.1ppt.com/xiazai/" TargetMode="External"/><Relationship Id="rId13" Type="http://schemas.openxmlformats.org/officeDocument/2006/relationships/hyperlink" Target="http://www.1ppt.com/kejian/" TargetMode="External"/><Relationship Id="rId18" Type="http://schemas.openxmlformats.org/officeDocument/2006/relationships/image" Target="../media/image8.png"/><Relationship Id="rId3" Type="http://schemas.openxmlformats.org/officeDocument/2006/relationships/hyperlink" Target="http://www.1ppt.com/hangye/" TargetMode="External"/><Relationship Id="rId7" Type="http://schemas.openxmlformats.org/officeDocument/2006/relationships/hyperlink" Target="http://www.1ppt.com/tubiao/" TargetMode="External"/><Relationship Id="rId12" Type="http://schemas.openxmlformats.org/officeDocument/2006/relationships/hyperlink" Target="http://www.1ppt.com/jianli/" TargetMode="External"/><Relationship Id="rId17" Type="http://schemas.openxmlformats.org/officeDocument/2006/relationships/hyperlink" Target="http://www.1ppt.com/ziti/" TargetMode="External"/><Relationship Id="rId2" Type="http://schemas.openxmlformats.org/officeDocument/2006/relationships/hyperlink" Target="http://www.1ppt.com/moban/" TargetMode="External"/><Relationship Id="rId16" Type="http://schemas.openxmlformats.org/officeDocument/2006/relationships/hyperlink" Target="http://www.1ppt.com/jiaoan/" TargetMode="External"/><Relationship Id="rId1" Type="http://schemas.openxmlformats.org/officeDocument/2006/relationships/slideLayout" Target="../slideLayouts/slideLayout26.xml"/><Relationship Id="rId6" Type="http://schemas.openxmlformats.org/officeDocument/2006/relationships/hyperlink" Target="http://www.1ppt.com/beijing/" TargetMode="External"/><Relationship Id="rId11" Type="http://schemas.openxmlformats.org/officeDocument/2006/relationships/hyperlink" Target="http://www.1ppt.com/excel/" TargetMode="External"/><Relationship Id="rId5" Type="http://schemas.openxmlformats.org/officeDocument/2006/relationships/hyperlink" Target="http://www.1ppt.com/sucai/" TargetMode="External"/><Relationship Id="rId15" Type="http://schemas.openxmlformats.org/officeDocument/2006/relationships/hyperlink" Target="http://www.1ppt.com/shiti/" TargetMode="External"/><Relationship Id="rId10" Type="http://schemas.openxmlformats.org/officeDocument/2006/relationships/hyperlink" Target="http://www.1ppt.com/word/" TargetMode="External"/><Relationship Id="rId4" Type="http://schemas.openxmlformats.org/officeDocument/2006/relationships/hyperlink" Target="http://www.1ppt.com/jieri/" TargetMode="External"/><Relationship Id="rId9" Type="http://schemas.openxmlformats.org/officeDocument/2006/relationships/hyperlink" Target="http://www.1ppt.com/powerpoint/" TargetMode="External"/><Relationship Id="rId14" Type="http://schemas.openxmlformats.org/officeDocument/2006/relationships/hyperlink" Target="http://www.1ppt.com/shouchaobao/"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íṩľïdè"/>
        <p:cNvGrpSpPr/>
        <p:nvPr/>
      </p:nvGrpSpPr>
      <p:grpSpPr>
        <a:xfrm>
          <a:off x="0" y="0"/>
          <a:ext cx="0" cy="0"/>
          <a:chOff x="0" y="0"/>
          <a:chExt cx="0" cy="0"/>
        </a:xfrm>
      </p:grpSpPr>
      <p:pic>
        <p:nvPicPr>
          <p:cNvPr id="9" name="图片 8">
            <a:extLst>
              <a:ext uri="{FF2B5EF4-FFF2-40B4-BE49-F238E27FC236}">
                <a16:creationId xmlns:a16="http://schemas.microsoft.com/office/drawing/2014/main" id="{E902D85F-A3BF-4E02-934B-A5902CED6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pSp>
        <p:nvGrpSpPr>
          <p:cNvPr id="10" name="组合 9">
            <a:extLst>
              <a:ext uri="{FF2B5EF4-FFF2-40B4-BE49-F238E27FC236}">
                <a16:creationId xmlns:a16="http://schemas.microsoft.com/office/drawing/2014/main" id="{1450EC31-49D3-4C8B-8FDF-3DD0C4A30EA7}"/>
              </a:ext>
            </a:extLst>
          </p:cNvPr>
          <p:cNvGrpSpPr/>
          <p:nvPr/>
        </p:nvGrpSpPr>
        <p:grpSpPr>
          <a:xfrm rot="10800000">
            <a:off x="-885900" y="3867109"/>
            <a:ext cx="3185286" cy="3512032"/>
            <a:chOff x="9664473" y="816338"/>
            <a:chExt cx="3185286" cy="3512032"/>
          </a:xfrm>
        </p:grpSpPr>
        <p:sp>
          <p:nvSpPr>
            <p:cNvPr id="28" name="íṧḻiḋe">
              <a:extLst>
                <a:ext uri="{FF2B5EF4-FFF2-40B4-BE49-F238E27FC236}">
                  <a16:creationId xmlns:a16="http://schemas.microsoft.com/office/drawing/2014/main" id="{1EB686C4-89DE-4FF9-900B-EAF356B1FF5A}"/>
                </a:ext>
              </a:extLst>
            </p:cNvPr>
            <p:cNvSpPr/>
            <p:nvPr/>
          </p:nvSpPr>
          <p:spPr>
            <a:xfrm>
              <a:off x="9664473" y="816338"/>
              <a:ext cx="2594163" cy="2540781"/>
            </a:xfrm>
            <a:custGeom>
              <a:avLst/>
              <a:gdLst>
                <a:gd name="connsiteX0" fmla="*/ 1096849 w 2594163"/>
                <a:gd name="connsiteY0" fmla="*/ 1533 h 2540781"/>
                <a:gd name="connsiteX1" fmla="*/ 1297103 w 2594163"/>
                <a:gd name="connsiteY1" fmla="*/ 112338 h 2540781"/>
                <a:gd name="connsiteX2" fmla="*/ 2482547 w 2594163"/>
                <a:gd name="connsiteY2" fmla="*/ 1602255 h 2540781"/>
                <a:gd name="connsiteX3" fmla="*/ 2594163 w 2594163"/>
                <a:gd name="connsiteY3" fmla="*/ 1742539 h 2540781"/>
                <a:gd name="connsiteX4" fmla="*/ 2594163 w 2594163"/>
                <a:gd name="connsiteY4" fmla="*/ 2125138 h 2540781"/>
                <a:gd name="connsiteX5" fmla="*/ 2556967 w 2594163"/>
                <a:gd name="connsiteY5" fmla="*/ 2164725 h 2540781"/>
                <a:gd name="connsiteX6" fmla="*/ 2411465 w 2594163"/>
                <a:gd name="connsiteY6" fmla="*/ 2228461 h 2540781"/>
                <a:gd name="connsiteX7" fmla="*/ 341159 w 2594163"/>
                <a:gd name="connsiteY7" fmla="*/ 2537387 h 2540781"/>
                <a:gd name="connsiteX8" fmla="*/ 20527 w 2594163"/>
                <a:gd name="connsiteY8" fmla="*/ 2136195 h 2540781"/>
                <a:gd name="connsiteX9" fmla="*/ 789206 w 2594163"/>
                <a:gd name="connsiteY9" fmla="*/ 188126 h 2540781"/>
                <a:gd name="connsiteX10" fmla="*/ 1096849 w 2594163"/>
                <a:gd name="connsiteY10" fmla="*/ 1533 h 2540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94163" h="2540781">
                  <a:moveTo>
                    <a:pt x="1096849" y="1533"/>
                  </a:moveTo>
                  <a:cubicBezTo>
                    <a:pt x="1171584" y="9139"/>
                    <a:pt x="1244300" y="45184"/>
                    <a:pt x="1297103" y="112338"/>
                  </a:cubicBezTo>
                  <a:cubicBezTo>
                    <a:pt x="1297103" y="112338"/>
                    <a:pt x="1297103" y="112338"/>
                    <a:pt x="2482547" y="1602255"/>
                  </a:cubicBezTo>
                  <a:lnTo>
                    <a:pt x="2594163" y="1742539"/>
                  </a:lnTo>
                  <a:lnTo>
                    <a:pt x="2594163" y="2125138"/>
                  </a:lnTo>
                  <a:lnTo>
                    <a:pt x="2556967" y="2164725"/>
                  </a:lnTo>
                  <a:cubicBezTo>
                    <a:pt x="2517521" y="2197076"/>
                    <a:pt x="2468404" y="2219964"/>
                    <a:pt x="2411465" y="2228461"/>
                  </a:cubicBezTo>
                  <a:cubicBezTo>
                    <a:pt x="2411465" y="2228461"/>
                    <a:pt x="2411465" y="2228461"/>
                    <a:pt x="341159" y="2537387"/>
                  </a:cubicBezTo>
                  <a:cubicBezTo>
                    <a:pt x="115680" y="2571033"/>
                    <a:pt x="-61868" y="2348579"/>
                    <a:pt x="20527" y="2136195"/>
                  </a:cubicBezTo>
                  <a:cubicBezTo>
                    <a:pt x="20527" y="2136195"/>
                    <a:pt x="20527" y="2136195"/>
                    <a:pt x="789206" y="188126"/>
                  </a:cubicBezTo>
                  <a:cubicBezTo>
                    <a:pt x="842126" y="55174"/>
                    <a:pt x="972291" y="-11145"/>
                    <a:pt x="1096849" y="1533"/>
                  </a:cubicBezTo>
                  <a:close/>
                </a:path>
              </a:pathLst>
            </a:custGeom>
            <a:solidFill>
              <a:srgbClr val="6C92C0">
                <a:alpha val="66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29" name="íş1íḍè">
              <a:extLst>
                <a:ext uri="{FF2B5EF4-FFF2-40B4-BE49-F238E27FC236}">
                  <a16:creationId xmlns:a16="http://schemas.microsoft.com/office/drawing/2014/main" id="{540F4C9A-3B9E-4ABB-B254-2C6BE2FD027C}"/>
                </a:ext>
              </a:extLst>
            </p:cNvPr>
            <p:cNvSpPr/>
            <p:nvPr/>
          </p:nvSpPr>
          <p:spPr>
            <a:xfrm>
              <a:off x="10394558" y="1098972"/>
              <a:ext cx="2455201" cy="3229398"/>
            </a:xfrm>
            <a:custGeom>
              <a:avLst/>
              <a:gdLst>
                <a:gd name="connsiteX0" fmla="*/ 2455201 w 2455201"/>
                <a:gd name="connsiteY0" fmla="*/ 0 h 3229398"/>
                <a:gd name="connsiteX1" fmla="*/ 2455201 w 2455201"/>
                <a:gd name="connsiteY1" fmla="*/ 3229398 h 3229398"/>
                <a:gd name="connsiteX2" fmla="*/ 1689979 w 2455201"/>
                <a:gd name="connsiteY2" fmla="*/ 3229398 h 3229398"/>
                <a:gd name="connsiteX3" fmla="*/ 1422643 w 2455201"/>
                <a:gd name="connsiteY3" fmla="*/ 3097535 h 3229398"/>
                <a:gd name="connsiteX4" fmla="*/ 364836 w 2455201"/>
                <a:gd name="connsiteY4" fmla="*/ 2575771 h 3229398"/>
                <a:gd name="connsiteX5" fmla="*/ 288058 w 2455201"/>
                <a:gd name="connsiteY5" fmla="*/ 1446658 h 3229398"/>
                <a:gd name="connsiteX6" fmla="*/ 2346818 w 2455201"/>
                <a:gd name="connsiteY6" fmla="*/ 72350 h 32293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55201" h="3229398">
                  <a:moveTo>
                    <a:pt x="2455201" y="0"/>
                  </a:moveTo>
                  <a:lnTo>
                    <a:pt x="2455201" y="3229398"/>
                  </a:lnTo>
                  <a:lnTo>
                    <a:pt x="1689979" y="3229398"/>
                  </a:lnTo>
                  <a:lnTo>
                    <a:pt x="1422643" y="3097535"/>
                  </a:lnTo>
                  <a:cubicBezTo>
                    <a:pt x="1104127" y="2940426"/>
                    <a:pt x="752661" y="2767066"/>
                    <a:pt x="364836" y="2575771"/>
                  </a:cubicBezTo>
                  <a:cubicBezTo>
                    <a:pt x="-85706" y="2353540"/>
                    <a:pt x="-127848" y="1727765"/>
                    <a:pt x="288058" y="1446658"/>
                  </a:cubicBezTo>
                  <a:cubicBezTo>
                    <a:pt x="288058" y="1446658"/>
                    <a:pt x="288058" y="1446658"/>
                    <a:pt x="2346818" y="72350"/>
                  </a:cubicBezTo>
                  <a:close/>
                </a:path>
              </a:pathLst>
            </a:custGeom>
            <a:solidFill>
              <a:srgbClr val="48A2A0">
                <a:alpha val="4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grpSp>
      <p:grpSp>
        <p:nvGrpSpPr>
          <p:cNvPr id="11" name="组合 10">
            <a:extLst>
              <a:ext uri="{FF2B5EF4-FFF2-40B4-BE49-F238E27FC236}">
                <a16:creationId xmlns:a16="http://schemas.microsoft.com/office/drawing/2014/main" id="{AC6274BB-68D2-44F0-B6A5-65D7A8431236}"/>
              </a:ext>
            </a:extLst>
          </p:cNvPr>
          <p:cNvGrpSpPr/>
          <p:nvPr/>
        </p:nvGrpSpPr>
        <p:grpSpPr>
          <a:xfrm rot="10800000">
            <a:off x="9086997" y="-1443802"/>
            <a:ext cx="3204450" cy="4893654"/>
            <a:chOff x="-15240" y="3375944"/>
            <a:chExt cx="3204450" cy="4893654"/>
          </a:xfrm>
        </p:grpSpPr>
        <p:sp>
          <p:nvSpPr>
            <p:cNvPr id="26" name="íSliḑè">
              <a:extLst>
                <a:ext uri="{FF2B5EF4-FFF2-40B4-BE49-F238E27FC236}">
                  <a16:creationId xmlns:a16="http://schemas.microsoft.com/office/drawing/2014/main" id="{3480ACD2-8A8A-4482-9407-7C85B8389120}"/>
                </a:ext>
              </a:extLst>
            </p:cNvPr>
            <p:cNvSpPr/>
            <p:nvPr/>
          </p:nvSpPr>
          <p:spPr>
            <a:xfrm>
              <a:off x="-15240" y="3375944"/>
              <a:ext cx="3204450" cy="3482057"/>
            </a:xfrm>
            <a:custGeom>
              <a:avLst/>
              <a:gdLst>
                <a:gd name="connsiteX0" fmla="*/ 0 w 3204450"/>
                <a:gd name="connsiteY0" fmla="*/ 0 h 3482057"/>
                <a:gd name="connsiteX1" fmla="*/ 45983 w 3204450"/>
                <a:gd name="connsiteY1" fmla="*/ 11609 h 3482057"/>
                <a:gd name="connsiteX2" fmla="*/ 334914 w 3204450"/>
                <a:gd name="connsiteY2" fmla="*/ 204539 h 3482057"/>
                <a:gd name="connsiteX3" fmla="*/ 3098684 w 3204450"/>
                <a:gd name="connsiteY3" fmla="*/ 3361253 h 3482057"/>
                <a:gd name="connsiteX4" fmla="*/ 3204450 w 3204450"/>
                <a:gd name="connsiteY4" fmla="*/ 3482057 h 3482057"/>
                <a:gd name="connsiteX5" fmla="*/ 0 w 3204450"/>
                <a:gd name="connsiteY5" fmla="*/ 3482057 h 34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4450" h="3482057">
                  <a:moveTo>
                    <a:pt x="0" y="0"/>
                  </a:moveTo>
                  <a:lnTo>
                    <a:pt x="45983" y="11609"/>
                  </a:lnTo>
                  <a:cubicBezTo>
                    <a:pt x="152616" y="46096"/>
                    <a:pt x="252790" y="109642"/>
                    <a:pt x="334914" y="204539"/>
                  </a:cubicBezTo>
                  <a:cubicBezTo>
                    <a:pt x="334914" y="204539"/>
                    <a:pt x="334914" y="204539"/>
                    <a:pt x="3098684" y="3361253"/>
                  </a:cubicBezTo>
                  <a:lnTo>
                    <a:pt x="3204450" y="3482057"/>
                  </a:lnTo>
                  <a:lnTo>
                    <a:pt x="0" y="3482057"/>
                  </a:lnTo>
                  <a:close/>
                </a:path>
              </a:pathLst>
            </a:custGeom>
            <a:solidFill>
              <a:srgbClr val="6C92C0">
                <a:alpha val="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27" name="íš1ïḋe">
              <a:extLst>
                <a:ext uri="{FF2B5EF4-FFF2-40B4-BE49-F238E27FC236}">
                  <a16:creationId xmlns:a16="http://schemas.microsoft.com/office/drawing/2014/main" id="{C6B3AB5A-2C6D-459A-9992-67A9D3FBCFAD}"/>
                </a:ext>
              </a:extLst>
            </p:cNvPr>
            <p:cNvSpPr/>
            <p:nvPr/>
          </p:nvSpPr>
          <p:spPr>
            <a:xfrm>
              <a:off x="1" y="3977746"/>
              <a:ext cx="1366989" cy="4291852"/>
            </a:xfrm>
            <a:custGeom>
              <a:avLst/>
              <a:gdLst>
                <a:gd name="connsiteX0" fmla="*/ 899007 w 1366989"/>
                <a:gd name="connsiteY0" fmla="*/ 633 h 4291852"/>
                <a:gd name="connsiteX1" fmla="*/ 1343821 w 1366989"/>
                <a:gd name="connsiteY1" fmla="*/ 639191 h 4291852"/>
                <a:gd name="connsiteX2" fmla="*/ 316803 w 1366989"/>
                <a:gd name="connsiteY2" fmla="*/ 3970163 h 4291852"/>
                <a:gd name="connsiteX3" fmla="*/ 14549 w 1366989"/>
                <a:gd name="connsiteY3" fmla="*/ 4287566 h 4291852"/>
                <a:gd name="connsiteX4" fmla="*/ 0 w 1366989"/>
                <a:gd name="connsiteY4" fmla="*/ 4291852 h 4291852"/>
                <a:gd name="connsiteX5" fmla="*/ 0 w 1366989"/>
                <a:gd name="connsiteY5" fmla="*/ 186094 h 4291852"/>
                <a:gd name="connsiteX6" fmla="*/ 164343 w 1366989"/>
                <a:gd name="connsiteY6" fmla="*/ 148686 h 4291852"/>
                <a:gd name="connsiteX7" fmla="*/ 762612 w 1366989"/>
                <a:gd name="connsiteY7" fmla="*/ 12505 h 4291852"/>
                <a:gd name="connsiteX8" fmla="*/ 899007 w 1366989"/>
                <a:gd name="connsiteY8" fmla="*/ 633 h 4291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6989" h="4291852">
                  <a:moveTo>
                    <a:pt x="899007" y="633"/>
                  </a:moveTo>
                  <a:cubicBezTo>
                    <a:pt x="1208404" y="16359"/>
                    <a:pt x="1443395" y="322717"/>
                    <a:pt x="1343821" y="639191"/>
                  </a:cubicBezTo>
                  <a:cubicBezTo>
                    <a:pt x="1343821" y="639191"/>
                    <a:pt x="1343821" y="639191"/>
                    <a:pt x="316803" y="3970163"/>
                  </a:cubicBezTo>
                  <a:cubicBezTo>
                    <a:pt x="267015" y="4128400"/>
                    <a:pt x="151065" y="4237937"/>
                    <a:pt x="14549" y="4287566"/>
                  </a:cubicBezTo>
                  <a:lnTo>
                    <a:pt x="0" y="4291852"/>
                  </a:lnTo>
                  <a:lnTo>
                    <a:pt x="0" y="186094"/>
                  </a:lnTo>
                  <a:lnTo>
                    <a:pt x="164343" y="148686"/>
                  </a:lnTo>
                  <a:cubicBezTo>
                    <a:pt x="351042" y="106189"/>
                    <a:pt x="550189" y="60858"/>
                    <a:pt x="762612" y="12505"/>
                  </a:cubicBezTo>
                  <a:cubicBezTo>
                    <a:pt x="809090" y="2071"/>
                    <a:pt x="854808" y="-1613"/>
                    <a:pt x="899007" y="633"/>
                  </a:cubicBezTo>
                  <a:close/>
                </a:path>
              </a:pathLst>
            </a:custGeom>
            <a:solidFill>
              <a:srgbClr val="6C92C0">
                <a:alpha val="78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30" name="iṡḻiďè"/>
            <p:cNvSpPr>
              <a:spLocks/>
            </p:cNvSpPr>
            <p:nvPr/>
          </p:nvSpPr>
          <p:spPr bwMode="auto">
            <a:xfrm rot="17341789">
              <a:off x="632431" y="4600824"/>
              <a:ext cx="1191816" cy="103229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2" name="îṣ1ïḍe">
            <a:extLst>
              <a:ext uri="{FF2B5EF4-FFF2-40B4-BE49-F238E27FC236}">
                <a16:creationId xmlns:a16="http://schemas.microsoft.com/office/drawing/2014/main" id="{821A1339-D73A-490C-A6D7-6F87ABF0BC53}"/>
              </a:ext>
            </a:extLst>
          </p:cNvPr>
          <p:cNvSpPr>
            <a:spLocks noGrp="1"/>
          </p:cNvSpPr>
          <p:nvPr>
            <p:ph type="ctrTitle" idx="4294967295"/>
          </p:nvPr>
        </p:nvSpPr>
        <p:spPr>
          <a:xfrm>
            <a:off x="3915936" y="3268975"/>
            <a:ext cx="3072384" cy="776381"/>
          </a:xfrm>
          <a:prstGeom prst="rect">
            <a:avLst/>
          </a:prstGeom>
        </p:spPr>
        <p:txBody>
          <a:bodyPr>
            <a:noAutofit/>
          </a:bodyPr>
          <a:lstStyle/>
          <a:p>
            <a:pPr algn="r"/>
            <a:r>
              <a:rPr lang="en-US" altLang="zh-CN" sz="5600" b="1" spc="-150" dirty="0">
                <a:solidFill>
                  <a:srgbClr val="436B9B"/>
                </a:solidFill>
                <a:latin typeface="+mn-lt"/>
                <a:ea typeface="+mn-ea"/>
                <a:cs typeface="+mn-ea"/>
                <a:sym typeface="+mn-lt"/>
              </a:rPr>
              <a:t>Section 1</a:t>
            </a:r>
            <a:endParaRPr lang="zh-CN" altLang="en-US" sz="5600" spc="-150" dirty="0">
              <a:solidFill>
                <a:schemeClr val="tx1">
                  <a:lumMod val="65000"/>
                  <a:lumOff val="35000"/>
                </a:schemeClr>
              </a:solidFill>
              <a:latin typeface="腾讯体 W7" panose="020C08030202040F0204" pitchFamily="34" charset="-122"/>
              <a:ea typeface="腾讯体 W7" panose="020C08030202040F0204" pitchFamily="34" charset="-122"/>
              <a:cs typeface="+mn-ea"/>
              <a:sym typeface="+mn-lt"/>
            </a:endParaRPr>
          </a:p>
        </p:txBody>
      </p:sp>
      <p:sp>
        <p:nvSpPr>
          <p:cNvPr id="5" name="íṧļîḍè">
            <a:extLst>
              <a:ext uri="{FF2B5EF4-FFF2-40B4-BE49-F238E27FC236}">
                <a16:creationId xmlns:a16="http://schemas.microsoft.com/office/drawing/2014/main" id="{9CCCCE32-2390-4C4A-9C09-6286114EB971}"/>
              </a:ext>
            </a:extLst>
          </p:cNvPr>
          <p:cNvSpPr>
            <a:spLocks noGrp="1"/>
          </p:cNvSpPr>
          <p:nvPr>
            <p:ph type="body" sz="quarter" idx="4294967295"/>
          </p:nvPr>
        </p:nvSpPr>
        <p:spPr>
          <a:xfrm>
            <a:off x="7939552" y="6033342"/>
            <a:ext cx="3651251" cy="392115"/>
          </a:xfrm>
          <a:prstGeom prst="rect">
            <a:avLst/>
          </a:prstGeom>
        </p:spPr>
        <p:txBody>
          <a:bodyPr>
            <a:noAutofit/>
          </a:bodyPr>
          <a:lstStyle/>
          <a:p>
            <a:pPr marL="0" indent="0" algn="r">
              <a:buNone/>
            </a:pPr>
            <a:r>
              <a:rPr lang="zh-CN" altLang="en-US" sz="1400" dirty="0">
                <a:solidFill>
                  <a:schemeClr val="bg1">
                    <a:lumMod val="50000"/>
                  </a:schemeClr>
                </a:solidFill>
                <a:cs typeface="+mn-ea"/>
                <a:sym typeface="+mn-lt"/>
              </a:rPr>
              <a:t>人工智能学院，自动化学院  联合创新实验室</a:t>
            </a:r>
            <a:endParaRPr lang="en-US" altLang="en-US" sz="1400" dirty="0">
              <a:solidFill>
                <a:schemeClr val="bg1">
                  <a:lumMod val="50000"/>
                </a:schemeClr>
              </a:solidFill>
              <a:cs typeface="+mn-ea"/>
              <a:sym typeface="+mn-lt"/>
            </a:endParaRPr>
          </a:p>
        </p:txBody>
      </p:sp>
      <p:sp>
        <p:nvSpPr>
          <p:cNvPr id="15" name="iṡḷîďê">
            <a:extLst>
              <a:ext uri="{FF2B5EF4-FFF2-40B4-BE49-F238E27FC236}">
                <a16:creationId xmlns:a16="http://schemas.microsoft.com/office/drawing/2014/main" id="{B2F177F4-EE47-4F5C-9C3F-74903C1EE4EC}"/>
              </a:ext>
            </a:extLst>
          </p:cNvPr>
          <p:cNvSpPr txBox="1">
            <a:spLocks/>
          </p:cNvSpPr>
          <p:nvPr/>
        </p:nvSpPr>
        <p:spPr>
          <a:xfrm>
            <a:off x="341700" y="1976831"/>
            <a:ext cx="10083779" cy="909673"/>
          </a:xfrm>
          <a:prstGeom prst="rect">
            <a:avLst/>
          </a:prstGeom>
        </p:spPr>
        <p:txBody>
          <a:bodyPr vert="horz" wrap="square" lIns="91440" tIns="45720" rIns="91440" bIns="45720" rtlCol="0" anchor="b">
            <a:spAutoFit/>
          </a:bodyPr>
          <a:lstStyle>
            <a:lvl1pPr algn="l" defTabSz="914354" rtl="0" eaLnBrk="1" latinLnBrk="0" hangingPunct="1">
              <a:lnSpc>
                <a:spcPct val="120000"/>
              </a:lnSpc>
              <a:spcBef>
                <a:spcPct val="0"/>
              </a:spcBef>
              <a:buNone/>
              <a:defRPr sz="4400" b="1" kern="1200">
                <a:solidFill>
                  <a:schemeClr val="tx1"/>
                </a:solidFill>
                <a:latin typeface="+mj-lt"/>
                <a:ea typeface="+mj-ea"/>
                <a:cs typeface="+mj-cs"/>
              </a:defRPr>
            </a:lvl1pPr>
          </a:lstStyle>
          <a:p>
            <a:pPr algn="r"/>
            <a:r>
              <a:rPr lang="zh-CN" altLang="en-US" sz="4800" b="0" dirty="0">
                <a:solidFill>
                  <a:srgbClr val="48A2A0"/>
                </a:solidFill>
                <a:latin typeface="腾讯体 W7" panose="020C08030202040F0204" pitchFamily="34" charset="-122"/>
                <a:ea typeface="腾讯体 W7" panose="020C08030202040F0204" pitchFamily="34" charset="-122"/>
                <a:cs typeface="+mn-ea"/>
                <a:sym typeface="+mn-lt"/>
              </a:rPr>
              <a:t>从</a:t>
            </a:r>
            <a:r>
              <a:rPr lang="en-US" altLang="zh-CN" sz="4800" b="0" dirty="0">
                <a:solidFill>
                  <a:srgbClr val="48A2A0"/>
                </a:solidFill>
                <a:latin typeface="腾讯体 W7" panose="020C08030202040F0204" pitchFamily="34" charset="-122"/>
                <a:ea typeface="腾讯体 W7" panose="020C08030202040F0204" pitchFamily="34" charset="-122"/>
                <a:cs typeface="+mn-ea"/>
                <a:sym typeface="+mn-lt"/>
              </a:rPr>
              <a:t>0</a:t>
            </a:r>
            <a:r>
              <a:rPr lang="zh-CN" altLang="en-US" sz="4800" b="0" dirty="0">
                <a:solidFill>
                  <a:srgbClr val="48A2A0"/>
                </a:solidFill>
                <a:latin typeface="腾讯体 W7" panose="020C08030202040F0204" pitchFamily="34" charset="-122"/>
                <a:ea typeface="腾讯体 W7" panose="020C08030202040F0204" pitchFamily="34" charset="-122"/>
                <a:cs typeface="+mn-ea"/>
                <a:sym typeface="+mn-lt"/>
              </a:rPr>
              <a:t>开始的</a:t>
            </a:r>
            <a:r>
              <a:rPr lang="zh-CN" altLang="en-US" sz="4800" b="0" dirty="0">
                <a:solidFill>
                  <a:srgbClr val="6C92C0"/>
                </a:solidFill>
                <a:latin typeface="腾讯体 W7" panose="020C08030202040F0204" pitchFamily="34" charset="-122"/>
                <a:ea typeface="腾讯体 W7" panose="020C08030202040F0204" pitchFamily="34" charset="-122"/>
                <a:cs typeface="+mn-ea"/>
                <a:sym typeface="+mn-lt"/>
              </a:rPr>
              <a:t>规划控制之路</a:t>
            </a:r>
            <a:r>
              <a:rPr lang="en-US" altLang="zh-CN" sz="4800" b="0" dirty="0">
                <a:solidFill>
                  <a:srgbClr val="48A2A0"/>
                </a:solidFill>
                <a:latin typeface="腾讯体 W7" panose="020C08030202040F0204" pitchFamily="34" charset="-122"/>
                <a:ea typeface="腾讯体 W7" panose="020C08030202040F0204" pitchFamily="34" charset="-122"/>
                <a:cs typeface="+mn-ea"/>
                <a:sym typeface="+mn-lt"/>
              </a:rPr>
              <a:t> – RMUA</a:t>
            </a:r>
            <a:r>
              <a:rPr lang="zh-CN" altLang="en-US" sz="4800" b="0" dirty="0">
                <a:solidFill>
                  <a:srgbClr val="48A2A0"/>
                </a:solidFill>
                <a:latin typeface="腾讯体 W7" panose="020C08030202040F0204" pitchFamily="34" charset="-122"/>
                <a:ea typeface="腾讯体 W7" panose="020C08030202040F0204" pitchFamily="34" charset="-122"/>
                <a:cs typeface="+mn-ea"/>
                <a:sym typeface="+mn-lt"/>
              </a:rPr>
              <a:t>篇</a:t>
            </a:r>
          </a:p>
        </p:txBody>
      </p:sp>
      <p:grpSp>
        <p:nvGrpSpPr>
          <p:cNvPr id="21" name="ïşļidè">
            <a:extLst>
              <a:ext uri="{FF2B5EF4-FFF2-40B4-BE49-F238E27FC236}">
                <a16:creationId xmlns:a16="http://schemas.microsoft.com/office/drawing/2014/main" id="{12B3F57C-764B-435A-8EE8-592E8D91110F}"/>
              </a:ext>
            </a:extLst>
          </p:cNvPr>
          <p:cNvGrpSpPr/>
          <p:nvPr/>
        </p:nvGrpSpPr>
        <p:grpSpPr>
          <a:xfrm>
            <a:off x="7939553" y="4672224"/>
            <a:ext cx="1922163" cy="346061"/>
            <a:chOff x="2392390" y="5921828"/>
            <a:chExt cx="1615511" cy="290853"/>
          </a:xfrm>
        </p:grpSpPr>
        <p:sp>
          <p:nvSpPr>
            <p:cNvPr id="16" name="íṥļîḍe">
              <a:extLst>
                <a:ext uri="{FF2B5EF4-FFF2-40B4-BE49-F238E27FC236}">
                  <a16:creationId xmlns:a16="http://schemas.microsoft.com/office/drawing/2014/main" id="{DC3D5F2C-40F6-47EE-B9C2-FBB806BED3FA}"/>
                </a:ext>
              </a:extLst>
            </p:cNvPr>
            <p:cNvSpPr/>
            <p:nvPr/>
          </p:nvSpPr>
          <p:spPr>
            <a:xfrm>
              <a:off x="2392390" y="5921829"/>
              <a:ext cx="1252511" cy="272624"/>
            </a:xfrm>
            <a:prstGeom prst="roundRect">
              <a:avLst>
                <a:gd name="adj" fmla="val 50000"/>
              </a:avLst>
            </a:prstGeom>
            <a:solidFill>
              <a:srgbClr val="6C92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cs typeface="+mn-ea"/>
                  <a:sym typeface="+mn-lt"/>
                </a:rPr>
                <a:t>桃林饮酒</a:t>
              </a:r>
            </a:p>
          </p:txBody>
        </p:sp>
        <p:sp>
          <p:nvSpPr>
            <p:cNvPr id="18" name="ïšḻíḋê">
              <a:extLst>
                <a:ext uri="{FF2B5EF4-FFF2-40B4-BE49-F238E27FC236}">
                  <a16:creationId xmlns:a16="http://schemas.microsoft.com/office/drawing/2014/main" id="{469A826F-1648-4843-9DE1-F1FF238F0CB7}"/>
                </a:ext>
              </a:extLst>
            </p:cNvPr>
            <p:cNvSpPr/>
            <p:nvPr/>
          </p:nvSpPr>
          <p:spPr>
            <a:xfrm>
              <a:off x="3717048" y="5921828"/>
              <a:ext cx="290853" cy="290853"/>
            </a:xfrm>
            <a:prstGeom prst="ellipse">
              <a:avLst/>
            </a:prstGeom>
            <a:solidFill>
              <a:srgbClr val="48A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cs typeface="+mn-ea"/>
                <a:sym typeface="+mn-lt"/>
              </a:endParaRPr>
            </a:p>
          </p:txBody>
        </p:sp>
      </p:grpSp>
      <p:sp>
        <p:nvSpPr>
          <p:cNvPr id="4" name="文本框 3">
            <a:extLst>
              <a:ext uri="{FF2B5EF4-FFF2-40B4-BE49-F238E27FC236}">
                <a16:creationId xmlns:a16="http://schemas.microsoft.com/office/drawing/2014/main" id="{F2D8D25A-F2FE-F694-7CC8-1196024027E3}"/>
              </a:ext>
            </a:extLst>
          </p:cNvPr>
          <p:cNvSpPr txBox="1"/>
          <p:nvPr/>
        </p:nvSpPr>
        <p:spPr>
          <a:xfrm>
            <a:off x="7145679" y="3334001"/>
            <a:ext cx="3763538" cy="646331"/>
          </a:xfrm>
          <a:prstGeom prst="rect">
            <a:avLst/>
          </a:prstGeom>
          <a:noFill/>
        </p:spPr>
        <p:txBody>
          <a:bodyPr wrap="square" rtlCol="0">
            <a:spAutoFit/>
          </a:bodyPr>
          <a:lstStyle/>
          <a:p>
            <a:r>
              <a:rPr lang="zh-CN" altLang="en-US" sz="3600" spc="-150" dirty="0">
                <a:solidFill>
                  <a:schemeClr val="tx1">
                    <a:lumMod val="65000"/>
                    <a:lumOff val="35000"/>
                  </a:schemeClr>
                </a:solidFill>
                <a:latin typeface="腾讯体 W7" panose="020C08030202040F0204" pitchFamily="34" charset="-122"/>
                <a:ea typeface="腾讯体 W7" panose="020C08030202040F0204" pitchFamily="34" charset="-122"/>
                <a:cs typeface="+mn-ea"/>
                <a:sym typeface="+mn-lt"/>
              </a:rPr>
              <a:t>规划控制与</a:t>
            </a:r>
            <a:r>
              <a:rPr lang="en-US" altLang="zh-CN" sz="3600" spc="-150" dirty="0">
                <a:solidFill>
                  <a:schemeClr val="tx1">
                    <a:lumMod val="65000"/>
                    <a:lumOff val="35000"/>
                  </a:schemeClr>
                </a:solidFill>
                <a:latin typeface="腾讯体 W7" panose="020C08030202040F0204" pitchFamily="34" charset="-122"/>
                <a:ea typeface="腾讯体 W7" panose="020C08030202040F0204" pitchFamily="34" charset="-122"/>
                <a:cs typeface="+mn-ea"/>
                <a:sym typeface="+mn-lt"/>
              </a:rPr>
              <a:t>RMUA</a:t>
            </a:r>
            <a:endParaRPr lang="zh-CN" altLang="en-US" sz="3600" dirty="0"/>
          </a:p>
        </p:txBody>
      </p:sp>
      <p:pic>
        <p:nvPicPr>
          <p:cNvPr id="12" name="图片 11" descr="卡通画&#10;&#10;AI 生成的内容可能不正确。">
            <a:extLst>
              <a:ext uri="{FF2B5EF4-FFF2-40B4-BE49-F238E27FC236}">
                <a16:creationId xmlns:a16="http://schemas.microsoft.com/office/drawing/2014/main" id="{782772D4-3539-DCFC-331F-9B5E4BF3623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548" y="187126"/>
            <a:ext cx="3005004" cy="613218"/>
          </a:xfrm>
          <a:prstGeom prst="rect">
            <a:avLst/>
          </a:prstGeom>
        </p:spPr>
      </p:pic>
    </p:spTree>
    <p:extLst>
      <p:ext uri="{BB962C8B-B14F-4D97-AF65-F5344CB8AC3E}">
        <p14:creationId xmlns:p14="http://schemas.microsoft.com/office/powerpoint/2010/main" val="3604227080"/>
      </p:ext>
    </p:extLst>
  </p:cSld>
  <p:clrMapOvr>
    <a:masterClrMapping/>
  </p:clrMapOvr>
  <mc:AlternateContent xmlns:mc="http://schemas.openxmlformats.org/markup-compatibility/2006" xmlns:p14="http://schemas.microsoft.com/office/powerpoint/2010/main">
    <mc:Choice Requires="p14">
      <p:transition spd="slow" p14:dur="1500" advTm="3000">
        <p:split orient="vert"/>
      </p:transition>
    </mc:Choice>
    <mc:Fallback xmlns="">
      <p:transition spd="slow" advTm="3000">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41" presetClass="entr" presetSubtype="0" fill="hold" grpId="0" nodeType="afterEffect">
                                  <p:stCondLst>
                                    <p:cond delay="0"/>
                                  </p:stCondLst>
                                  <p:iterate type="lt">
                                    <p:tmPct val="10000"/>
                                  </p:iterate>
                                  <p:childTnLst>
                                    <p:set>
                                      <p:cBhvr>
                                        <p:cTn id="10" dur="1" fill="hold">
                                          <p:stCondLst>
                                            <p:cond delay="0"/>
                                          </p:stCondLst>
                                        </p:cTn>
                                        <p:tgtEl>
                                          <p:spTgt spid="15"/>
                                        </p:tgtEl>
                                        <p:attrNameLst>
                                          <p:attrName>style.visibility</p:attrName>
                                        </p:attrNameLst>
                                      </p:cBhvr>
                                      <p:to>
                                        <p:strVal val="visible"/>
                                      </p:to>
                                    </p:set>
                                    <p:anim calcmode="lin" valueType="num">
                                      <p:cBhvr>
                                        <p:cTn id="11" dur="500" fill="hold"/>
                                        <p:tgtEl>
                                          <p:spTgt spid="15"/>
                                        </p:tgtEl>
                                        <p:attrNameLst>
                                          <p:attrName>ppt_x</p:attrName>
                                        </p:attrNameLst>
                                      </p:cBhvr>
                                      <p:tavLst>
                                        <p:tav tm="0">
                                          <p:val>
                                            <p:strVal val="#ppt_x"/>
                                          </p:val>
                                        </p:tav>
                                        <p:tav tm="50000">
                                          <p:val>
                                            <p:strVal val="#ppt_x+.1"/>
                                          </p:val>
                                        </p:tav>
                                        <p:tav tm="100000">
                                          <p:val>
                                            <p:strVal val="#ppt_x"/>
                                          </p:val>
                                        </p:tav>
                                      </p:tavLst>
                                    </p:anim>
                                    <p:anim calcmode="lin" valueType="num">
                                      <p:cBhvr>
                                        <p:cTn id="12" dur="500" fill="hold"/>
                                        <p:tgtEl>
                                          <p:spTgt spid="15"/>
                                        </p:tgtEl>
                                        <p:attrNameLst>
                                          <p:attrName>ppt_y</p:attrName>
                                        </p:attrNameLst>
                                      </p:cBhvr>
                                      <p:tavLst>
                                        <p:tav tm="0">
                                          <p:val>
                                            <p:strVal val="#ppt_y"/>
                                          </p:val>
                                        </p:tav>
                                        <p:tav tm="100000">
                                          <p:val>
                                            <p:strVal val="#ppt_y"/>
                                          </p:val>
                                        </p:tav>
                                      </p:tavLst>
                                    </p:anim>
                                    <p:anim calcmode="lin" valueType="num">
                                      <p:cBhvr>
                                        <p:cTn id="13" dur="500" fill="hold"/>
                                        <p:tgtEl>
                                          <p:spTgt spid="15"/>
                                        </p:tgtEl>
                                        <p:attrNameLst>
                                          <p:attrName>ppt_h</p:attrName>
                                        </p:attrNameLst>
                                      </p:cBhvr>
                                      <p:tavLst>
                                        <p:tav tm="0">
                                          <p:val>
                                            <p:strVal val="#ppt_h/10"/>
                                          </p:val>
                                        </p:tav>
                                        <p:tav tm="50000">
                                          <p:val>
                                            <p:strVal val="#ppt_h+.01"/>
                                          </p:val>
                                        </p:tav>
                                        <p:tav tm="100000">
                                          <p:val>
                                            <p:strVal val="#ppt_h"/>
                                          </p:val>
                                        </p:tav>
                                      </p:tavLst>
                                    </p:anim>
                                    <p:anim calcmode="lin" valueType="num">
                                      <p:cBhvr>
                                        <p:cTn id="14" dur="500" fill="hold"/>
                                        <p:tgtEl>
                                          <p:spTgt spid="15"/>
                                        </p:tgtEl>
                                        <p:attrNameLst>
                                          <p:attrName>ppt_w</p:attrName>
                                        </p:attrNameLst>
                                      </p:cBhvr>
                                      <p:tavLst>
                                        <p:tav tm="0">
                                          <p:val>
                                            <p:strVal val="#ppt_w/10"/>
                                          </p:val>
                                        </p:tav>
                                        <p:tav tm="50000">
                                          <p:val>
                                            <p:strVal val="#ppt_w+.01"/>
                                          </p:val>
                                        </p:tav>
                                        <p:tav tm="100000">
                                          <p:val>
                                            <p:strVal val="#ppt_w"/>
                                          </p:val>
                                        </p:tav>
                                      </p:tavLst>
                                    </p:anim>
                                    <p:animEffect transition="in" filter="fade">
                                      <p:cBhvr>
                                        <p:cTn id="15" dur="500" tmFilter="0,0; .5, 1; 1, 1"/>
                                        <p:tgtEl>
                                          <p:spTgt spid="15"/>
                                        </p:tgtEl>
                                      </p:cBhvr>
                                    </p:animEffect>
                                  </p:childTnLst>
                                </p:cTn>
                              </p:par>
                            </p:childTnLst>
                          </p:cTn>
                        </p:par>
                        <p:par>
                          <p:cTn id="16" fill="hold">
                            <p:stCondLst>
                              <p:cond delay="1800"/>
                            </p:stCondLst>
                            <p:childTnLst>
                              <p:par>
                                <p:cTn id="17" presetID="37"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1000"/>
                                        <p:tgtEl>
                                          <p:spTgt spid="2"/>
                                        </p:tgtEl>
                                      </p:cBhvr>
                                    </p:animEffect>
                                    <p:anim calcmode="lin" valueType="num">
                                      <p:cBhvr>
                                        <p:cTn id="20" dur="1000" fill="hold"/>
                                        <p:tgtEl>
                                          <p:spTgt spid="2"/>
                                        </p:tgtEl>
                                        <p:attrNameLst>
                                          <p:attrName>ppt_x</p:attrName>
                                        </p:attrNameLst>
                                      </p:cBhvr>
                                      <p:tavLst>
                                        <p:tav tm="0">
                                          <p:val>
                                            <p:strVal val="#ppt_x"/>
                                          </p:val>
                                        </p:tav>
                                        <p:tav tm="100000">
                                          <p:val>
                                            <p:strVal val="#ppt_x"/>
                                          </p:val>
                                        </p:tav>
                                      </p:tavLst>
                                    </p:anim>
                                    <p:anim calcmode="lin" valueType="num">
                                      <p:cBhvr>
                                        <p:cTn id="21" dur="900" decel="100000" fill="hold"/>
                                        <p:tgtEl>
                                          <p:spTgt spid="2"/>
                                        </p:tgtEl>
                                        <p:attrNameLst>
                                          <p:attrName>ppt_y</p:attrName>
                                        </p:attrNameLst>
                                      </p:cBhvr>
                                      <p:tavLst>
                                        <p:tav tm="0">
                                          <p:val>
                                            <p:strVal val="#ppt_y+1"/>
                                          </p:val>
                                        </p:tav>
                                        <p:tav tm="100000">
                                          <p:val>
                                            <p:strVal val="#ppt_y-.03"/>
                                          </p:val>
                                        </p:tav>
                                      </p:tavLst>
                                    </p:anim>
                                    <p:anim calcmode="lin" valueType="num">
                                      <p:cBhvr>
                                        <p:cTn id="22" dur="100" accel="100000" fill="hold">
                                          <p:stCondLst>
                                            <p:cond delay="900"/>
                                          </p:stCondLst>
                                        </p:cTn>
                                        <p:tgtEl>
                                          <p:spTgt spid="2"/>
                                        </p:tgtEl>
                                        <p:attrNameLst>
                                          <p:attrName>ppt_y</p:attrName>
                                        </p:attrNameLst>
                                      </p:cBhvr>
                                      <p:tavLst>
                                        <p:tav tm="0">
                                          <p:val>
                                            <p:strVal val="#ppt_y-.03"/>
                                          </p:val>
                                        </p:tav>
                                        <p:tav tm="100000">
                                          <p:val>
                                            <p:strVal val="#ppt_y"/>
                                          </p:val>
                                        </p:tav>
                                      </p:tavLst>
                                    </p:anim>
                                  </p:childTnLst>
                                </p:cTn>
                              </p:par>
                            </p:childTnLst>
                          </p:cTn>
                        </p:par>
                        <p:par>
                          <p:cTn id="23" fill="hold">
                            <p:stCondLst>
                              <p:cond delay="2800"/>
                            </p:stCondLst>
                            <p:childTnLst>
                              <p:par>
                                <p:cTn id="24" presetID="6" presetClass="entr" presetSubtype="32" fill="hold" nodeType="after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circle(out)">
                                      <p:cBhvr>
                                        <p:cTn id="2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build="p"/>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19499165-9AF3-4EBF-974A-9A316E19DAA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pSp>
        <p:nvGrpSpPr>
          <p:cNvPr id="2" name="组合 1"/>
          <p:cNvGrpSpPr/>
          <p:nvPr/>
        </p:nvGrpSpPr>
        <p:grpSpPr>
          <a:xfrm rot="20473328">
            <a:off x="3828966" y="1057499"/>
            <a:ext cx="1661022" cy="1549142"/>
            <a:chOff x="3792066" y="625169"/>
            <a:chExt cx="1994712" cy="1860355"/>
          </a:xfrm>
        </p:grpSpPr>
        <p:sp>
          <p:nvSpPr>
            <p:cNvPr id="29" name="iṡḻiďè"/>
            <p:cNvSpPr>
              <a:spLocks/>
            </p:cNvSpPr>
            <p:nvPr/>
          </p:nvSpPr>
          <p:spPr bwMode="auto">
            <a:xfrm rot="17590292">
              <a:off x="3767855" y="961753"/>
              <a:ext cx="1547982" cy="1499559"/>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0" name="iṡḻiďè"/>
            <p:cNvSpPr>
              <a:spLocks/>
            </p:cNvSpPr>
            <p:nvPr/>
          </p:nvSpPr>
          <p:spPr bwMode="auto">
            <a:xfrm rot="17590292">
              <a:off x="4137434" y="675105"/>
              <a:ext cx="1699280" cy="159940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25" name="椭圆 24"/>
          <p:cNvSpPr/>
          <p:nvPr/>
        </p:nvSpPr>
        <p:spPr>
          <a:xfrm>
            <a:off x="2320103" y="4100124"/>
            <a:ext cx="191910" cy="191910"/>
          </a:xfrm>
          <a:prstGeom prst="ellipse">
            <a:avLst/>
          </a:prstGeom>
          <a:solidFill>
            <a:srgbClr val="6C92C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spc="300">
              <a:solidFill>
                <a:schemeClr val="tx1">
                  <a:lumMod val="75000"/>
                  <a:lumOff val="25000"/>
                </a:schemeClr>
              </a:solidFill>
              <a:cs typeface="+mn-ea"/>
              <a:sym typeface="+mn-lt"/>
            </a:endParaRPr>
          </a:p>
        </p:txBody>
      </p:sp>
      <p:sp>
        <p:nvSpPr>
          <p:cNvPr id="4" name="椭圆 3"/>
          <p:cNvSpPr/>
          <p:nvPr/>
        </p:nvSpPr>
        <p:spPr>
          <a:xfrm>
            <a:off x="1626210" y="3374342"/>
            <a:ext cx="952500" cy="952500"/>
          </a:xfrm>
          <a:prstGeom prst="ellipse">
            <a:avLst/>
          </a:prstGeom>
          <a:solidFill>
            <a:srgbClr val="48A2A0">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5" name="文本框 4"/>
          <p:cNvSpPr txBox="1"/>
          <p:nvPr/>
        </p:nvSpPr>
        <p:spPr>
          <a:xfrm>
            <a:off x="1771230" y="3465871"/>
            <a:ext cx="684803" cy="769441"/>
          </a:xfrm>
          <a:prstGeom prst="rect">
            <a:avLst/>
          </a:prstGeom>
          <a:noFill/>
        </p:spPr>
        <p:txBody>
          <a:bodyPr wrap="none" rtlCol="0">
            <a:spAutoFit/>
          </a:bodyPr>
          <a:lstStyle/>
          <a:p>
            <a:pPr algn="ctr"/>
            <a:r>
              <a:rPr lang="en-US" altLang="zh-CN" sz="4400" b="1" dirty="0">
                <a:solidFill>
                  <a:schemeClr val="bg1"/>
                </a:solidFill>
                <a:cs typeface="+mn-ea"/>
                <a:sym typeface="+mn-lt"/>
              </a:rPr>
              <a:t>01</a:t>
            </a:r>
            <a:endParaRPr lang="zh-CN" altLang="en-US" sz="4400" b="1" dirty="0">
              <a:solidFill>
                <a:schemeClr val="bg1"/>
              </a:solidFill>
              <a:cs typeface="+mn-ea"/>
              <a:sym typeface="+mn-lt"/>
            </a:endParaRPr>
          </a:p>
        </p:txBody>
      </p:sp>
      <p:sp>
        <p:nvSpPr>
          <p:cNvPr id="6" name="文本框 5"/>
          <p:cNvSpPr txBox="1"/>
          <p:nvPr/>
        </p:nvSpPr>
        <p:spPr>
          <a:xfrm>
            <a:off x="930566" y="4494571"/>
            <a:ext cx="2262159" cy="461665"/>
          </a:xfrm>
          <a:prstGeom prst="rect">
            <a:avLst/>
          </a:prstGeom>
          <a:noFill/>
        </p:spPr>
        <p:txBody>
          <a:bodyPr wrap="none" rtlCol="0">
            <a:spAutoFit/>
          </a:bodyPr>
          <a:lstStyle/>
          <a:p>
            <a:pPr algn="ctr"/>
            <a:r>
              <a:rPr lang="zh-CN" altLang="en-US" sz="2400" spc="300" dirty="0">
                <a:solidFill>
                  <a:srgbClr val="436B9B"/>
                </a:solidFill>
                <a:cs typeface="+mn-ea"/>
                <a:sym typeface="+mn-lt"/>
              </a:rPr>
              <a:t>规划控制</a:t>
            </a:r>
            <a:r>
              <a:rPr lang="zh-CN" altLang="en-US" sz="2400" spc="300" dirty="0">
                <a:solidFill>
                  <a:schemeClr val="tx1">
                    <a:lumMod val="75000"/>
                    <a:lumOff val="25000"/>
                  </a:schemeClr>
                </a:solidFill>
                <a:cs typeface="+mn-ea"/>
                <a:sym typeface="+mn-lt"/>
              </a:rPr>
              <a:t>概述</a:t>
            </a:r>
          </a:p>
        </p:txBody>
      </p:sp>
      <p:sp>
        <p:nvSpPr>
          <p:cNvPr id="11" name="文本框 10"/>
          <p:cNvSpPr txBox="1"/>
          <p:nvPr/>
        </p:nvSpPr>
        <p:spPr>
          <a:xfrm>
            <a:off x="3880136" y="4475836"/>
            <a:ext cx="1829027" cy="461665"/>
          </a:xfrm>
          <a:prstGeom prst="rect">
            <a:avLst/>
          </a:prstGeom>
          <a:noFill/>
        </p:spPr>
        <p:txBody>
          <a:bodyPr wrap="square" rtlCol="0">
            <a:spAutoFit/>
          </a:bodyPr>
          <a:lstStyle/>
          <a:p>
            <a:pPr algn="ctr"/>
            <a:r>
              <a:rPr lang="en-US" altLang="zh-CN" sz="2400" spc="300" dirty="0">
                <a:solidFill>
                  <a:srgbClr val="436B9B"/>
                </a:solidFill>
                <a:cs typeface="+mn-ea"/>
                <a:sym typeface="+mn-lt"/>
              </a:rPr>
              <a:t>RMUA</a:t>
            </a:r>
            <a:r>
              <a:rPr lang="zh-CN" altLang="en-US" sz="2400" spc="300" dirty="0">
                <a:solidFill>
                  <a:schemeClr val="tx1">
                    <a:lumMod val="75000"/>
                    <a:lumOff val="25000"/>
                  </a:schemeClr>
                </a:solidFill>
                <a:cs typeface="+mn-ea"/>
                <a:sym typeface="+mn-lt"/>
              </a:rPr>
              <a:t>介绍</a:t>
            </a:r>
            <a:endParaRPr lang="zh-CN" altLang="en-US" sz="2400" spc="300" dirty="0">
              <a:solidFill>
                <a:srgbClr val="436B9B"/>
              </a:solidFill>
              <a:cs typeface="+mn-ea"/>
              <a:sym typeface="+mn-lt"/>
            </a:endParaRPr>
          </a:p>
        </p:txBody>
      </p:sp>
      <p:sp>
        <p:nvSpPr>
          <p:cNvPr id="16" name="文本框 15"/>
          <p:cNvSpPr txBox="1"/>
          <p:nvPr/>
        </p:nvSpPr>
        <p:spPr>
          <a:xfrm>
            <a:off x="6309763" y="4489853"/>
            <a:ext cx="2262159" cy="461665"/>
          </a:xfrm>
          <a:prstGeom prst="rect">
            <a:avLst/>
          </a:prstGeom>
          <a:noFill/>
        </p:spPr>
        <p:txBody>
          <a:bodyPr wrap="none" rtlCol="0">
            <a:spAutoFit/>
          </a:bodyPr>
          <a:lstStyle/>
          <a:p>
            <a:pPr algn="ctr"/>
            <a:r>
              <a:rPr lang="zh-CN" altLang="en-US" sz="2400" spc="300" dirty="0">
                <a:solidFill>
                  <a:srgbClr val="436B9B"/>
                </a:solidFill>
                <a:cs typeface="+mn-ea"/>
                <a:sym typeface="+mn-lt"/>
              </a:rPr>
              <a:t>学习路线</a:t>
            </a:r>
            <a:r>
              <a:rPr lang="zh-CN" altLang="en-US" sz="2400" spc="300" dirty="0">
                <a:solidFill>
                  <a:schemeClr val="tx1">
                    <a:lumMod val="75000"/>
                    <a:lumOff val="25000"/>
                  </a:schemeClr>
                </a:solidFill>
                <a:cs typeface="+mn-ea"/>
                <a:sym typeface="+mn-lt"/>
              </a:rPr>
              <a:t>介绍</a:t>
            </a:r>
          </a:p>
        </p:txBody>
      </p:sp>
      <p:sp>
        <p:nvSpPr>
          <p:cNvPr id="21" name="文本框 20"/>
          <p:cNvSpPr txBox="1"/>
          <p:nvPr/>
        </p:nvSpPr>
        <p:spPr>
          <a:xfrm>
            <a:off x="8987725" y="4514938"/>
            <a:ext cx="2262159" cy="461665"/>
          </a:xfrm>
          <a:prstGeom prst="rect">
            <a:avLst/>
          </a:prstGeom>
          <a:noFill/>
        </p:spPr>
        <p:txBody>
          <a:bodyPr wrap="none" rtlCol="0">
            <a:spAutoFit/>
          </a:bodyPr>
          <a:lstStyle/>
          <a:p>
            <a:pPr algn="ctr"/>
            <a:r>
              <a:rPr lang="zh-CN" altLang="en-US" sz="2400" spc="300" dirty="0">
                <a:solidFill>
                  <a:schemeClr val="tx1">
                    <a:lumMod val="75000"/>
                    <a:lumOff val="25000"/>
                  </a:schemeClr>
                </a:solidFill>
                <a:cs typeface="+mn-ea"/>
                <a:sym typeface="+mn-lt"/>
              </a:rPr>
              <a:t>后续</a:t>
            </a:r>
            <a:r>
              <a:rPr lang="zh-CN" altLang="en-US" sz="2400" spc="300" dirty="0">
                <a:solidFill>
                  <a:srgbClr val="436B9B"/>
                </a:solidFill>
                <a:cs typeface="+mn-ea"/>
                <a:sym typeface="+mn-lt"/>
              </a:rPr>
              <a:t>培训计划</a:t>
            </a:r>
          </a:p>
        </p:txBody>
      </p:sp>
      <p:sp>
        <p:nvSpPr>
          <p:cNvPr id="9" name="椭圆 8"/>
          <p:cNvSpPr/>
          <p:nvPr/>
        </p:nvSpPr>
        <p:spPr>
          <a:xfrm>
            <a:off x="4282569" y="3393077"/>
            <a:ext cx="952500" cy="952500"/>
          </a:xfrm>
          <a:prstGeom prst="ellipse">
            <a:avLst/>
          </a:prstGeom>
          <a:solidFill>
            <a:srgbClr val="6C92C0">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0" name="文本框 9"/>
          <p:cNvSpPr txBox="1"/>
          <p:nvPr/>
        </p:nvSpPr>
        <p:spPr>
          <a:xfrm>
            <a:off x="4366724" y="3484606"/>
            <a:ext cx="784189" cy="769441"/>
          </a:xfrm>
          <a:prstGeom prst="rect">
            <a:avLst/>
          </a:prstGeom>
          <a:noFill/>
        </p:spPr>
        <p:txBody>
          <a:bodyPr wrap="none" rtlCol="0">
            <a:spAutoFit/>
          </a:bodyPr>
          <a:lstStyle/>
          <a:p>
            <a:pPr algn="ctr"/>
            <a:r>
              <a:rPr lang="en-US" altLang="zh-CN" sz="4400" b="1" dirty="0">
                <a:solidFill>
                  <a:schemeClr val="bg1"/>
                </a:solidFill>
                <a:cs typeface="+mn-ea"/>
                <a:sym typeface="+mn-lt"/>
              </a:rPr>
              <a:t>02</a:t>
            </a:r>
            <a:endParaRPr lang="zh-CN" altLang="en-US" sz="4400" b="1" dirty="0">
              <a:solidFill>
                <a:schemeClr val="bg1"/>
              </a:solidFill>
              <a:cs typeface="+mn-ea"/>
              <a:sym typeface="+mn-lt"/>
            </a:endParaRPr>
          </a:p>
        </p:txBody>
      </p:sp>
      <p:sp>
        <p:nvSpPr>
          <p:cNvPr id="33" name="椭圆 32"/>
          <p:cNvSpPr/>
          <p:nvPr/>
        </p:nvSpPr>
        <p:spPr>
          <a:xfrm>
            <a:off x="4990609" y="4100124"/>
            <a:ext cx="191910" cy="191910"/>
          </a:xfrm>
          <a:prstGeom prst="ellipse">
            <a:avLst/>
          </a:prstGeom>
          <a:solidFill>
            <a:srgbClr val="48A2A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spc="300">
              <a:solidFill>
                <a:schemeClr val="tx1">
                  <a:lumMod val="75000"/>
                  <a:lumOff val="25000"/>
                </a:schemeClr>
              </a:solidFill>
              <a:cs typeface="+mn-ea"/>
              <a:sym typeface="+mn-lt"/>
            </a:endParaRPr>
          </a:p>
        </p:txBody>
      </p:sp>
      <p:sp>
        <p:nvSpPr>
          <p:cNvPr id="14" name="椭圆 13"/>
          <p:cNvSpPr/>
          <p:nvPr/>
        </p:nvSpPr>
        <p:spPr>
          <a:xfrm>
            <a:off x="6958459" y="3393077"/>
            <a:ext cx="952500" cy="952500"/>
          </a:xfrm>
          <a:prstGeom prst="ellipse">
            <a:avLst/>
          </a:prstGeom>
          <a:solidFill>
            <a:srgbClr val="48A2A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文本框 14"/>
          <p:cNvSpPr txBox="1"/>
          <p:nvPr/>
        </p:nvSpPr>
        <p:spPr>
          <a:xfrm>
            <a:off x="7015394" y="3484606"/>
            <a:ext cx="780983" cy="769441"/>
          </a:xfrm>
          <a:prstGeom prst="rect">
            <a:avLst/>
          </a:prstGeom>
          <a:noFill/>
        </p:spPr>
        <p:txBody>
          <a:bodyPr wrap="none" rtlCol="0">
            <a:spAutoFit/>
          </a:bodyPr>
          <a:lstStyle/>
          <a:p>
            <a:pPr algn="ctr"/>
            <a:r>
              <a:rPr lang="en-US" altLang="zh-CN" sz="4400" b="1" dirty="0">
                <a:solidFill>
                  <a:schemeClr val="bg1"/>
                </a:solidFill>
                <a:cs typeface="+mn-ea"/>
                <a:sym typeface="+mn-lt"/>
              </a:rPr>
              <a:t>03</a:t>
            </a:r>
            <a:endParaRPr lang="zh-CN" altLang="en-US" sz="4400" b="1" dirty="0">
              <a:solidFill>
                <a:schemeClr val="bg1"/>
              </a:solidFill>
              <a:cs typeface="+mn-ea"/>
              <a:sym typeface="+mn-lt"/>
            </a:endParaRPr>
          </a:p>
        </p:txBody>
      </p:sp>
      <p:sp>
        <p:nvSpPr>
          <p:cNvPr id="34" name="椭圆 33"/>
          <p:cNvSpPr/>
          <p:nvPr/>
        </p:nvSpPr>
        <p:spPr>
          <a:xfrm>
            <a:off x="7699681" y="4100124"/>
            <a:ext cx="191910" cy="191910"/>
          </a:xfrm>
          <a:prstGeom prst="ellipse">
            <a:avLst/>
          </a:prstGeom>
          <a:solidFill>
            <a:srgbClr val="6C92C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spc="300">
              <a:solidFill>
                <a:schemeClr val="tx1">
                  <a:lumMod val="75000"/>
                  <a:lumOff val="25000"/>
                </a:schemeClr>
              </a:solidFill>
              <a:cs typeface="+mn-ea"/>
              <a:sym typeface="+mn-lt"/>
            </a:endParaRPr>
          </a:p>
        </p:txBody>
      </p:sp>
      <p:sp>
        <p:nvSpPr>
          <p:cNvPr id="19" name="椭圆 18"/>
          <p:cNvSpPr/>
          <p:nvPr/>
        </p:nvSpPr>
        <p:spPr>
          <a:xfrm>
            <a:off x="9664829" y="3367993"/>
            <a:ext cx="952500" cy="952500"/>
          </a:xfrm>
          <a:prstGeom prst="ellipse">
            <a:avLst/>
          </a:prstGeom>
          <a:solidFill>
            <a:srgbClr val="6C92C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20" name="文本框 19"/>
          <p:cNvSpPr txBox="1"/>
          <p:nvPr/>
        </p:nvSpPr>
        <p:spPr>
          <a:xfrm>
            <a:off x="9741770" y="3459522"/>
            <a:ext cx="798617" cy="769441"/>
          </a:xfrm>
          <a:prstGeom prst="rect">
            <a:avLst/>
          </a:prstGeom>
          <a:noFill/>
        </p:spPr>
        <p:txBody>
          <a:bodyPr wrap="none" rtlCol="0">
            <a:spAutoFit/>
          </a:bodyPr>
          <a:lstStyle/>
          <a:p>
            <a:pPr algn="ctr"/>
            <a:r>
              <a:rPr lang="en-US" altLang="zh-CN" sz="4400" b="1" dirty="0">
                <a:solidFill>
                  <a:schemeClr val="bg1"/>
                </a:solidFill>
                <a:cs typeface="+mn-ea"/>
                <a:sym typeface="+mn-lt"/>
              </a:rPr>
              <a:t>04</a:t>
            </a:r>
            <a:endParaRPr lang="zh-CN" altLang="en-US" sz="4400" b="1" dirty="0">
              <a:solidFill>
                <a:schemeClr val="bg1"/>
              </a:solidFill>
              <a:cs typeface="+mn-ea"/>
              <a:sym typeface="+mn-lt"/>
            </a:endParaRPr>
          </a:p>
        </p:txBody>
      </p:sp>
      <p:sp>
        <p:nvSpPr>
          <p:cNvPr id="35" name="椭圆 34"/>
          <p:cNvSpPr/>
          <p:nvPr/>
        </p:nvSpPr>
        <p:spPr>
          <a:xfrm>
            <a:off x="10380135" y="4100124"/>
            <a:ext cx="191910" cy="191910"/>
          </a:xfrm>
          <a:prstGeom prst="ellipse">
            <a:avLst/>
          </a:prstGeom>
          <a:solidFill>
            <a:srgbClr val="48A2A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spc="300">
              <a:solidFill>
                <a:schemeClr val="tx1">
                  <a:lumMod val="75000"/>
                  <a:lumOff val="25000"/>
                </a:schemeClr>
              </a:solidFill>
              <a:cs typeface="+mn-ea"/>
              <a:sym typeface="+mn-lt"/>
            </a:endParaRPr>
          </a:p>
        </p:txBody>
      </p:sp>
      <p:sp>
        <p:nvSpPr>
          <p:cNvPr id="28" name="MH_Others_1"/>
          <p:cNvSpPr txBox="1"/>
          <p:nvPr>
            <p:custDataLst>
              <p:tags r:id="rId1"/>
            </p:custDataLst>
          </p:nvPr>
        </p:nvSpPr>
        <p:spPr>
          <a:xfrm>
            <a:off x="4222982" y="1495625"/>
            <a:ext cx="3955467" cy="847938"/>
          </a:xfrm>
          <a:prstGeom prst="rect">
            <a:avLst/>
          </a:prstGeom>
          <a:noFill/>
        </p:spPr>
        <p:txBody>
          <a:bodyPr wrap="square" rtlCol="0">
            <a:noAutofit/>
          </a:bodyPr>
          <a:lstStyle/>
          <a:p>
            <a:pPr algn="ctr"/>
            <a:r>
              <a:rPr lang="en-US" altLang="zh-CN" sz="4400" b="1" dirty="0">
                <a:solidFill>
                  <a:schemeClr val="bg1"/>
                </a:solidFill>
                <a:effectLst>
                  <a:outerShdw blurRad="38100" dist="38100" dir="2700000" algn="tl">
                    <a:srgbClr val="000000">
                      <a:alpha val="43137"/>
                    </a:srgbClr>
                  </a:outerShdw>
                </a:effectLst>
                <a:cs typeface="+mn-ea"/>
                <a:sym typeface="+mn-lt"/>
              </a:rPr>
              <a:t>CO</a:t>
            </a:r>
            <a:r>
              <a:rPr lang="en-US" altLang="zh-CN" sz="4400" b="1" dirty="0">
                <a:solidFill>
                  <a:srgbClr val="6C92C0"/>
                </a:solidFill>
                <a:effectLst>
                  <a:outerShdw blurRad="38100" dist="38100" dir="2700000" algn="tl">
                    <a:srgbClr val="000000">
                      <a:alpha val="43137"/>
                    </a:srgbClr>
                  </a:outerShdw>
                </a:effectLst>
                <a:cs typeface="+mn-ea"/>
                <a:sym typeface="+mn-lt"/>
              </a:rPr>
              <a:t>NTENTS</a:t>
            </a:r>
            <a:endParaRPr lang="zh-CN" altLang="en-US" sz="4400" b="1" dirty="0">
              <a:solidFill>
                <a:srgbClr val="6C92C0"/>
              </a:solidFill>
              <a:effectLst>
                <a:outerShdw blurRad="38100" dist="38100" dir="2700000" algn="tl">
                  <a:srgbClr val="000000">
                    <a:alpha val="43137"/>
                  </a:srgbClr>
                </a:outerShdw>
              </a:effectLst>
              <a:cs typeface="+mn-ea"/>
              <a:sym typeface="+mn-lt"/>
            </a:endParaRPr>
          </a:p>
        </p:txBody>
      </p:sp>
    </p:spTree>
    <p:extLst>
      <p:ext uri="{BB962C8B-B14F-4D97-AF65-F5344CB8AC3E}">
        <p14:creationId xmlns:p14="http://schemas.microsoft.com/office/powerpoint/2010/main" val="3416157420"/>
      </p:ext>
    </p:extLst>
  </p:cSld>
  <p:clrMapOvr>
    <a:masterClrMapping/>
  </p:clrMapOvr>
  <p:transition spd="slow" advTm="3000">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íṩľïdè"/>
        <p:cNvGrpSpPr/>
        <p:nvPr/>
      </p:nvGrpSpPr>
      <p:grpSpPr>
        <a:xfrm>
          <a:off x="0" y="0"/>
          <a:ext cx="0" cy="0"/>
          <a:chOff x="0" y="0"/>
          <a:chExt cx="0" cy="0"/>
        </a:xfrm>
      </p:grpSpPr>
      <p:pic>
        <p:nvPicPr>
          <p:cNvPr id="42" name="图片 41">
            <a:extLst>
              <a:ext uri="{FF2B5EF4-FFF2-40B4-BE49-F238E27FC236}">
                <a16:creationId xmlns:a16="http://schemas.microsoft.com/office/drawing/2014/main" id="{DAC92CAC-29F8-4F0A-8148-495B0ADD647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pSp>
        <p:nvGrpSpPr>
          <p:cNvPr id="44" name="组合 43">
            <a:extLst>
              <a:ext uri="{FF2B5EF4-FFF2-40B4-BE49-F238E27FC236}">
                <a16:creationId xmlns:a16="http://schemas.microsoft.com/office/drawing/2014/main" id="{41CCE9E6-3FAA-41B4-9426-B1D4B0CFE157}"/>
              </a:ext>
            </a:extLst>
          </p:cNvPr>
          <p:cNvGrpSpPr/>
          <p:nvPr/>
        </p:nvGrpSpPr>
        <p:grpSpPr>
          <a:xfrm rot="10800000">
            <a:off x="-598644" y="4863839"/>
            <a:ext cx="2117288" cy="2334478"/>
            <a:chOff x="9664473" y="816338"/>
            <a:chExt cx="3185286" cy="3512032"/>
          </a:xfrm>
        </p:grpSpPr>
        <p:sp>
          <p:nvSpPr>
            <p:cNvPr id="45" name="íṧḻiḋe">
              <a:extLst>
                <a:ext uri="{FF2B5EF4-FFF2-40B4-BE49-F238E27FC236}">
                  <a16:creationId xmlns:a16="http://schemas.microsoft.com/office/drawing/2014/main" id="{2822013B-ACFD-4492-A281-408EDC1CE7B9}"/>
                </a:ext>
              </a:extLst>
            </p:cNvPr>
            <p:cNvSpPr/>
            <p:nvPr/>
          </p:nvSpPr>
          <p:spPr>
            <a:xfrm>
              <a:off x="9664473" y="816338"/>
              <a:ext cx="2594163" cy="2540781"/>
            </a:xfrm>
            <a:custGeom>
              <a:avLst/>
              <a:gdLst>
                <a:gd name="connsiteX0" fmla="*/ 1096849 w 2594163"/>
                <a:gd name="connsiteY0" fmla="*/ 1533 h 2540781"/>
                <a:gd name="connsiteX1" fmla="*/ 1297103 w 2594163"/>
                <a:gd name="connsiteY1" fmla="*/ 112338 h 2540781"/>
                <a:gd name="connsiteX2" fmla="*/ 2482547 w 2594163"/>
                <a:gd name="connsiteY2" fmla="*/ 1602255 h 2540781"/>
                <a:gd name="connsiteX3" fmla="*/ 2594163 w 2594163"/>
                <a:gd name="connsiteY3" fmla="*/ 1742539 h 2540781"/>
                <a:gd name="connsiteX4" fmla="*/ 2594163 w 2594163"/>
                <a:gd name="connsiteY4" fmla="*/ 2125138 h 2540781"/>
                <a:gd name="connsiteX5" fmla="*/ 2556967 w 2594163"/>
                <a:gd name="connsiteY5" fmla="*/ 2164725 h 2540781"/>
                <a:gd name="connsiteX6" fmla="*/ 2411465 w 2594163"/>
                <a:gd name="connsiteY6" fmla="*/ 2228461 h 2540781"/>
                <a:gd name="connsiteX7" fmla="*/ 341159 w 2594163"/>
                <a:gd name="connsiteY7" fmla="*/ 2537387 h 2540781"/>
                <a:gd name="connsiteX8" fmla="*/ 20527 w 2594163"/>
                <a:gd name="connsiteY8" fmla="*/ 2136195 h 2540781"/>
                <a:gd name="connsiteX9" fmla="*/ 789206 w 2594163"/>
                <a:gd name="connsiteY9" fmla="*/ 188126 h 2540781"/>
                <a:gd name="connsiteX10" fmla="*/ 1096849 w 2594163"/>
                <a:gd name="connsiteY10" fmla="*/ 1533 h 2540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94163" h="2540781">
                  <a:moveTo>
                    <a:pt x="1096849" y="1533"/>
                  </a:moveTo>
                  <a:cubicBezTo>
                    <a:pt x="1171584" y="9139"/>
                    <a:pt x="1244300" y="45184"/>
                    <a:pt x="1297103" y="112338"/>
                  </a:cubicBezTo>
                  <a:cubicBezTo>
                    <a:pt x="1297103" y="112338"/>
                    <a:pt x="1297103" y="112338"/>
                    <a:pt x="2482547" y="1602255"/>
                  </a:cubicBezTo>
                  <a:lnTo>
                    <a:pt x="2594163" y="1742539"/>
                  </a:lnTo>
                  <a:lnTo>
                    <a:pt x="2594163" y="2125138"/>
                  </a:lnTo>
                  <a:lnTo>
                    <a:pt x="2556967" y="2164725"/>
                  </a:lnTo>
                  <a:cubicBezTo>
                    <a:pt x="2517521" y="2197076"/>
                    <a:pt x="2468404" y="2219964"/>
                    <a:pt x="2411465" y="2228461"/>
                  </a:cubicBezTo>
                  <a:cubicBezTo>
                    <a:pt x="2411465" y="2228461"/>
                    <a:pt x="2411465" y="2228461"/>
                    <a:pt x="341159" y="2537387"/>
                  </a:cubicBezTo>
                  <a:cubicBezTo>
                    <a:pt x="115680" y="2571033"/>
                    <a:pt x="-61868" y="2348579"/>
                    <a:pt x="20527" y="2136195"/>
                  </a:cubicBezTo>
                  <a:cubicBezTo>
                    <a:pt x="20527" y="2136195"/>
                    <a:pt x="20527" y="2136195"/>
                    <a:pt x="789206" y="188126"/>
                  </a:cubicBezTo>
                  <a:cubicBezTo>
                    <a:pt x="842126" y="55174"/>
                    <a:pt x="972291" y="-11145"/>
                    <a:pt x="1096849" y="1533"/>
                  </a:cubicBezTo>
                  <a:close/>
                </a:path>
              </a:pathLst>
            </a:custGeom>
            <a:solidFill>
              <a:srgbClr val="6C92C0">
                <a:alpha val="66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46" name="íş1íḍè">
              <a:extLst>
                <a:ext uri="{FF2B5EF4-FFF2-40B4-BE49-F238E27FC236}">
                  <a16:creationId xmlns:a16="http://schemas.microsoft.com/office/drawing/2014/main" id="{55AC0C0F-4624-4C6B-B828-BF1FB073CE99}"/>
                </a:ext>
              </a:extLst>
            </p:cNvPr>
            <p:cNvSpPr/>
            <p:nvPr/>
          </p:nvSpPr>
          <p:spPr>
            <a:xfrm>
              <a:off x="10394558" y="1098972"/>
              <a:ext cx="2455201" cy="3229398"/>
            </a:xfrm>
            <a:custGeom>
              <a:avLst/>
              <a:gdLst>
                <a:gd name="connsiteX0" fmla="*/ 2455201 w 2455201"/>
                <a:gd name="connsiteY0" fmla="*/ 0 h 3229398"/>
                <a:gd name="connsiteX1" fmla="*/ 2455201 w 2455201"/>
                <a:gd name="connsiteY1" fmla="*/ 3229398 h 3229398"/>
                <a:gd name="connsiteX2" fmla="*/ 1689979 w 2455201"/>
                <a:gd name="connsiteY2" fmla="*/ 3229398 h 3229398"/>
                <a:gd name="connsiteX3" fmla="*/ 1422643 w 2455201"/>
                <a:gd name="connsiteY3" fmla="*/ 3097535 h 3229398"/>
                <a:gd name="connsiteX4" fmla="*/ 364836 w 2455201"/>
                <a:gd name="connsiteY4" fmla="*/ 2575771 h 3229398"/>
                <a:gd name="connsiteX5" fmla="*/ 288058 w 2455201"/>
                <a:gd name="connsiteY5" fmla="*/ 1446658 h 3229398"/>
                <a:gd name="connsiteX6" fmla="*/ 2346818 w 2455201"/>
                <a:gd name="connsiteY6" fmla="*/ 72350 h 32293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55201" h="3229398">
                  <a:moveTo>
                    <a:pt x="2455201" y="0"/>
                  </a:moveTo>
                  <a:lnTo>
                    <a:pt x="2455201" y="3229398"/>
                  </a:lnTo>
                  <a:lnTo>
                    <a:pt x="1689979" y="3229398"/>
                  </a:lnTo>
                  <a:lnTo>
                    <a:pt x="1422643" y="3097535"/>
                  </a:lnTo>
                  <a:cubicBezTo>
                    <a:pt x="1104127" y="2940426"/>
                    <a:pt x="752661" y="2767066"/>
                    <a:pt x="364836" y="2575771"/>
                  </a:cubicBezTo>
                  <a:cubicBezTo>
                    <a:pt x="-85706" y="2353540"/>
                    <a:pt x="-127848" y="1727765"/>
                    <a:pt x="288058" y="1446658"/>
                  </a:cubicBezTo>
                  <a:cubicBezTo>
                    <a:pt x="288058" y="1446658"/>
                    <a:pt x="288058" y="1446658"/>
                    <a:pt x="2346818" y="72350"/>
                  </a:cubicBezTo>
                  <a:close/>
                </a:path>
              </a:pathLst>
            </a:custGeom>
            <a:solidFill>
              <a:srgbClr val="48A2A0">
                <a:alpha val="4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grpSp>
      <p:grpSp>
        <p:nvGrpSpPr>
          <p:cNvPr id="47" name="组合 46">
            <a:extLst>
              <a:ext uri="{FF2B5EF4-FFF2-40B4-BE49-F238E27FC236}">
                <a16:creationId xmlns:a16="http://schemas.microsoft.com/office/drawing/2014/main" id="{FE1F7005-2B10-4368-AA6E-018679BDEE0B}"/>
              </a:ext>
            </a:extLst>
          </p:cNvPr>
          <p:cNvGrpSpPr/>
          <p:nvPr/>
        </p:nvGrpSpPr>
        <p:grpSpPr>
          <a:xfrm rot="10800000">
            <a:off x="9086997" y="-1443802"/>
            <a:ext cx="3204450" cy="4893654"/>
            <a:chOff x="-15240" y="3375944"/>
            <a:chExt cx="3204450" cy="4893654"/>
          </a:xfrm>
        </p:grpSpPr>
        <p:sp>
          <p:nvSpPr>
            <p:cNvPr id="48" name="íSliḑè">
              <a:extLst>
                <a:ext uri="{FF2B5EF4-FFF2-40B4-BE49-F238E27FC236}">
                  <a16:creationId xmlns:a16="http://schemas.microsoft.com/office/drawing/2014/main" id="{65E39635-9DFC-4AC7-A50B-0A92512C80DD}"/>
                </a:ext>
              </a:extLst>
            </p:cNvPr>
            <p:cNvSpPr/>
            <p:nvPr/>
          </p:nvSpPr>
          <p:spPr>
            <a:xfrm>
              <a:off x="-15240" y="3375944"/>
              <a:ext cx="3204450" cy="3482057"/>
            </a:xfrm>
            <a:custGeom>
              <a:avLst/>
              <a:gdLst>
                <a:gd name="connsiteX0" fmla="*/ 0 w 3204450"/>
                <a:gd name="connsiteY0" fmla="*/ 0 h 3482057"/>
                <a:gd name="connsiteX1" fmla="*/ 45983 w 3204450"/>
                <a:gd name="connsiteY1" fmla="*/ 11609 h 3482057"/>
                <a:gd name="connsiteX2" fmla="*/ 334914 w 3204450"/>
                <a:gd name="connsiteY2" fmla="*/ 204539 h 3482057"/>
                <a:gd name="connsiteX3" fmla="*/ 3098684 w 3204450"/>
                <a:gd name="connsiteY3" fmla="*/ 3361253 h 3482057"/>
                <a:gd name="connsiteX4" fmla="*/ 3204450 w 3204450"/>
                <a:gd name="connsiteY4" fmla="*/ 3482057 h 3482057"/>
                <a:gd name="connsiteX5" fmla="*/ 0 w 3204450"/>
                <a:gd name="connsiteY5" fmla="*/ 3482057 h 34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4450" h="3482057">
                  <a:moveTo>
                    <a:pt x="0" y="0"/>
                  </a:moveTo>
                  <a:lnTo>
                    <a:pt x="45983" y="11609"/>
                  </a:lnTo>
                  <a:cubicBezTo>
                    <a:pt x="152616" y="46096"/>
                    <a:pt x="252790" y="109642"/>
                    <a:pt x="334914" y="204539"/>
                  </a:cubicBezTo>
                  <a:cubicBezTo>
                    <a:pt x="334914" y="204539"/>
                    <a:pt x="334914" y="204539"/>
                    <a:pt x="3098684" y="3361253"/>
                  </a:cubicBezTo>
                  <a:lnTo>
                    <a:pt x="3204450" y="3482057"/>
                  </a:lnTo>
                  <a:lnTo>
                    <a:pt x="0" y="3482057"/>
                  </a:lnTo>
                  <a:close/>
                </a:path>
              </a:pathLst>
            </a:custGeom>
            <a:solidFill>
              <a:srgbClr val="6C92C0">
                <a:alpha val="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49" name="íš1ïḋe">
              <a:extLst>
                <a:ext uri="{FF2B5EF4-FFF2-40B4-BE49-F238E27FC236}">
                  <a16:creationId xmlns:a16="http://schemas.microsoft.com/office/drawing/2014/main" id="{29907E5A-31DB-40A8-AA8D-93D6CA6C1A9A}"/>
                </a:ext>
              </a:extLst>
            </p:cNvPr>
            <p:cNvSpPr/>
            <p:nvPr/>
          </p:nvSpPr>
          <p:spPr>
            <a:xfrm>
              <a:off x="1" y="3977746"/>
              <a:ext cx="1366989" cy="4291852"/>
            </a:xfrm>
            <a:custGeom>
              <a:avLst/>
              <a:gdLst>
                <a:gd name="connsiteX0" fmla="*/ 899007 w 1366989"/>
                <a:gd name="connsiteY0" fmla="*/ 633 h 4291852"/>
                <a:gd name="connsiteX1" fmla="*/ 1343821 w 1366989"/>
                <a:gd name="connsiteY1" fmla="*/ 639191 h 4291852"/>
                <a:gd name="connsiteX2" fmla="*/ 316803 w 1366989"/>
                <a:gd name="connsiteY2" fmla="*/ 3970163 h 4291852"/>
                <a:gd name="connsiteX3" fmla="*/ 14549 w 1366989"/>
                <a:gd name="connsiteY3" fmla="*/ 4287566 h 4291852"/>
                <a:gd name="connsiteX4" fmla="*/ 0 w 1366989"/>
                <a:gd name="connsiteY4" fmla="*/ 4291852 h 4291852"/>
                <a:gd name="connsiteX5" fmla="*/ 0 w 1366989"/>
                <a:gd name="connsiteY5" fmla="*/ 186094 h 4291852"/>
                <a:gd name="connsiteX6" fmla="*/ 164343 w 1366989"/>
                <a:gd name="connsiteY6" fmla="*/ 148686 h 4291852"/>
                <a:gd name="connsiteX7" fmla="*/ 762612 w 1366989"/>
                <a:gd name="connsiteY7" fmla="*/ 12505 h 4291852"/>
                <a:gd name="connsiteX8" fmla="*/ 899007 w 1366989"/>
                <a:gd name="connsiteY8" fmla="*/ 633 h 4291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6989" h="4291852">
                  <a:moveTo>
                    <a:pt x="899007" y="633"/>
                  </a:moveTo>
                  <a:cubicBezTo>
                    <a:pt x="1208404" y="16359"/>
                    <a:pt x="1443395" y="322717"/>
                    <a:pt x="1343821" y="639191"/>
                  </a:cubicBezTo>
                  <a:cubicBezTo>
                    <a:pt x="1343821" y="639191"/>
                    <a:pt x="1343821" y="639191"/>
                    <a:pt x="316803" y="3970163"/>
                  </a:cubicBezTo>
                  <a:cubicBezTo>
                    <a:pt x="267015" y="4128400"/>
                    <a:pt x="151065" y="4237937"/>
                    <a:pt x="14549" y="4287566"/>
                  </a:cubicBezTo>
                  <a:lnTo>
                    <a:pt x="0" y="4291852"/>
                  </a:lnTo>
                  <a:lnTo>
                    <a:pt x="0" y="186094"/>
                  </a:lnTo>
                  <a:lnTo>
                    <a:pt x="164343" y="148686"/>
                  </a:lnTo>
                  <a:cubicBezTo>
                    <a:pt x="351042" y="106189"/>
                    <a:pt x="550189" y="60858"/>
                    <a:pt x="762612" y="12505"/>
                  </a:cubicBezTo>
                  <a:cubicBezTo>
                    <a:pt x="809090" y="2071"/>
                    <a:pt x="854808" y="-1613"/>
                    <a:pt x="899007" y="633"/>
                  </a:cubicBezTo>
                  <a:close/>
                </a:path>
              </a:pathLst>
            </a:custGeom>
            <a:solidFill>
              <a:srgbClr val="6C92C0">
                <a:alpha val="78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50" name="iṡḻiďè">
              <a:extLst>
                <a:ext uri="{FF2B5EF4-FFF2-40B4-BE49-F238E27FC236}">
                  <a16:creationId xmlns:a16="http://schemas.microsoft.com/office/drawing/2014/main" id="{1F967B35-9443-49EB-84D0-6748AC279B08}"/>
                </a:ext>
              </a:extLst>
            </p:cNvPr>
            <p:cNvSpPr>
              <a:spLocks/>
            </p:cNvSpPr>
            <p:nvPr/>
          </p:nvSpPr>
          <p:spPr bwMode="auto">
            <a:xfrm rot="17341789">
              <a:off x="632431" y="4600824"/>
              <a:ext cx="1191816" cy="103229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53" name="íşḷiḍé">
            <a:extLst>
              <a:ext uri="{FF2B5EF4-FFF2-40B4-BE49-F238E27FC236}">
                <a16:creationId xmlns:a16="http://schemas.microsoft.com/office/drawing/2014/main" id="{3471AA9E-5D95-49F9-8E2C-798700544B4C}"/>
              </a:ext>
            </a:extLst>
          </p:cNvPr>
          <p:cNvSpPr/>
          <p:nvPr/>
        </p:nvSpPr>
        <p:spPr>
          <a:xfrm>
            <a:off x="3363903" y="1978118"/>
            <a:ext cx="137703" cy="137703"/>
          </a:xfrm>
          <a:prstGeom prst="ellipse">
            <a:avLst/>
          </a:prstGeom>
          <a:noFill/>
          <a:ln w="38100">
            <a:solidFill>
              <a:srgbClr val="6C92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7" name="iṡḻiďè"/>
          <p:cNvSpPr>
            <a:spLocks/>
          </p:cNvSpPr>
          <p:nvPr/>
        </p:nvSpPr>
        <p:spPr bwMode="auto">
          <a:xfrm rot="17590292">
            <a:off x="2495652" y="2419579"/>
            <a:ext cx="1979382" cy="1714453"/>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6" name="iṡḻiďè"/>
          <p:cNvSpPr>
            <a:spLocks/>
          </p:cNvSpPr>
          <p:nvPr/>
        </p:nvSpPr>
        <p:spPr bwMode="auto">
          <a:xfrm rot="17590292">
            <a:off x="1584123" y="1931786"/>
            <a:ext cx="2288396" cy="1982107"/>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3" name="MH_Others_1"/>
          <p:cNvSpPr txBox="1"/>
          <p:nvPr>
            <p:custDataLst>
              <p:tags r:id="rId1"/>
            </p:custDataLst>
          </p:nvPr>
        </p:nvSpPr>
        <p:spPr>
          <a:xfrm>
            <a:off x="1365369" y="2922840"/>
            <a:ext cx="3955467" cy="847938"/>
          </a:xfrm>
          <a:prstGeom prst="rect">
            <a:avLst/>
          </a:prstGeom>
          <a:noFill/>
        </p:spPr>
        <p:txBody>
          <a:bodyPr wrap="square" rtlCol="0">
            <a:noAutofit/>
          </a:bodyPr>
          <a:lstStyle/>
          <a:p>
            <a:pPr algn="ctr"/>
            <a:r>
              <a:rPr lang="en-US" altLang="zh-CN" sz="4400" b="1" dirty="0">
                <a:solidFill>
                  <a:schemeClr val="bg1"/>
                </a:solidFill>
                <a:effectLst>
                  <a:outerShdw blurRad="38100" dist="38100" dir="2700000" algn="tl">
                    <a:srgbClr val="000000">
                      <a:alpha val="43137"/>
                    </a:srgbClr>
                  </a:outerShdw>
                </a:effectLst>
                <a:cs typeface="+mn-ea"/>
                <a:sym typeface="+mn-lt"/>
              </a:rPr>
              <a:t>PART 01</a:t>
            </a:r>
            <a:endParaRPr lang="zh-CN" altLang="en-US" sz="4400" b="1" dirty="0">
              <a:solidFill>
                <a:schemeClr val="bg1"/>
              </a:solidFill>
              <a:effectLst>
                <a:outerShdw blurRad="38100" dist="38100" dir="2700000" algn="tl">
                  <a:srgbClr val="000000">
                    <a:alpha val="43137"/>
                  </a:srgbClr>
                </a:outerShdw>
              </a:effectLst>
              <a:cs typeface="+mn-ea"/>
              <a:sym typeface="+mn-lt"/>
            </a:endParaRPr>
          </a:p>
        </p:txBody>
      </p:sp>
      <p:sp>
        <p:nvSpPr>
          <p:cNvPr id="34" name="文本框 7"/>
          <p:cNvSpPr txBox="1"/>
          <p:nvPr/>
        </p:nvSpPr>
        <p:spPr>
          <a:xfrm>
            <a:off x="4807716" y="3687616"/>
            <a:ext cx="6318345" cy="340734"/>
          </a:xfrm>
          <a:prstGeom prst="rect">
            <a:avLst/>
          </a:prstGeom>
          <a:noFill/>
        </p:spPr>
        <p:txBody>
          <a:bodyPr wrap="square" rtlCol="0">
            <a:spAutoFit/>
          </a:bodyPr>
          <a:lstStyle/>
          <a:p>
            <a:pPr>
              <a:lnSpc>
                <a:spcPct val="150000"/>
              </a:lnSpc>
            </a:pPr>
            <a:r>
              <a:rPr lang="en-US" altLang="zh-CN" sz="1200" dirty="0">
                <a:cs typeface="+mn-ea"/>
                <a:sym typeface="+mn-lt"/>
              </a:rPr>
              <a:t>What is </a:t>
            </a:r>
            <a:r>
              <a:rPr lang="en-US" altLang="zh-CN" sz="1200" dirty="0"/>
              <a:t>Planning and Control</a:t>
            </a:r>
            <a:endParaRPr lang="zh-CN" altLang="en-US" sz="1200" dirty="0">
              <a:cs typeface="+mn-ea"/>
              <a:sym typeface="+mn-lt"/>
            </a:endParaRPr>
          </a:p>
        </p:txBody>
      </p:sp>
      <p:sp>
        <p:nvSpPr>
          <p:cNvPr id="35" name="矩形 34"/>
          <p:cNvSpPr/>
          <p:nvPr/>
        </p:nvSpPr>
        <p:spPr>
          <a:xfrm>
            <a:off x="4807716" y="3014426"/>
            <a:ext cx="3185487" cy="646331"/>
          </a:xfrm>
          <a:prstGeom prst="rect">
            <a:avLst/>
          </a:prstGeom>
        </p:spPr>
        <p:txBody>
          <a:bodyPr wrap="none">
            <a:spAutoFit/>
          </a:bodyPr>
          <a:lstStyle/>
          <a:p>
            <a:r>
              <a:rPr lang="zh-CN" altLang="en-US" sz="3600" spc="300" dirty="0">
                <a:solidFill>
                  <a:srgbClr val="436B9B"/>
                </a:solidFill>
                <a:cs typeface="+mn-ea"/>
                <a:sym typeface="+mn-lt"/>
              </a:rPr>
              <a:t>规划控制</a:t>
            </a:r>
            <a:r>
              <a:rPr lang="zh-CN" altLang="en-US" sz="3600" spc="300" dirty="0">
                <a:solidFill>
                  <a:schemeClr val="tx1">
                    <a:lumMod val="75000"/>
                    <a:lumOff val="25000"/>
                  </a:schemeClr>
                </a:solidFill>
                <a:cs typeface="+mn-ea"/>
                <a:sym typeface="+mn-lt"/>
              </a:rPr>
              <a:t>概述</a:t>
            </a:r>
            <a:endParaRPr lang="zh-CN" altLang="en-US" sz="3600" spc="300" dirty="0">
              <a:solidFill>
                <a:srgbClr val="436B9B"/>
              </a:solidFill>
              <a:cs typeface="+mn-ea"/>
              <a:sym typeface="+mn-lt"/>
            </a:endParaRPr>
          </a:p>
        </p:txBody>
      </p:sp>
    </p:spTree>
    <p:extLst>
      <p:ext uri="{BB962C8B-B14F-4D97-AF65-F5344CB8AC3E}">
        <p14:creationId xmlns:p14="http://schemas.microsoft.com/office/powerpoint/2010/main" val="3778734200"/>
      </p:ext>
    </p:extLst>
  </p:cSld>
  <p:clrMapOvr>
    <a:masterClrMapping/>
  </p:clrMapOvr>
  <mc:AlternateContent xmlns:mc="http://schemas.openxmlformats.org/markup-compatibility/2006" xmlns:p14="http://schemas.microsoft.com/office/powerpoint/2010/main">
    <mc:Choice Requires="p14">
      <p:transition spd="slow" p14:dur="1500" advTm="3000">
        <p:split orient="vert"/>
      </p:transition>
    </mc:Choice>
    <mc:Fallback xmlns="">
      <p:transition spd="slow" advTm="3000">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grpId="0" nodeType="with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p:cTn id="7" dur="1000" fill="hold"/>
                                        <p:tgtEl>
                                          <p:spTgt spid="37"/>
                                        </p:tgtEl>
                                        <p:attrNameLst>
                                          <p:attrName>ppt_w</p:attrName>
                                        </p:attrNameLst>
                                      </p:cBhvr>
                                      <p:tavLst>
                                        <p:tav tm="0">
                                          <p:val>
                                            <p:fltVal val="0"/>
                                          </p:val>
                                        </p:tav>
                                        <p:tav tm="100000">
                                          <p:val>
                                            <p:strVal val="#ppt_w"/>
                                          </p:val>
                                        </p:tav>
                                      </p:tavLst>
                                    </p:anim>
                                    <p:anim calcmode="lin" valueType="num">
                                      <p:cBhvr>
                                        <p:cTn id="8" dur="1000" fill="hold"/>
                                        <p:tgtEl>
                                          <p:spTgt spid="37"/>
                                        </p:tgtEl>
                                        <p:attrNameLst>
                                          <p:attrName>ppt_h</p:attrName>
                                        </p:attrNameLst>
                                      </p:cBhvr>
                                      <p:tavLst>
                                        <p:tav tm="0">
                                          <p:val>
                                            <p:fltVal val="0"/>
                                          </p:val>
                                        </p:tav>
                                        <p:tav tm="100000">
                                          <p:val>
                                            <p:strVal val="#ppt_h"/>
                                          </p:val>
                                        </p:tav>
                                      </p:tavLst>
                                    </p:anim>
                                    <p:anim calcmode="lin" valueType="num">
                                      <p:cBhvr>
                                        <p:cTn id="9" dur="1000" fill="hold"/>
                                        <p:tgtEl>
                                          <p:spTgt spid="37"/>
                                        </p:tgtEl>
                                        <p:attrNameLst>
                                          <p:attrName>style.rotation</p:attrName>
                                        </p:attrNameLst>
                                      </p:cBhvr>
                                      <p:tavLst>
                                        <p:tav tm="0">
                                          <p:val>
                                            <p:fltVal val="90"/>
                                          </p:val>
                                        </p:tav>
                                        <p:tav tm="100000">
                                          <p:val>
                                            <p:fltVal val="0"/>
                                          </p:val>
                                        </p:tav>
                                      </p:tavLst>
                                    </p:anim>
                                    <p:animEffect transition="in" filter="fade">
                                      <p:cBhvr>
                                        <p:cTn id="10" dur="1000"/>
                                        <p:tgtEl>
                                          <p:spTgt spid="37"/>
                                        </p:tgtEl>
                                      </p:cBhvr>
                                    </p:animEffect>
                                  </p:childTnLst>
                                </p:cTn>
                              </p:par>
                              <p:par>
                                <p:cTn id="11" presetID="3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anim calcmode="lin" valueType="num">
                                      <p:cBhvr>
                                        <p:cTn id="13" dur="1000" fill="hold"/>
                                        <p:tgtEl>
                                          <p:spTgt spid="36"/>
                                        </p:tgtEl>
                                        <p:attrNameLst>
                                          <p:attrName>ppt_w</p:attrName>
                                        </p:attrNameLst>
                                      </p:cBhvr>
                                      <p:tavLst>
                                        <p:tav tm="0">
                                          <p:val>
                                            <p:fltVal val="0"/>
                                          </p:val>
                                        </p:tav>
                                        <p:tav tm="100000">
                                          <p:val>
                                            <p:strVal val="#ppt_w"/>
                                          </p:val>
                                        </p:tav>
                                      </p:tavLst>
                                    </p:anim>
                                    <p:anim calcmode="lin" valueType="num">
                                      <p:cBhvr>
                                        <p:cTn id="14" dur="1000" fill="hold"/>
                                        <p:tgtEl>
                                          <p:spTgt spid="36"/>
                                        </p:tgtEl>
                                        <p:attrNameLst>
                                          <p:attrName>ppt_h</p:attrName>
                                        </p:attrNameLst>
                                      </p:cBhvr>
                                      <p:tavLst>
                                        <p:tav tm="0">
                                          <p:val>
                                            <p:fltVal val="0"/>
                                          </p:val>
                                        </p:tav>
                                        <p:tav tm="100000">
                                          <p:val>
                                            <p:strVal val="#ppt_h"/>
                                          </p:val>
                                        </p:tav>
                                      </p:tavLst>
                                    </p:anim>
                                    <p:anim calcmode="lin" valueType="num">
                                      <p:cBhvr>
                                        <p:cTn id="15" dur="1000" fill="hold"/>
                                        <p:tgtEl>
                                          <p:spTgt spid="36"/>
                                        </p:tgtEl>
                                        <p:attrNameLst>
                                          <p:attrName>style.rotation</p:attrName>
                                        </p:attrNameLst>
                                      </p:cBhvr>
                                      <p:tavLst>
                                        <p:tav tm="0">
                                          <p:val>
                                            <p:fltVal val="90"/>
                                          </p:val>
                                        </p:tav>
                                        <p:tav tm="100000">
                                          <p:val>
                                            <p:fltVal val="0"/>
                                          </p:val>
                                        </p:tav>
                                      </p:tavLst>
                                    </p:anim>
                                    <p:animEffect transition="in" filter="fade">
                                      <p:cBhvr>
                                        <p:cTn id="16" dur="1000"/>
                                        <p:tgtEl>
                                          <p:spTgt spid="36"/>
                                        </p:tgtEl>
                                      </p:cBhvr>
                                    </p:animEffect>
                                  </p:childTnLst>
                                </p:cTn>
                              </p:par>
                              <p:par>
                                <p:cTn id="17" presetID="3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anim calcmode="lin" valueType="num">
                                      <p:cBhvr>
                                        <p:cTn id="19" dur="1000" fill="hold"/>
                                        <p:tgtEl>
                                          <p:spTgt spid="33"/>
                                        </p:tgtEl>
                                        <p:attrNameLst>
                                          <p:attrName>ppt_w</p:attrName>
                                        </p:attrNameLst>
                                      </p:cBhvr>
                                      <p:tavLst>
                                        <p:tav tm="0">
                                          <p:val>
                                            <p:fltVal val="0"/>
                                          </p:val>
                                        </p:tav>
                                        <p:tav tm="100000">
                                          <p:val>
                                            <p:strVal val="#ppt_w"/>
                                          </p:val>
                                        </p:tav>
                                      </p:tavLst>
                                    </p:anim>
                                    <p:anim calcmode="lin" valueType="num">
                                      <p:cBhvr>
                                        <p:cTn id="20" dur="1000" fill="hold"/>
                                        <p:tgtEl>
                                          <p:spTgt spid="33"/>
                                        </p:tgtEl>
                                        <p:attrNameLst>
                                          <p:attrName>ppt_h</p:attrName>
                                        </p:attrNameLst>
                                      </p:cBhvr>
                                      <p:tavLst>
                                        <p:tav tm="0">
                                          <p:val>
                                            <p:fltVal val="0"/>
                                          </p:val>
                                        </p:tav>
                                        <p:tav tm="100000">
                                          <p:val>
                                            <p:strVal val="#ppt_h"/>
                                          </p:val>
                                        </p:tav>
                                      </p:tavLst>
                                    </p:anim>
                                    <p:anim calcmode="lin" valueType="num">
                                      <p:cBhvr>
                                        <p:cTn id="21" dur="1000" fill="hold"/>
                                        <p:tgtEl>
                                          <p:spTgt spid="33"/>
                                        </p:tgtEl>
                                        <p:attrNameLst>
                                          <p:attrName>style.rotation</p:attrName>
                                        </p:attrNameLst>
                                      </p:cBhvr>
                                      <p:tavLst>
                                        <p:tav tm="0">
                                          <p:val>
                                            <p:fltVal val="90"/>
                                          </p:val>
                                        </p:tav>
                                        <p:tav tm="100000">
                                          <p:val>
                                            <p:fltVal val="0"/>
                                          </p:val>
                                        </p:tav>
                                      </p:tavLst>
                                    </p:anim>
                                    <p:animEffect transition="in" filter="fade">
                                      <p:cBhvr>
                                        <p:cTn id="22" dur="1000"/>
                                        <p:tgtEl>
                                          <p:spTgt spid="33"/>
                                        </p:tgtEl>
                                      </p:cBhvr>
                                    </p:animEffect>
                                  </p:childTnLst>
                                </p:cTn>
                              </p:par>
                            </p:childTnLst>
                          </p:cTn>
                        </p:par>
                        <p:par>
                          <p:cTn id="23" fill="hold">
                            <p:stCondLst>
                              <p:cond delay="1000"/>
                            </p:stCondLst>
                            <p:childTnLst>
                              <p:par>
                                <p:cTn id="24" presetID="41" presetClass="entr" presetSubtype="0" fill="hold" grpId="0" nodeType="afterEffect">
                                  <p:stCondLst>
                                    <p:cond delay="0"/>
                                  </p:stCondLst>
                                  <p:iterate type="lt">
                                    <p:tmPct val="10000"/>
                                  </p:iterate>
                                  <p:childTnLst>
                                    <p:set>
                                      <p:cBhvr>
                                        <p:cTn id="25" dur="1" fill="hold">
                                          <p:stCondLst>
                                            <p:cond delay="0"/>
                                          </p:stCondLst>
                                        </p:cTn>
                                        <p:tgtEl>
                                          <p:spTgt spid="35"/>
                                        </p:tgtEl>
                                        <p:attrNameLst>
                                          <p:attrName>style.visibility</p:attrName>
                                        </p:attrNameLst>
                                      </p:cBhvr>
                                      <p:to>
                                        <p:strVal val="visible"/>
                                      </p:to>
                                    </p:set>
                                    <p:anim calcmode="lin" valueType="num">
                                      <p:cBhvr>
                                        <p:cTn id="26" dur="500" fill="hold"/>
                                        <p:tgtEl>
                                          <p:spTgt spid="35"/>
                                        </p:tgtEl>
                                        <p:attrNameLst>
                                          <p:attrName>ppt_x</p:attrName>
                                        </p:attrNameLst>
                                      </p:cBhvr>
                                      <p:tavLst>
                                        <p:tav tm="0">
                                          <p:val>
                                            <p:strVal val="#ppt_x"/>
                                          </p:val>
                                        </p:tav>
                                        <p:tav tm="50000">
                                          <p:val>
                                            <p:strVal val="#ppt_x+.1"/>
                                          </p:val>
                                        </p:tav>
                                        <p:tav tm="100000">
                                          <p:val>
                                            <p:strVal val="#ppt_x"/>
                                          </p:val>
                                        </p:tav>
                                      </p:tavLst>
                                    </p:anim>
                                    <p:anim calcmode="lin" valueType="num">
                                      <p:cBhvr>
                                        <p:cTn id="27" dur="500" fill="hold"/>
                                        <p:tgtEl>
                                          <p:spTgt spid="35"/>
                                        </p:tgtEl>
                                        <p:attrNameLst>
                                          <p:attrName>ppt_y</p:attrName>
                                        </p:attrNameLst>
                                      </p:cBhvr>
                                      <p:tavLst>
                                        <p:tav tm="0">
                                          <p:val>
                                            <p:strVal val="#ppt_y"/>
                                          </p:val>
                                        </p:tav>
                                        <p:tav tm="100000">
                                          <p:val>
                                            <p:strVal val="#ppt_y"/>
                                          </p:val>
                                        </p:tav>
                                      </p:tavLst>
                                    </p:anim>
                                    <p:anim calcmode="lin" valueType="num">
                                      <p:cBhvr>
                                        <p:cTn id="28" dur="500" fill="hold"/>
                                        <p:tgtEl>
                                          <p:spTgt spid="35"/>
                                        </p:tgtEl>
                                        <p:attrNameLst>
                                          <p:attrName>ppt_h</p:attrName>
                                        </p:attrNameLst>
                                      </p:cBhvr>
                                      <p:tavLst>
                                        <p:tav tm="0">
                                          <p:val>
                                            <p:strVal val="#ppt_h/10"/>
                                          </p:val>
                                        </p:tav>
                                        <p:tav tm="50000">
                                          <p:val>
                                            <p:strVal val="#ppt_h+.01"/>
                                          </p:val>
                                        </p:tav>
                                        <p:tav tm="100000">
                                          <p:val>
                                            <p:strVal val="#ppt_h"/>
                                          </p:val>
                                        </p:tav>
                                      </p:tavLst>
                                    </p:anim>
                                    <p:anim calcmode="lin" valueType="num">
                                      <p:cBhvr>
                                        <p:cTn id="29" dur="500" fill="hold"/>
                                        <p:tgtEl>
                                          <p:spTgt spid="35"/>
                                        </p:tgtEl>
                                        <p:attrNameLst>
                                          <p:attrName>ppt_w</p:attrName>
                                        </p:attrNameLst>
                                      </p:cBhvr>
                                      <p:tavLst>
                                        <p:tav tm="0">
                                          <p:val>
                                            <p:strVal val="#ppt_w/10"/>
                                          </p:val>
                                        </p:tav>
                                        <p:tav tm="50000">
                                          <p:val>
                                            <p:strVal val="#ppt_w+.01"/>
                                          </p:val>
                                        </p:tav>
                                        <p:tav tm="100000">
                                          <p:val>
                                            <p:strVal val="#ppt_w"/>
                                          </p:val>
                                        </p:tav>
                                      </p:tavLst>
                                    </p:anim>
                                    <p:animEffect transition="in" filter="fade">
                                      <p:cBhvr>
                                        <p:cTn id="30" dur="500" tmFilter="0,0; .5, 1; 1, 1"/>
                                        <p:tgtEl>
                                          <p:spTgt spid="35"/>
                                        </p:tgtEl>
                                      </p:cBhvr>
                                    </p:animEffect>
                                  </p:childTnLst>
                                </p:cTn>
                              </p:par>
                            </p:childTnLst>
                          </p:cTn>
                        </p:par>
                        <p:par>
                          <p:cTn id="31" fill="hold">
                            <p:stCondLst>
                              <p:cond delay="1750"/>
                            </p:stCondLst>
                            <p:childTnLst>
                              <p:par>
                                <p:cTn id="32" presetID="22" presetClass="entr" presetSubtype="8" fill="hold" grpId="0"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500"/>
                                        <p:tgtEl>
                                          <p:spTgt spid="34"/>
                                        </p:tgtEl>
                                      </p:cBhvr>
                                    </p:animEffect>
                                  </p:childTnLst>
                                </p:cTn>
                              </p:par>
                              <p:par>
                                <p:cTn id="35" presetID="6" presetClass="entr" presetSubtype="32" fill="hold" grpId="0" nodeType="withEffect">
                                  <p:stCondLst>
                                    <p:cond delay="0"/>
                                  </p:stCondLst>
                                  <p:childTnLst>
                                    <p:set>
                                      <p:cBhvr>
                                        <p:cTn id="36" dur="1" fill="hold">
                                          <p:stCondLst>
                                            <p:cond delay="0"/>
                                          </p:stCondLst>
                                        </p:cTn>
                                        <p:tgtEl>
                                          <p:spTgt spid="53"/>
                                        </p:tgtEl>
                                        <p:attrNameLst>
                                          <p:attrName>style.visibility</p:attrName>
                                        </p:attrNameLst>
                                      </p:cBhvr>
                                      <p:to>
                                        <p:strVal val="visible"/>
                                      </p:to>
                                    </p:set>
                                    <p:animEffect transition="in" filter="circle(out)">
                                      <p:cBhvr>
                                        <p:cTn id="37"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37" grpId="0" animBg="1"/>
      <p:bldP spid="36" grpId="0" animBg="1"/>
      <p:bldP spid="33" grpId="0"/>
      <p:bldP spid="34" grpId="0"/>
      <p:bldP spid="3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矩形 18"/>
          <p:cNvSpPr/>
          <p:nvPr/>
        </p:nvSpPr>
        <p:spPr>
          <a:xfrm>
            <a:off x="1206863" y="448348"/>
            <a:ext cx="774571" cy="400110"/>
          </a:xfrm>
          <a:prstGeom prst="rect">
            <a:avLst/>
          </a:prstGeom>
        </p:spPr>
        <p:txBody>
          <a:bodyPr wrap="none">
            <a:spAutoFit/>
          </a:bodyPr>
          <a:lstStyle/>
          <a:p>
            <a:r>
              <a:rPr lang="zh-CN" altLang="en-US" sz="2000" spc="300" dirty="0">
                <a:solidFill>
                  <a:schemeClr val="tx2"/>
                </a:solidFill>
                <a:cs typeface="+mn-ea"/>
                <a:sym typeface="+mn-lt"/>
              </a:rPr>
              <a:t>规划</a:t>
            </a:r>
          </a:p>
        </p:txBody>
      </p:sp>
      <p:sp>
        <p:nvSpPr>
          <p:cNvPr id="20" name="矩形 19"/>
          <p:cNvSpPr/>
          <p:nvPr/>
        </p:nvSpPr>
        <p:spPr>
          <a:xfrm>
            <a:off x="1206863" y="873129"/>
            <a:ext cx="1410899" cy="307777"/>
          </a:xfrm>
          <a:prstGeom prst="rect">
            <a:avLst/>
          </a:prstGeom>
        </p:spPr>
        <p:txBody>
          <a:bodyPr wrap="none">
            <a:spAutoFit/>
          </a:bodyPr>
          <a:lstStyle/>
          <a:p>
            <a:r>
              <a:rPr lang="en-US" altLang="zh-CN" sz="1400" dirty="0">
                <a:solidFill>
                  <a:schemeClr val="tx2"/>
                </a:solidFill>
                <a:cs typeface="+mn-ea"/>
                <a:sym typeface="+mn-lt"/>
              </a:rPr>
              <a:t>What is planning</a:t>
            </a:r>
            <a:endParaRPr lang="zh-CN" altLang="en-US" sz="1400" dirty="0">
              <a:solidFill>
                <a:schemeClr val="tx2"/>
              </a:solidFill>
              <a:cs typeface="+mn-ea"/>
              <a:sym typeface="+mn-lt"/>
            </a:endParaRPr>
          </a:p>
        </p:txBody>
      </p:sp>
      <p:grpSp>
        <p:nvGrpSpPr>
          <p:cNvPr id="21" name="组合 20"/>
          <p:cNvGrpSpPr/>
          <p:nvPr/>
        </p:nvGrpSpPr>
        <p:grpSpPr>
          <a:xfrm rot="10800000">
            <a:off x="0" y="304408"/>
            <a:ext cx="1010103" cy="857396"/>
            <a:chOff x="-39567" y="0"/>
            <a:chExt cx="1677745" cy="1424104"/>
          </a:xfrm>
        </p:grpSpPr>
        <p:sp>
          <p:nvSpPr>
            <p:cNvPr id="22"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23"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2" name="文本框 1">
            <a:extLst>
              <a:ext uri="{FF2B5EF4-FFF2-40B4-BE49-F238E27FC236}">
                <a16:creationId xmlns:a16="http://schemas.microsoft.com/office/drawing/2014/main" id="{CC9F9201-7999-F391-C5B1-7B3BA0F21AE9}"/>
              </a:ext>
            </a:extLst>
          </p:cNvPr>
          <p:cNvSpPr txBox="1"/>
          <p:nvPr/>
        </p:nvSpPr>
        <p:spPr>
          <a:xfrm>
            <a:off x="1010103" y="1389888"/>
            <a:ext cx="10090713" cy="923330"/>
          </a:xfrm>
          <a:prstGeom prst="rect">
            <a:avLst/>
          </a:prstGeom>
          <a:noFill/>
        </p:spPr>
        <p:txBody>
          <a:bodyPr wrap="square" rtlCol="0">
            <a:spAutoFit/>
          </a:bodyPr>
          <a:lstStyle/>
          <a:p>
            <a:r>
              <a:rPr lang="zh-CN" altLang="en-US" b="1" dirty="0"/>
              <a:t>规划</a:t>
            </a:r>
            <a:r>
              <a:rPr lang="zh-CN" altLang="en-US" dirty="0"/>
              <a:t>（</a:t>
            </a:r>
            <a:r>
              <a:rPr lang="en-US" altLang="zh-CN" b="1" dirty="0"/>
              <a:t>Planning</a:t>
            </a:r>
            <a:r>
              <a:rPr lang="zh-CN" altLang="en-US" dirty="0"/>
              <a:t>）在机器人运动的语境中，可以被看作是</a:t>
            </a:r>
            <a:r>
              <a:rPr lang="zh-CN" altLang="en-US" b="1" dirty="0"/>
              <a:t>制定一个行动蓝图</a:t>
            </a:r>
            <a:r>
              <a:rPr lang="zh-CN" altLang="en-US" dirty="0"/>
              <a:t>的过程。它的核心任务是根据机器人的当前状态、目标状态以及周围环境（比如障碍物）的信息，来计算出一个可行的、无碰撞的路径或轨迹。</a:t>
            </a:r>
          </a:p>
        </p:txBody>
      </p:sp>
      <p:sp>
        <p:nvSpPr>
          <p:cNvPr id="3" name="文本框 2">
            <a:extLst>
              <a:ext uri="{FF2B5EF4-FFF2-40B4-BE49-F238E27FC236}">
                <a16:creationId xmlns:a16="http://schemas.microsoft.com/office/drawing/2014/main" id="{ADDE4F8E-10A1-389E-782D-BD2E5DDB2FB0}"/>
              </a:ext>
            </a:extLst>
          </p:cNvPr>
          <p:cNvSpPr txBox="1"/>
          <p:nvPr/>
        </p:nvSpPr>
        <p:spPr>
          <a:xfrm>
            <a:off x="1010103" y="2541302"/>
            <a:ext cx="9162433" cy="369332"/>
          </a:xfrm>
          <a:prstGeom prst="rect">
            <a:avLst/>
          </a:prstGeom>
          <a:noFill/>
        </p:spPr>
        <p:txBody>
          <a:bodyPr wrap="square" rtlCol="0">
            <a:spAutoFit/>
          </a:bodyPr>
          <a:lstStyle/>
          <a:p>
            <a:r>
              <a:rPr lang="zh-CN" altLang="en-US" dirty="0"/>
              <a:t>简单地来说，规划要回答的问题是“机器人应该怎么走，才能安全的从</a:t>
            </a:r>
            <a:r>
              <a:rPr lang="en-US" altLang="zh-CN" dirty="0"/>
              <a:t>A</a:t>
            </a:r>
            <a:r>
              <a:rPr lang="zh-CN" altLang="en-US" dirty="0"/>
              <a:t>点移动到</a:t>
            </a:r>
            <a:r>
              <a:rPr lang="en-US" altLang="zh-CN" dirty="0"/>
              <a:t>B</a:t>
            </a:r>
            <a:r>
              <a:rPr lang="zh-CN" altLang="en-US" dirty="0"/>
              <a:t>点？”</a:t>
            </a:r>
          </a:p>
        </p:txBody>
      </p:sp>
    </p:spTree>
    <p:extLst>
      <p:ext uri="{BB962C8B-B14F-4D97-AF65-F5344CB8AC3E}">
        <p14:creationId xmlns:p14="http://schemas.microsoft.com/office/powerpoint/2010/main" val="4163637769"/>
      </p:ext>
    </p:extLst>
  </p:cSld>
  <p:clrMapOvr>
    <a:masterClrMapping/>
  </p:clrMapOvr>
  <p:transition spd="slow" advTm="3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矩形 20"/>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22" name="矩形 21"/>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23" name="组合 22"/>
          <p:cNvGrpSpPr/>
          <p:nvPr/>
        </p:nvGrpSpPr>
        <p:grpSpPr>
          <a:xfrm rot="10800000">
            <a:off x="0" y="304408"/>
            <a:ext cx="1010103" cy="857396"/>
            <a:chOff x="-39567" y="0"/>
            <a:chExt cx="1677745" cy="1424104"/>
          </a:xfrm>
        </p:grpSpPr>
        <p:sp>
          <p:nvSpPr>
            <p:cNvPr id="24"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25"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26" name="Freeform: Shape 3">
            <a:extLst>
              <a:ext uri="{FF2B5EF4-FFF2-40B4-BE49-F238E27FC236}">
                <a16:creationId xmlns:a16="http://schemas.microsoft.com/office/drawing/2014/main" id="{4EE9EDBB-8BBB-4417-A307-5A213CADA73A}"/>
              </a:ext>
            </a:extLst>
          </p:cNvPr>
          <p:cNvSpPr/>
          <p:nvPr/>
        </p:nvSpPr>
        <p:spPr>
          <a:xfrm>
            <a:off x="4977729" y="2531168"/>
            <a:ext cx="2228892" cy="2529491"/>
          </a:xfrm>
          <a:custGeom>
            <a:avLst/>
            <a:gdLst/>
            <a:ahLst/>
            <a:cxnLst>
              <a:cxn ang="0">
                <a:pos x="wd2" y="hd2"/>
              </a:cxn>
              <a:cxn ang="5400000">
                <a:pos x="wd2" y="hd2"/>
              </a:cxn>
              <a:cxn ang="10800000">
                <a:pos x="wd2" y="hd2"/>
              </a:cxn>
              <a:cxn ang="16200000">
                <a:pos x="wd2" y="hd2"/>
              </a:cxn>
            </a:cxnLst>
            <a:rect l="0" t="0" r="r" b="b"/>
            <a:pathLst>
              <a:path w="21529" h="21570" extrusionOk="0">
                <a:moveTo>
                  <a:pt x="538" y="6909"/>
                </a:moveTo>
                <a:cubicBezTo>
                  <a:pt x="1461" y="7610"/>
                  <a:pt x="2084" y="8535"/>
                  <a:pt x="2344" y="9550"/>
                </a:cubicBezTo>
                <a:cubicBezTo>
                  <a:pt x="2607" y="10563"/>
                  <a:pt x="2500" y="11653"/>
                  <a:pt x="2066" y="12653"/>
                </a:cubicBezTo>
                <a:cubicBezTo>
                  <a:pt x="1851" y="13153"/>
                  <a:pt x="1549" y="13624"/>
                  <a:pt x="1175" y="14047"/>
                </a:cubicBezTo>
                <a:cubicBezTo>
                  <a:pt x="988" y="14258"/>
                  <a:pt x="783" y="14456"/>
                  <a:pt x="563" y="14641"/>
                </a:cubicBezTo>
                <a:cubicBezTo>
                  <a:pt x="535" y="14664"/>
                  <a:pt x="508" y="14687"/>
                  <a:pt x="480" y="14710"/>
                </a:cubicBezTo>
                <a:cubicBezTo>
                  <a:pt x="448" y="14736"/>
                  <a:pt x="416" y="14761"/>
                  <a:pt x="384" y="14787"/>
                </a:cubicBezTo>
                <a:cubicBezTo>
                  <a:pt x="262" y="14888"/>
                  <a:pt x="169" y="15015"/>
                  <a:pt x="114" y="15148"/>
                </a:cubicBezTo>
                <a:cubicBezTo>
                  <a:pt x="5" y="15419"/>
                  <a:pt x="39" y="15673"/>
                  <a:pt x="115" y="15884"/>
                </a:cubicBezTo>
                <a:cubicBezTo>
                  <a:pt x="195" y="16097"/>
                  <a:pt x="324" y="16283"/>
                  <a:pt x="510" y="16443"/>
                </a:cubicBezTo>
                <a:cubicBezTo>
                  <a:pt x="604" y="16523"/>
                  <a:pt x="714" y="16596"/>
                  <a:pt x="845" y="16653"/>
                </a:cubicBezTo>
                <a:cubicBezTo>
                  <a:pt x="977" y="16710"/>
                  <a:pt x="1132" y="16749"/>
                  <a:pt x="1297" y="16755"/>
                </a:cubicBezTo>
                <a:cubicBezTo>
                  <a:pt x="1379" y="16758"/>
                  <a:pt x="1462" y="16752"/>
                  <a:pt x="1542" y="16738"/>
                </a:cubicBezTo>
                <a:cubicBezTo>
                  <a:pt x="1582" y="16731"/>
                  <a:pt x="1622" y="16722"/>
                  <a:pt x="1660" y="16711"/>
                </a:cubicBezTo>
                <a:cubicBezTo>
                  <a:pt x="1682" y="16705"/>
                  <a:pt x="1703" y="16698"/>
                  <a:pt x="1725" y="16692"/>
                </a:cubicBezTo>
                <a:cubicBezTo>
                  <a:pt x="1761" y="16682"/>
                  <a:pt x="1797" y="16672"/>
                  <a:pt x="1833" y="16661"/>
                </a:cubicBezTo>
                <a:cubicBezTo>
                  <a:pt x="1870" y="16652"/>
                  <a:pt x="1906" y="16642"/>
                  <a:pt x="1942" y="16633"/>
                </a:cubicBezTo>
                <a:cubicBezTo>
                  <a:pt x="2088" y="16595"/>
                  <a:pt x="2235" y="16563"/>
                  <a:pt x="2384" y="16535"/>
                </a:cubicBezTo>
                <a:cubicBezTo>
                  <a:pt x="2977" y="16425"/>
                  <a:pt x="3590" y="16393"/>
                  <a:pt x="4193" y="16443"/>
                </a:cubicBezTo>
                <a:cubicBezTo>
                  <a:pt x="5401" y="16540"/>
                  <a:pt x="6568" y="16973"/>
                  <a:pt x="7492" y="17666"/>
                </a:cubicBezTo>
                <a:cubicBezTo>
                  <a:pt x="8420" y="18356"/>
                  <a:pt x="9100" y="19300"/>
                  <a:pt x="9406" y="20334"/>
                </a:cubicBezTo>
                <a:cubicBezTo>
                  <a:pt x="9425" y="20399"/>
                  <a:pt x="9443" y="20464"/>
                  <a:pt x="9460" y="20529"/>
                </a:cubicBezTo>
                <a:cubicBezTo>
                  <a:pt x="9468" y="20561"/>
                  <a:pt x="9475" y="20594"/>
                  <a:pt x="9483" y="20627"/>
                </a:cubicBezTo>
                <a:cubicBezTo>
                  <a:pt x="9488" y="20647"/>
                  <a:pt x="9492" y="20666"/>
                  <a:pt x="9497" y="20686"/>
                </a:cubicBezTo>
                <a:cubicBezTo>
                  <a:pt x="9499" y="20695"/>
                  <a:pt x="9501" y="20704"/>
                  <a:pt x="9503" y="20713"/>
                </a:cubicBezTo>
                <a:cubicBezTo>
                  <a:pt x="9508" y="20728"/>
                  <a:pt x="9512" y="20744"/>
                  <a:pt x="9517" y="20759"/>
                </a:cubicBezTo>
                <a:cubicBezTo>
                  <a:pt x="9552" y="20878"/>
                  <a:pt x="9606" y="20989"/>
                  <a:pt x="9688" y="21099"/>
                </a:cubicBezTo>
                <a:cubicBezTo>
                  <a:pt x="9769" y="21207"/>
                  <a:pt x="9878" y="21306"/>
                  <a:pt x="10002" y="21381"/>
                </a:cubicBezTo>
                <a:cubicBezTo>
                  <a:pt x="10253" y="21532"/>
                  <a:pt x="10545" y="21583"/>
                  <a:pt x="10808" y="21567"/>
                </a:cubicBezTo>
                <a:cubicBezTo>
                  <a:pt x="11073" y="21551"/>
                  <a:pt x="11324" y="21474"/>
                  <a:pt x="11546" y="21332"/>
                </a:cubicBezTo>
                <a:cubicBezTo>
                  <a:pt x="11766" y="21192"/>
                  <a:pt x="11953" y="20969"/>
                  <a:pt x="12021" y="20712"/>
                </a:cubicBezTo>
                <a:cubicBezTo>
                  <a:pt x="12040" y="20640"/>
                  <a:pt x="12058" y="20569"/>
                  <a:pt x="12076" y="20498"/>
                </a:cubicBezTo>
                <a:cubicBezTo>
                  <a:pt x="12094" y="20432"/>
                  <a:pt x="12113" y="20368"/>
                  <a:pt x="12134" y="20303"/>
                </a:cubicBezTo>
                <a:cubicBezTo>
                  <a:pt x="12215" y="20044"/>
                  <a:pt x="12319" y="19791"/>
                  <a:pt x="12442" y="19546"/>
                </a:cubicBezTo>
                <a:cubicBezTo>
                  <a:pt x="12933" y="18564"/>
                  <a:pt x="13762" y="17719"/>
                  <a:pt x="14798" y="17166"/>
                </a:cubicBezTo>
                <a:cubicBezTo>
                  <a:pt x="15832" y="16609"/>
                  <a:pt x="17063" y="16343"/>
                  <a:pt x="18274" y="16412"/>
                </a:cubicBezTo>
                <a:cubicBezTo>
                  <a:pt x="18576" y="16429"/>
                  <a:pt x="18877" y="16466"/>
                  <a:pt x="19174" y="16523"/>
                </a:cubicBezTo>
                <a:cubicBezTo>
                  <a:pt x="19322" y="16551"/>
                  <a:pt x="19469" y="16584"/>
                  <a:pt x="19614" y="16622"/>
                </a:cubicBezTo>
                <a:cubicBezTo>
                  <a:pt x="19687" y="16641"/>
                  <a:pt x="19759" y="16661"/>
                  <a:pt x="19831" y="16683"/>
                </a:cubicBezTo>
                <a:cubicBezTo>
                  <a:pt x="19845" y="16687"/>
                  <a:pt x="19859" y="16690"/>
                  <a:pt x="19873" y="16694"/>
                </a:cubicBezTo>
                <a:cubicBezTo>
                  <a:pt x="19893" y="16699"/>
                  <a:pt x="19914" y="16704"/>
                  <a:pt x="19934" y="16709"/>
                </a:cubicBezTo>
                <a:cubicBezTo>
                  <a:pt x="19975" y="16717"/>
                  <a:pt x="20008" y="16723"/>
                  <a:pt x="20046" y="16728"/>
                </a:cubicBezTo>
                <a:cubicBezTo>
                  <a:pt x="20121" y="16737"/>
                  <a:pt x="20197" y="16740"/>
                  <a:pt x="20272" y="16737"/>
                </a:cubicBezTo>
                <a:cubicBezTo>
                  <a:pt x="20577" y="16722"/>
                  <a:pt x="20847" y="16603"/>
                  <a:pt x="21043" y="16447"/>
                </a:cubicBezTo>
                <a:cubicBezTo>
                  <a:pt x="21241" y="16290"/>
                  <a:pt x="21384" y="16093"/>
                  <a:pt x="21460" y="15864"/>
                </a:cubicBezTo>
                <a:cubicBezTo>
                  <a:pt x="21536" y="15637"/>
                  <a:pt x="21535" y="15362"/>
                  <a:pt x="21412" y="15118"/>
                </a:cubicBezTo>
                <a:cubicBezTo>
                  <a:pt x="21352" y="14997"/>
                  <a:pt x="21266" y="14888"/>
                  <a:pt x="21168" y="14801"/>
                </a:cubicBezTo>
                <a:cubicBezTo>
                  <a:pt x="21156" y="14789"/>
                  <a:pt x="21144" y="14778"/>
                  <a:pt x="21131" y="14768"/>
                </a:cubicBezTo>
                <a:cubicBezTo>
                  <a:pt x="21121" y="14759"/>
                  <a:pt x="21110" y="14751"/>
                  <a:pt x="21100" y="14742"/>
                </a:cubicBezTo>
                <a:cubicBezTo>
                  <a:pt x="21085" y="14730"/>
                  <a:pt x="21069" y="14718"/>
                  <a:pt x="21054" y="14706"/>
                </a:cubicBezTo>
                <a:cubicBezTo>
                  <a:pt x="21027" y="14683"/>
                  <a:pt x="21000" y="14660"/>
                  <a:pt x="20972" y="14638"/>
                </a:cubicBezTo>
                <a:cubicBezTo>
                  <a:pt x="20086" y="13898"/>
                  <a:pt x="19447" y="12932"/>
                  <a:pt x="19183" y="11888"/>
                </a:cubicBezTo>
                <a:cubicBezTo>
                  <a:pt x="18915" y="10846"/>
                  <a:pt x="19029" y="9733"/>
                  <a:pt x="19498" y="8745"/>
                </a:cubicBezTo>
                <a:cubicBezTo>
                  <a:pt x="19730" y="8251"/>
                  <a:pt x="20049" y="7788"/>
                  <a:pt x="20437" y="7376"/>
                </a:cubicBezTo>
                <a:cubicBezTo>
                  <a:pt x="20631" y="7169"/>
                  <a:pt x="20842" y="6976"/>
                  <a:pt x="21068" y="6797"/>
                </a:cubicBezTo>
                <a:cubicBezTo>
                  <a:pt x="21086" y="6783"/>
                  <a:pt x="21103" y="6768"/>
                  <a:pt x="21121" y="6754"/>
                </a:cubicBezTo>
                <a:cubicBezTo>
                  <a:pt x="21140" y="6738"/>
                  <a:pt x="21177" y="6706"/>
                  <a:pt x="21195" y="6687"/>
                </a:cubicBezTo>
                <a:cubicBezTo>
                  <a:pt x="21240" y="6644"/>
                  <a:pt x="21282" y="6597"/>
                  <a:pt x="21321" y="6545"/>
                </a:cubicBezTo>
                <a:cubicBezTo>
                  <a:pt x="21398" y="6443"/>
                  <a:pt x="21460" y="6324"/>
                  <a:pt x="21494" y="6198"/>
                </a:cubicBezTo>
                <a:cubicBezTo>
                  <a:pt x="21566" y="5945"/>
                  <a:pt x="21523" y="5678"/>
                  <a:pt x="21405" y="5462"/>
                </a:cubicBezTo>
                <a:cubicBezTo>
                  <a:pt x="21288" y="5244"/>
                  <a:pt x="21102" y="5063"/>
                  <a:pt x="20863" y="4939"/>
                </a:cubicBezTo>
                <a:cubicBezTo>
                  <a:pt x="20627" y="4815"/>
                  <a:pt x="20327" y="4759"/>
                  <a:pt x="20047" y="4795"/>
                </a:cubicBezTo>
                <a:cubicBezTo>
                  <a:pt x="19977" y="4804"/>
                  <a:pt x="19909" y="4818"/>
                  <a:pt x="19844" y="4836"/>
                </a:cubicBezTo>
                <a:cubicBezTo>
                  <a:pt x="19803" y="4847"/>
                  <a:pt x="19762" y="4859"/>
                  <a:pt x="19721" y="4870"/>
                </a:cubicBezTo>
                <a:cubicBezTo>
                  <a:pt x="19653" y="4889"/>
                  <a:pt x="19577" y="4908"/>
                  <a:pt x="19505" y="4926"/>
                </a:cubicBezTo>
                <a:cubicBezTo>
                  <a:pt x="19358" y="4961"/>
                  <a:pt x="19209" y="4992"/>
                  <a:pt x="19060" y="5018"/>
                </a:cubicBezTo>
                <a:cubicBezTo>
                  <a:pt x="18463" y="5122"/>
                  <a:pt x="17850" y="5149"/>
                  <a:pt x="17246" y="5096"/>
                </a:cubicBezTo>
                <a:cubicBezTo>
                  <a:pt x="16038" y="4993"/>
                  <a:pt x="14878" y="4552"/>
                  <a:pt x="13961" y="3850"/>
                </a:cubicBezTo>
                <a:cubicBezTo>
                  <a:pt x="13041" y="3153"/>
                  <a:pt x="12371" y="2203"/>
                  <a:pt x="12075" y="1166"/>
                </a:cubicBezTo>
                <a:cubicBezTo>
                  <a:pt x="12057" y="1101"/>
                  <a:pt x="12039" y="1036"/>
                  <a:pt x="12023" y="971"/>
                </a:cubicBezTo>
                <a:cubicBezTo>
                  <a:pt x="12015" y="934"/>
                  <a:pt x="12006" y="898"/>
                  <a:pt x="11998" y="861"/>
                </a:cubicBezTo>
                <a:cubicBezTo>
                  <a:pt x="11995" y="852"/>
                  <a:pt x="11993" y="843"/>
                  <a:pt x="11991" y="833"/>
                </a:cubicBezTo>
                <a:cubicBezTo>
                  <a:pt x="11985" y="815"/>
                  <a:pt x="11979" y="796"/>
                  <a:pt x="11974" y="777"/>
                </a:cubicBezTo>
                <a:cubicBezTo>
                  <a:pt x="11963" y="745"/>
                  <a:pt x="11951" y="715"/>
                  <a:pt x="11937" y="684"/>
                </a:cubicBezTo>
                <a:cubicBezTo>
                  <a:pt x="11829" y="437"/>
                  <a:pt x="11599" y="233"/>
                  <a:pt x="11351" y="127"/>
                </a:cubicBezTo>
                <a:cubicBezTo>
                  <a:pt x="11101" y="18"/>
                  <a:pt x="10837" y="-17"/>
                  <a:pt x="10575" y="7"/>
                </a:cubicBezTo>
                <a:cubicBezTo>
                  <a:pt x="10315" y="32"/>
                  <a:pt x="10046" y="122"/>
                  <a:pt x="9826" y="300"/>
                </a:cubicBezTo>
                <a:cubicBezTo>
                  <a:pt x="9718" y="388"/>
                  <a:pt x="9626" y="498"/>
                  <a:pt x="9562" y="615"/>
                </a:cubicBezTo>
                <a:cubicBezTo>
                  <a:pt x="9530" y="674"/>
                  <a:pt x="9505" y="735"/>
                  <a:pt x="9485" y="795"/>
                </a:cubicBezTo>
                <a:cubicBezTo>
                  <a:pt x="9481" y="810"/>
                  <a:pt x="9476" y="825"/>
                  <a:pt x="9472" y="840"/>
                </a:cubicBezTo>
                <a:cubicBezTo>
                  <a:pt x="9469" y="853"/>
                  <a:pt x="9466" y="866"/>
                  <a:pt x="9463" y="879"/>
                </a:cubicBezTo>
                <a:cubicBezTo>
                  <a:pt x="9459" y="897"/>
                  <a:pt x="9455" y="914"/>
                  <a:pt x="9450" y="932"/>
                </a:cubicBezTo>
                <a:cubicBezTo>
                  <a:pt x="9420" y="1060"/>
                  <a:pt x="9382" y="1193"/>
                  <a:pt x="9340" y="1321"/>
                </a:cubicBezTo>
                <a:cubicBezTo>
                  <a:pt x="9256" y="1578"/>
                  <a:pt x="9150" y="1830"/>
                  <a:pt x="9023" y="2073"/>
                </a:cubicBezTo>
                <a:cubicBezTo>
                  <a:pt x="8517" y="3047"/>
                  <a:pt x="7672" y="3880"/>
                  <a:pt x="6626" y="4420"/>
                </a:cubicBezTo>
                <a:cubicBezTo>
                  <a:pt x="5578" y="4965"/>
                  <a:pt x="4368" y="5265"/>
                  <a:pt x="3198" y="5207"/>
                </a:cubicBezTo>
                <a:cubicBezTo>
                  <a:pt x="2906" y="5192"/>
                  <a:pt x="2617" y="5155"/>
                  <a:pt x="2336" y="5095"/>
                </a:cubicBezTo>
                <a:cubicBezTo>
                  <a:pt x="2195" y="5065"/>
                  <a:pt x="2056" y="5030"/>
                  <a:pt x="1920" y="4988"/>
                </a:cubicBezTo>
                <a:cubicBezTo>
                  <a:pt x="1886" y="4977"/>
                  <a:pt x="1852" y="4966"/>
                  <a:pt x="1818" y="4956"/>
                </a:cubicBezTo>
                <a:cubicBezTo>
                  <a:pt x="1781" y="4943"/>
                  <a:pt x="1743" y="4930"/>
                  <a:pt x="1706" y="4918"/>
                </a:cubicBezTo>
                <a:cubicBezTo>
                  <a:pt x="1594" y="4880"/>
                  <a:pt x="1468" y="4854"/>
                  <a:pt x="1337" y="4844"/>
                </a:cubicBezTo>
                <a:cubicBezTo>
                  <a:pt x="1075" y="4823"/>
                  <a:pt x="781" y="4881"/>
                  <a:pt x="542" y="5026"/>
                </a:cubicBezTo>
                <a:cubicBezTo>
                  <a:pt x="302" y="5169"/>
                  <a:pt x="123" y="5392"/>
                  <a:pt x="46" y="5641"/>
                </a:cubicBezTo>
                <a:cubicBezTo>
                  <a:pt x="-34" y="5890"/>
                  <a:pt x="-4" y="6161"/>
                  <a:pt x="100" y="6382"/>
                </a:cubicBezTo>
                <a:cubicBezTo>
                  <a:pt x="203" y="6605"/>
                  <a:pt x="368" y="6779"/>
                  <a:pt x="541" y="6911"/>
                </a:cubicBezTo>
                <a:cubicBezTo>
                  <a:pt x="599" y="6852"/>
                  <a:pt x="656" y="6793"/>
                  <a:pt x="714" y="6734"/>
                </a:cubicBezTo>
                <a:cubicBezTo>
                  <a:pt x="772" y="6675"/>
                  <a:pt x="830" y="6616"/>
                  <a:pt x="888" y="6557"/>
                </a:cubicBezTo>
                <a:cubicBezTo>
                  <a:pt x="945" y="6497"/>
                  <a:pt x="1003" y="6438"/>
                  <a:pt x="1061" y="6379"/>
                </a:cubicBezTo>
                <a:cubicBezTo>
                  <a:pt x="1119" y="6320"/>
                  <a:pt x="1176" y="6261"/>
                  <a:pt x="1234" y="6202"/>
                </a:cubicBezTo>
                <a:cubicBezTo>
                  <a:pt x="1158" y="6144"/>
                  <a:pt x="1109" y="6084"/>
                  <a:pt x="1087" y="6034"/>
                </a:cubicBezTo>
                <a:cubicBezTo>
                  <a:pt x="1065" y="5985"/>
                  <a:pt x="1065" y="5946"/>
                  <a:pt x="1075" y="5913"/>
                </a:cubicBezTo>
                <a:cubicBezTo>
                  <a:pt x="1086" y="5879"/>
                  <a:pt x="1110" y="5850"/>
                  <a:pt x="1143" y="5831"/>
                </a:cubicBezTo>
                <a:cubicBezTo>
                  <a:pt x="1175" y="5812"/>
                  <a:pt x="1215" y="5802"/>
                  <a:pt x="1274" y="5806"/>
                </a:cubicBezTo>
                <a:cubicBezTo>
                  <a:pt x="1304" y="5809"/>
                  <a:pt x="1337" y="5815"/>
                  <a:pt x="1375" y="5828"/>
                </a:cubicBezTo>
                <a:cubicBezTo>
                  <a:pt x="1413" y="5841"/>
                  <a:pt x="1451" y="5854"/>
                  <a:pt x="1489" y="5866"/>
                </a:cubicBezTo>
                <a:cubicBezTo>
                  <a:pt x="1530" y="5880"/>
                  <a:pt x="1572" y="5893"/>
                  <a:pt x="1614" y="5907"/>
                </a:cubicBezTo>
                <a:cubicBezTo>
                  <a:pt x="1782" y="5959"/>
                  <a:pt x="1952" y="6003"/>
                  <a:pt x="2124" y="6040"/>
                </a:cubicBezTo>
                <a:cubicBezTo>
                  <a:pt x="2467" y="6114"/>
                  <a:pt x="2816" y="6157"/>
                  <a:pt x="3164" y="6173"/>
                </a:cubicBezTo>
                <a:cubicBezTo>
                  <a:pt x="4563" y="6236"/>
                  <a:pt x="5942" y="5862"/>
                  <a:pt x="7165" y="5228"/>
                </a:cubicBezTo>
                <a:cubicBezTo>
                  <a:pt x="8398" y="4591"/>
                  <a:pt x="9394" y="3609"/>
                  <a:pt x="9987" y="2465"/>
                </a:cubicBezTo>
                <a:cubicBezTo>
                  <a:pt x="10136" y="2179"/>
                  <a:pt x="10261" y="1883"/>
                  <a:pt x="10360" y="1582"/>
                </a:cubicBezTo>
                <a:cubicBezTo>
                  <a:pt x="10410" y="1430"/>
                  <a:pt x="10452" y="1280"/>
                  <a:pt x="10490" y="1122"/>
                </a:cubicBezTo>
                <a:cubicBezTo>
                  <a:pt x="10494" y="1105"/>
                  <a:pt x="10498" y="1087"/>
                  <a:pt x="10502" y="1069"/>
                </a:cubicBezTo>
                <a:cubicBezTo>
                  <a:pt x="10503" y="1064"/>
                  <a:pt x="10505" y="1059"/>
                  <a:pt x="10506" y="1054"/>
                </a:cubicBezTo>
                <a:cubicBezTo>
                  <a:pt x="10506" y="1051"/>
                  <a:pt x="10508" y="1049"/>
                  <a:pt x="10508" y="1047"/>
                </a:cubicBezTo>
                <a:cubicBezTo>
                  <a:pt x="10511" y="1037"/>
                  <a:pt x="10515" y="1029"/>
                  <a:pt x="10518" y="1022"/>
                </a:cubicBezTo>
                <a:cubicBezTo>
                  <a:pt x="10526" y="1009"/>
                  <a:pt x="10534" y="999"/>
                  <a:pt x="10547" y="989"/>
                </a:cubicBezTo>
                <a:cubicBezTo>
                  <a:pt x="10570" y="968"/>
                  <a:pt x="10622" y="945"/>
                  <a:pt x="10690" y="939"/>
                </a:cubicBezTo>
                <a:cubicBezTo>
                  <a:pt x="10756" y="932"/>
                  <a:pt x="10830" y="944"/>
                  <a:pt x="10876" y="965"/>
                </a:cubicBezTo>
                <a:cubicBezTo>
                  <a:pt x="10924" y="988"/>
                  <a:pt x="10939" y="1006"/>
                  <a:pt x="10951" y="1031"/>
                </a:cubicBezTo>
                <a:cubicBezTo>
                  <a:pt x="10952" y="1034"/>
                  <a:pt x="10954" y="1038"/>
                  <a:pt x="10955" y="1041"/>
                </a:cubicBezTo>
                <a:cubicBezTo>
                  <a:pt x="10955" y="1040"/>
                  <a:pt x="10955" y="1039"/>
                  <a:pt x="10955" y="1037"/>
                </a:cubicBezTo>
                <a:cubicBezTo>
                  <a:pt x="10957" y="1046"/>
                  <a:pt x="10959" y="1054"/>
                  <a:pt x="10961" y="1063"/>
                </a:cubicBezTo>
                <a:cubicBezTo>
                  <a:pt x="10969" y="1098"/>
                  <a:pt x="10977" y="1132"/>
                  <a:pt x="10985" y="1167"/>
                </a:cubicBezTo>
                <a:cubicBezTo>
                  <a:pt x="11004" y="1244"/>
                  <a:pt x="11024" y="1321"/>
                  <a:pt x="11046" y="1397"/>
                </a:cubicBezTo>
                <a:cubicBezTo>
                  <a:pt x="11396" y="2621"/>
                  <a:pt x="12185" y="3739"/>
                  <a:pt x="13267" y="4560"/>
                </a:cubicBezTo>
                <a:cubicBezTo>
                  <a:pt x="13808" y="4971"/>
                  <a:pt x="14418" y="5310"/>
                  <a:pt x="15075" y="5559"/>
                </a:cubicBezTo>
                <a:cubicBezTo>
                  <a:pt x="15732" y="5808"/>
                  <a:pt x="16432" y="5966"/>
                  <a:pt x="17141" y="6028"/>
                </a:cubicBezTo>
                <a:cubicBezTo>
                  <a:pt x="17850" y="6091"/>
                  <a:pt x="18568" y="6059"/>
                  <a:pt x="19266" y="5938"/>
                </a:cubicBezTo>
                <a:cubicBezTo>
                  <a:pt x="19440" y="5907"/>
                  <a:pt x="19613" y="5871"/>
                  <a:pt x="19784" y="5830"/>
                </a:cubicBezTo>
                <a:cubicBezTo>
                  <a:pt x="19871" y="5809"/>
                  <a:pt x="19954" y="5788"/>
                  <a:pt x="20043" y="5763"/>
                </a:cubicBezTo>
                <a:cubicBezTo>
                  <a:pt x="20080" y="5753"/>
                  <a:pt x="20118" y="5742"/>
                  <a:pt x="20156" y="5731"/>
                </a:cubicBezTo>
                <a:cubicBezTo>
                  <a:pt x="20169" y="5728"/>
                  <a:pt x="20182" y="5725"/>
                  <a:pt x="20194" y="5724"/>
                </a:cubicBezTo>
                <a:cubicBezTo>
                  <a:pt x="20240" y="5719"/>
                  <a:pt x="20281" y="5725"/>
                  <a:pt x="20329" y="5749"/>
                </a:cubicBezTo>
                <a:cubicBezTo>
                  <a:pt x="20376" y="5773"/>
                  <a:pt x="20422" y="5816"/>
                  <a:pt x="20445" y="5861"/>
                </a:cubicBezTo>
                <a:cubicBezTo>
                  <a:pt x="20469" y="5907"/>
                  <a:pt x="20472" y="5946"/>
                  <a:pt x="20463" y="5976"/>
                </a:cubicBezTo>
                <a:cubicBezTo>
                  <a:pt x="20459" y="5992"/>
                  <a:pt x="20451" y="6008"/>
                  <a:pt x="20437" y="6026"/>
                </a:cubicBezTo>
                <a:cubicBezTo>
                  <a:pt x="20430" y="6036"/>
                  <a:pt x="20422" y="6046"/>
                  <a:pt x="20411" y="6056"/>
                </a:cubicBezTo>
                <a:cubicBezTo>
                  <a:pt x="20407" y="6060"/>
                  <a:pt x="20403" y="6064"/>
                  <a:pt x="20399" y="6067"/>
                </a:cubicBezTo>
                <a:cubicBezTo>
                  <a:pt x="20386" y="6078"/>
                  <a:pt x="20373" y="6088"/>
                  <a:pt x="20360" y="6099"/>
                </a:cubicBezTo>
                <a:cubicBezTo>
                  <a:pt x="20095" y="6308"/>
                  <a:pt x="19847" y="6535"/>
                  <a:pt x="19620" y="6777"/>
                </a:cubicBezTo>
                <a:cubicBezTo>
                  <a:pt x="19165" y="7260"/>
                  <a:pt x="18791" y="7804"/>
                  <a:pt x="18518" y="8385"/>
                </a:cubicBezTo>
                <a:cubicBezTo>
                  <a:pt x="17966" y="9547"/>
                  <a:pt x="17830" y="10862"/>
                  <a:pt x="18148" y="12094"/>
                </a:cubicBezTo>
                <a:cubicBezTo>
                  <a:pt x="18460" y="13326"/>
                  <a:pt x="19211" y="14457"/>
                  <a:pt x="20241" y="15317"/>
                </a:cubicBezTo>
                <a:cubicBezTo>
                  <a:pt x="20296" y="15363"/>
                  <a:pt x="20351" y="15408"/>
                  <a:pt x="20406" y="15453"/>
                </a:cubicBezTo>
                <a:cubicBezTo>
                  <a:pt x="20424" y="15469"/>
                  <a:pt x="20433" y="15482"/>
                  <a:pt x="20440" y="15495"/>
                </a:cubicBezTo>
                <a:cubicBezTo>
                  <a:pt x="20451" y="15518"/>
                  <a:pt x="20457" y="15552"/>
                  <a:pt x="20440" y="15604"/>
                </a:cubicBezTo>
                <a:cubicBezTo>
                  <a:pt x="20424" y="15654"/>
                  <a:pt x="20383" y="15712"/>
                  <a:pt x="20336" y="15749"/>
                </a:cubicBezTo>
                <a:cubicBezTo>
                  <a:pt x="20287" y="15787"/>
                  <a:pt x="20242" y="15800"/>
                  <a:pt x="20216" y="15801"/>
                </a:cubicBezTo>
                <a:cubicBezTo>
                  <a:pt x="20209" y="15801"/>
                  <a:pt x="20160" y="15792"/>
                  <a:pt x="20160" y="15791"/>
                </a:cubicBezTo>
                <a:cubicBezTo>
                  <a:pt x="20156" y="15791"/>
                  <a:pt x="20001" y="15746"/>
                  <a:pt x="19916" y="15723"/>
                </a:cubicBezTo>
                <a:cubicBezTo>
                  <a:pt x="19745" y="15679"/>
                  <a:pt x="19572" y="15640"/>
                  <a:pt x="19398" y="15607"/>
                </a:cubicBezTo>
                <a:cubicBezTo>
                  <a:pt x="19050" y="15540"/>
                  <a:pt x="18696" y="15496"/>
                  <a:pt x="18340" y="15477"/>
                </a:cubicBezTo>
                <a:cubicBezTo>
                  <a:pt x="16917" y="15396"/>
                  <a:pt x="15466" y="15708"/>
                  <a:pt x="14247" y="16365"/>
                </a:cubicBezTo>
                <a:cubicBezTo>
                  <a:pt x="13022" y="17018"/>
                  <a:pt x="12047" y="18016"/>
                  <a:pt x="11472" y="19165"/>
                </a:cubicBezTo>
                <a:cubicBezTo>
                  <a:pt x="11327" y="19452"/>
                  <a:pt x="11207" y="19748"/>
                  <a:pt x="11111" y="20050"/>
                </a:cubicBezTo>
                <a:cubicBezTo>
                  <a:pt x="11087" y="20126"/>
                  <a:pt x="11065" y="20202"/>
                  <a:pt x="11044" y="20278"/>
                </a:cubicBezTo>
                <a:cubicBezTo>
                  <a:pt x="11024" y="20350"/>
                  <a:pt x="11000" y="20449"/>
                  <a:pt x="10990" y="20490"/>
                </a:cubicBezTo>
                <a:cubicBezTo>
                  <a:pt x="10982" y="20518"/>
                  <a:pt x="10965" y="20545"/>
                  <a:pt x="10918" y="20576"/>
                </a:cubicBezTo>
                <a:cubicBezTo>
                  <a:pt x="10873" y="20606"/>
                  <a:pt x="10802" y="20629"/>
                  <a:pt x="10738" y="20632"/>
                </a:cubicBezTo>
                <a:cubicBezTo>
                  <a:pt x="10672" y="20636"/>
                  <a:pt x="10624" y="20621"/>
                  <a:pt x="10602" y="20607"/>
                </a:cubicBezTo>
                <a:cubicBezTo>
                  <a:pt x="10581" y="20594"/>
                  <a:pt x="10560" y="20574"/>
                  <a:pt x="10543" y="20522"/>
                </a:cubicBezTo>
                <a:cubicBezTo>
                  <a:pt x="10543" y="20519"/>
                  <a:pt x="10537" y="20497"/>
                  <a:pt x="10535" y="20489"/>
                </a:cubicBezTo>
                <a:cubicBezTo>
                  <a:pt x="10531" y="20473"/>
                  <a:pt x="10527" y="20457"/>
                  <a:pt x="10524" y="20441"/>
                </a:cubicBezTo>
                <a:cubicBezTo>
                  <a:pt x="10514" y="20402"/>
                  <a:pt x="10505" y="20364"/>
                  <a:pt x="10496" y="20325"/>
                </a:cubicBezTo>
                <a:cubicBezTo>
                  <a:pt x="10477" y="20248"/>
                  <a:pt x="10455" y="20172"/>
                  <a:pt x="10433" y="20095"/>
                </a:cubicBezTo>
                <a:cubicBezTo>
                  <a:pt x="10071" y="18874"/>
                  <a:pt x="9269" y="17762"/>
                  <a:pt x="8178" y="16951"/>
                </a:cubicBezTo>
                <a:cubicBezTo>
                  <a:pt x="7091" y="16135"/>
                  <a:pt x="5713" y="15624"/>
                  <a:pt x="4292" y="15510"/>
                </a:cubicBezTo>
                <a:cubicBezTo>
                  <a:pt x="3582" y="15452"/>
                  <a:pt x="2863" y="15490"/>
                  <a:pt x="2166" y="15619"/>
                </a:cubicBezTo>
                <a:cubicBezTo>
                  <a:pt x="1991" y="15652"/>
                  <a:pt x="1818" y="15690"/>
                  <a:pt x="1647" y="15733"/>
                </a:cubicBezTo>
                <a:cubicBezTo>
                  <a:pt x="1604" y="15744"/>
                  <a:pt x="1562" y="15755"/>
                  <a:pt x="1519" y="15767"/>
                </a:cubicBezTo>
                <a:cubicBezTo>
                  <a:pt x="1385" y="15804"/>
                  <a:pt x="1250" y="15804"/>
                  <a:pt x="1168" y="15678"/>
                </a:cubicBezTo>
                <a:cubicBezTo>
                  <a:pt x="1062" y="15517"/>
                  <a:pt x="1174" y="15420"/>
                  <a:pt x="1197" y="15401"/>
                </a:cubicBezTo>
                <a:cubicBezTo>
                  <a:pt x="1229" y="15374"/>
                  <a:pt x="1262" y="15348"/>
                  <a:pt x="1294" y="15321"/>
                </a:cubicBezTo>
                <a:cubicBezTo>
                  <a:pt x="1552" y="15104"/>
                  <a:pt x="1793" y="14871"/>
                  <a:pt x="2012" y="14623"/>
                </a:cubicBezTo>
                <a:cubicBezTo>
                  <a:pt x="2450" y="14128"/>
                  <a:pt x="2805" y="13574"/>
                  <a:pt x="3058" y="12986"/>
                </a:cubicBezTo>
                <a:cubicBezTo>
                  <a:pt x="3570" y="11809"/>
                  <a:pt x="3690" y="10517"/>
                  <a:pt x="3374" y="9322"/>
                </a:cubicBezTo>
                <a:cubicBezTo>
                  <a:pt x="3218" y="8724"/>
                  <a:pt x="2955" y="8149"/>
                  <a:pt x="2595" y="7621"/>
                </a:cubicBezTo>
                <a:cubicBezTo>
                  <a:pt x="2236" y="7095"/>
                  <a:pt x="1772" y="6612"/>
                  <a:pt x="1237" y="6204"/>
                </a:cubicBezTo>
                <a:cubicBezTo>
                  <a:pt x="1179" y="6263"/>
                  <a:pt x="1121" y="6321"/>
                  <a:pt x="1062" y="6380"/>
                </a:cubicBezTo>
                <a:cubicBezTo>
                  <a:pt x="1004" y="6439"/>
                  <a:pt x="946" y="6498"/>
                  <a:pt x="888" y="6557"/>
                </a:cubicBezTo>
                <a:cubicBezTo>
                  <a:pt x="829" y="6615"/>
                  <a:pt x="771" y="6674"/>
                  <a:pt x="713" y="6733"/>
                </a:cubicBezTo>
                <a:cubicBezTo>
                  <a:pt x="655" y="6791"/>
                  <a:pt x="596" y="6850"/>
                  <a:pt x="538" y="6909"/>
                </a:cubicBezTo>
                <a:close/>
              </a:path>
            </a:pathLst>
          </a:custGeom>
          <a:solidFill>
            <a:schemeClr val="bg1">
              <a:lumMod val="85000"/>
            </a:schemeClr>
          </a:solidFill>
          <a:ln w="12700">
            <a:miter lim="400000"/>
          </a:ln>
        </p:spPr>
        <p:txBody>
          <a:bodyPr anchor="ctr"/>
          <a:lstStyle/>
          <a:p>
            <a:pPr algn="ctr"/>
            <a:endParaRPr dirty="0">
              <a:cs typeface="+mn-ea"/>
              <a:sym typeface="+mn-lt"/>
            </a:endParaRPr>
          </a:p>
        </p:txBody>
      </p:sp>
      <p:grpSp>
        <p:nvGrpSpPr>
          <p:cNvPr id="28" name="组合 27">
            <a:extLst>
              <a:ext uri="{FF2B5EF4-FFF2-40B4-BE49-F238E27FC236}">
                <a16:creationId xmlns:a16="http://schemas.microsoft.com/office/drawing/2014/main" id="{29292672-8C90-42D0-9A0D-76BACAD075C7}"/>
              </a:ext>
            </a:extLst>
          </p:cNvPr>
          <p:cNvGrpSpPr/>
          <p:nvPr/>
        </p:nvGrpSpPr>
        <p:grpSpPr>
          <a:xfrm>
            <a:off x="7047449" y="3396910"/>
            <a:ext cx="780930" cy="780955"/>
            <a:chOff x="7047449" y="3150167"/>
            <a:chExt cx="780930" cy="780955"/>
          </a:xfrm>
        </p:grpSpPr>
        <p:sp>
          <p:nvSpPr>
            <p:cNvPr id="30" name="Freeform: Shape 8">
              <a:extLst>
                <a:ext uri="{FF2B5EF4-FFF2-40B4-BE49-F238E27FC236}">
                  <a16:creationId xmlns:a16="http://schemas.microsoft.com/office/drawing/2014/main" id="{46DFE86A-6F17-497D-AE1E-08ACC4C0C432}"/>
                </a:ext>
              </a:extLst>
            </p:cNvPr>
            <p:cNvSpPr/>
            <p:nvPr/>
          </p:nvSpPr>
          <p:spPr>
            <a:xfrm>
              <a:off x="7047449" y="3150167"/>
              <a:ext cx="780930" cy="780955"/>
            </a:xfrm>
            <a:custGeom>
              <a:avLst/>
              <a:gdLst/>
              <a:ahLst/>
              <a:cxnLst>
                <a:cxn ang="0">
                  <a:pos x="wd2" y="hd2"/>
                </a:cxn>
                <a:cxn ang="5400000">
                  <a:pos x="wd2" y="hd2"/>
                </a:cxn>
                <a:cxn ang="10800000">
                  <a:pos x="wd2" y="hd2"/>
                </a:cxn>
                <a:cxn ang="16200000">
                  <a:pos x="wd2" y="hd2"/>
                </a:cxn>
              </a:cxnLst>
              <a:rect l="0" t="0" r="r" b="b"/>
              <a:pathLst>
                <a:path w="19806" h="19806" extrusionOk="0">
                  <a:moveTo>
                    <a:pt x="11898" y="19600"/>
                  </a:moveTo>
                  <a:cubicBezTo>
                    <a:pt x="6542" y="20703"/>
                    <a:pt x="1307" y="17254"/>
                    <a:pt x="205" y="11898"/>
                  </a:cubicBezTo>
                  <a:cubicBezTo>
                    <a:pt x="-897" y="6542"/>
                    <a:pt x="2551" y="1307"/>
                    <a:pt x="7908" y="205"/>
                  </a:cubicBezTo>
                  <a:cubicBezTo>
                    <a:pt x="13261" y="-897"/>
                    <a:pt x="18494" y="2548"/>
                    <a:pt x="19599" y="7899"/>
                  </a:cubicBezTo>
                  <a:cubicBezTo>
                    <a:pt x="19600" y="7902"/>
                    <a:pt x="19600" y="7905"/>
                    <a:pt x="19600" y="7907"/>
                  </a:cubicBezTo>
                  <a:cubicBezTo>
                    <a:pt x="20703" y="13263"/>
                    <a:pt x="17254" y="18499"/>
                    <a:pt x="11898" y="19600"/>
                  </a:cubicBezTo>
                  <a:close/>
                </a:path>
              </a:pathLst>
            </a:custGeom>
            <a:solidFill>
              <a:schemeClr val="accent1"/>
            </a:solidFill>
            <a:ln w="12700" cap="flat">
              <a:noFill/>
              <a:miter lim="400000"/>
            </a:ln>
            <a:effectLst/>
          </p:spPr>
          <p:txBody>
            <a:bodyPr anchor="ctr"/>
            <a:lstStyle/>
            <a:p>
              <a:pPr algn="ctr"/>
              <a:endParaRPr dirty="0">
                <a:cs typeface="+mn-ea"/>
                <a:sym typeface="+mn-lt"/>
              </a:endParaRPr>
            </a:p>
          </p:txBody>
        </p:sp>
        <p:sp>
          <p:nvSpPr>
            <p:cNvPr id="32" name="Freeform: Shape 8">
              <a:extLst>
                <a:ext uri="{FF2B5EF4-FFF2-40B4-BE49-F238E27FC236}">
                  <a16:creationId xmlns:a16="http://schemas.microsoft.com/office/drawing/2014/main" id="{219E9953-D857-42CD-8EE0-D21C18BF88B0}"/>
                </a:ext>
              </a:extLst>
            </p:cNvPr>
            <p:cNvSpPr/>
            <p:nvPr/>
          </p:nvSpPr>
          <p:spPr>
            <a:xfrm>
              <a:off x="7266198" y="3369209"/>
              <a:ext cx="343432" cy="342872"/>
            </a:xfrm>
            <a:custGeom>
              <a:avLst/>
              <a:gdLst>
                <a:gd name="connsiteX0" fmla="*/ 140017 w 606581"/>
                <a:gd name="connsiteY0" fmla="*/ 411043 h 605592"/>
                <a:gd name="connsiteX1" fmla="*/ 178821 w 606581"/>
                <a:gd name="connsiteY1" fmla="*/ 427078 h 605592"/>
                <a:gd name="connsiteX2" fmla="*/ 178821 w 606581"/>
                <a:gd name="connsiteY2" fmla="*/ 504564 h 605592"/>
                <a:gd name="connsiteX3" fmla="*/ 93692 w 606581"/>
                <a:gd name="connsiteY3" fmla="*/ 589557 h 605592"/>
                <a:gd name="connsiteX4" fmla="*/ 54887 w 606581"/>
                <a:gd name="connsiteY4" fmla="*/ 605592 h 605592"/>
                <a:gd name="connsiteX5" fmla="*/ 16083 w 606581"/>
                <a:gd name="connsiteY5" fmla="*/ 589557 h 605592"/>
                <a:gd name="connsiteX6" fmla="*/ 16083 w 606581"/>
                <a:gd name="connsiteY6" fmla="*/ 511979 h 605592"/>
                <a:gd name="connsiteX7" fmla="*/ 101212 w 606581"/>
                <a:gd name="connsiteY7" fmla="*/ 427078 h 605592"/>
                <a:gd name="connsiteX8" fmla="*/ 140017 w 606581"/>
                <a:gd name="connsiteY8" fmla="*/ 411043 h 605592"/>
                <a:gd name="connsiteX9" fmla="*/ 382501 w 606581"/>
                <a:gd name="connsiteY9" fmla="*/ 49537 h 605592"/>
                <a:gd name="connsiteX10" fmla="*/ 557044 w 606581"/>
                <a:gd name="connsiteY10" fmla="*/ 223798 h 605592"/>
                <a:gd name="connsiteX11" fmla="*/ 382501 w 606581"/>
                <a:gd name="connsiteY11" fmla="*/ 398059 h 605592"/>
                <a:gd name="connsiteX12" fmla="*/ 207957 w 606581"/>
                <a:gd name="connsiteY12" fmla="*/ 223798 h 605592"/>
                <a:gd name="connsiteX13" fmla="*/ 382501 w 606581"/>
                <a:gd name="connsiteY13" fmla="*/ 49537 h 605592"/>
                <a:gd name="connsiteX14" fmla="*/ 382536 w 606581"/>
                <a:gd name="connsiteY14" fmla="*/ 24750 h 605592"/>
                <a:gd name="connsiteX15" fmla="*/ 304914 w 606581"/>
                <a:gd name="connsiteY15" fmla="*/ 40417 h 605592"/>
                <a:gd name="connsiteX16" fmla="*/ 241591 w 606581"/>
                <a:gd name="connsiteY16" fmla="*/ 83058 h 605592"/>
                <a:gd name="connsiteX17" fmla="*/ 198880 w 606581"/>
                <a:gd name="connsiteY17" fmla="*/ 146278 h 605592"/>
                <a:gd name="connsiteX18" fmla="*/ 183189 w 606581"/>
                <a:gd name="connsiteY18" fmla="*/ 223774 h 605592"/>
                <a:gd name="connsiteX19" fmla="*/ 198880 w 606581"/>
                <a:gd name="connsiteY19" fmla="*/ 301177 h 605592"/>
                <a:gd name="connsiteX20" fmla="*/ 241591 w 606581"/>
                <a:gd name="connsiteY20" fmla="*/ 364490 h 605592"/>
                <a:gd name="connsiteX21" fmla="*/ 304914 w 606581"/>
                <a:gd name="connsiteY21" fmla="*/ 407131 h 605592"/>
                <a:gd name="connsiteX22" fmla="*/ 382536 w 606581"/>
                <a:gd name="connsiteY22" fmla="*/ 422705 h 605592"/>
                <a:gd name="connsiteX23" fmla="*/ 460158 w 606581"/>
                <a:gd name="connsiteY23" fmla="*/ 407131 h 605592"/>
                <a:gd name="connsiteX24" fmla="*/ 523481 w 606581"/>
                <a:gd name="connsiteY24" fmla="*/ 364490 h 605592"/>
                <a:gd name="connsiteX25" fmla="*/ 566192 w 606581"/>
                <a:gd name="connsiteY25" fmla="*/ 301177 h 605592"/>
                <a:gd name="connsiteX26" fmla="*/ 581883 w 606581"/>
                <a:gd name="connsiteY26" fmla="*/ 223774 h 605592"/>
                <a:gd name="connsiteX27" fmla="*/ 566192 w 606581"/>
                <a:gd name="connsiteY27" fmla="*/ 146278 h 605592"/>
                <a:gd name="connsiteX28" fmla="*/ 523481 w 606581"/>
                <a:gd name="connsiteY28" fmla="*/ 83058 h 605592"/>
                <a:gd name="connsiteX29" fmla="*/ 460158 w 606581"/>
                <a:gd name="connsiteY29" fmla="*/ 40417 h 605592"/>
                <a:gd name="connsiteX30" fmla="*/ 382536 w 606581"/>
                <a:gd name="connsiteY30" fmla="*/ 24750 h 605592"/>
                <a:gd name="connsiteX31" fmla="*/ 382536 w 606581"/>
                <a:gd name="connsiteY31" fmla="*/ 0 h 605592"/>
                <a:gd name="connsiteX32" fmla="*/ 469721 w 606581"/>
                <a:gd name="connsiteY32" fmla="*/ 17613 h 605592"/>
                <a:gd name="connsiteX33" fmla="*/ 540937 w 606581"/>
                <a:gd name="connsiteY33" fmla="*/ 65538 h 605592"/>
                <a:gd name="connsiteX34" fmla="*/ 588940 w 606581"/>
                <a:gd name="connsiteY34" fmla="*/ 136637 h 605592"/>
                <a:gd name="connsiteX35" fmla="*/ 606581 w 606581"/>
                <a:gd name="connsiteY35" fmla="*/ 223774 h 605592"/>
                <a:gd name="connsiteX36" fmla="*/ 588940 w 606581"/>
                <a:gd name="connsiteY36" fmla="*/ 310818 h 605592"/>
                <a:gd name="connsiteX37" fmla="*/ 540937 w 606581"/>
                <a:gd name="connsiteY37" fmla="*/ 381917 h 605592"/>
                <a:gd name="connsiteX38" fmla="*/ 469721 w 606581"/>
                <a:gd name="connsiteY38" fmla="*/ 429842 h 605592"/>
                <a:gd name="connsiteX39" fmla="*/ 382536 w 606581"/>
                <a:gd name="connsiteY39" fmla="*/ 447455 h 605592"/>
                <a:gd name="connsiteX40" fmla="*/ 295258 w 606581"/>
                <a:gd name="connsiteY40" fmla="*/ 429842 h 605592"/>
                <a:gd name="connsiteX41" fmla="*/ 240105 w 606581"/>
                <a:gd name="connsiteY41" fmla="*/ 396471 h 605592"/>
                <a:gd name="connsiteX42" fmla="*/ 209558 w 606581"/>
                <a:gd name="connsiteY42" fmla="*/ 427061 h 605592"/>
                <a:gd name="connsiteX43" fmla="*/ 196373 w 606581"/>
                <a:gd name="connsiteY43" fmla="*/ 409541 h 605592"/>
                <a:gd name="connsiteX44" fmla="*/ 178918 w 606581"/>
                <a:gd name="connsiteY44" fmla="*/ 396378 h 605592"/>
                <a:gd name="connsiteX45" fmla="*/ 209465 w 606581"/>
                <a:gd name="connsiteY45" fmla="*/ 365880 h 605592"/>
                <a:gd name="connsiteX46" fmla="*/ 176040 w 606581"/>
                <a:gd name="connsiteY46" fmla="*/ 310818 h 605592"/>
                <a:gd name="connsiteX47" fmla="*/ 158491 w 606581"/>
                <a:gd name="connsiteY47" fmla="*/ 223774 h 605592"/>
                <a:gd name="connsiteX48" fmla="*/ 176040 w 606581"/>
                <a:gd name="connsiteY48" fmla="*/ 136637 h 605592"/>
                <a:gd name="connsiteX49" fmla="*/ 224043 w 606581"/>
                <a:gd name="connsiteY49" fmla="*/ 65538 h 605592"/>
                <a:gd name="connsiteX50" fmla="*/ 295258 w 606581"/>
                <a:gd name="connsiteY50" fmla="*/ 17613 h 605592"/>
                <a:gd name="connsiteX51" fmla="*/ 382536 w 606581"/>
                <a:gd name="connsiteY51" fmla="*/ 0 h 605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06581" h="605592">
                  <a:moveTo>
                    <a:pt x="140017" y="411043"/>
                  </a:moveTo>
                  <a:cubicBezTo>
                    <a:pt x="154035" y="411043"/>
                    <a:pt x="168053" y="416326"/>
                    <a:pt x="178821" y="427078"/>
                  </a:cubicBezTo>
                  <a:cubicBezTo>
                    <a:pt x="200266" y="448488"/>
                    <a:pt x="200266" y="483153"/>
                    <a:pt x="178821" y="504564"/>
                  </a:cubicBezTo>
                  <a:lnTo>
                    <a:pt x="93692" y="589557"/>
                  </a:lnTo>
                  <a:cubicBezTo>
                    <a:pt x="83016" y="600216"/>
                    <a:pt x="68905" y="605592"/>
                    <a:pt x="54887" y="605592"/>
                  </a:cubicBezTo>
                  <a:cubicBezTo>
                    <a:pt x="40870" y="605592"/>
                    <a:pt x="26759" y="600216"/>
                    <a:pt x="16083" y="589557"/>
                  </a:cubicBezTo>
                  <a:cubicBezTo>
                    <a:pt x="-5362" y="568147"/>
                    <a:pt x="-5362" y="533389"/>
                    <a:pt x="16083" y="511979"/>
                  </a:cubicBezTo>
                  <a:lnTo>
                    <a:pt x="101212" y="427078"/>
                  </a:lnTo>
                  <a:cubicBezTo>
                    <a:pt x="111888" y="416326"/>
                    <a:pt x="125999" y="411043"/>
                    <a:pt x="140017" y="411043"/>
                  </a:cubicBezTo>
                  <a:close/>
                  <a:moveTo>
                    <a:pt x="382501" y="49537"/>
                  </a:moveTo>
                  <a:cubicBezTo>
                    <a:pt x="478871" y="49537"/>
                    <a:pt x="557044" y="127491"/>
                    <a:pt x="557044" y="223798"/>
                  </a:cubicBezTo>
                  <a:cubicBezTo>
                    <a:pt x="557044" y="320012"/>
                    <a:pt x="478871" y="398059"/>
                    <a:pt x="382501" y="398059"/>
                  </a:cubicBezTo>
                  <a:cubicBezTo>
                    <a:pt x="286130" y="398059"/>
                    <a:pt x="207957" y="320012"/>
                    <a:pt x="207957" y="223798"/>
                  </a:cubicBezTo>
                  <a:cubicBezTo>
                    <a:pt x="207957" y="127491"/>
                    <a:pt x="286130" y="49537"/>
                    <a:pt x="382501" y="49537"/>
                  </a:cubicBezTo>
                  <a:close/>
                  <a:moveTo>
                    <a:pt x="382536" y="24750"/>
                  </a:moveTo>
                  <a:cubicBezTo>
                    <a:pt x="355610" y="24750"/>
                    <a:pt x="329519" y="30034"/>
                    <a:pt x="304914" y="40417"/>
                  </a:cubicBezTo>
                  <a:cubicBezTo>
                    <a:pt x="281238" y="50428"/>
                    <a:pt x="259882" y="64796"/>
                    <a:pt x="241591" y="83058"/>
                  </a:cubicBezTo>
                  <a:cubicBezTo>
                    <a:pt x="223300" y="101319"/>
                    <a:pt x="208908" y="122547"/>
                    <a:pt x="198880" y="146278"/>
                  </a:cubicBezTo>
                  <a:cubicBezTo>
                    <a:pt x="188481" y="170843"/>
                    <a:pt x="183189" y="196891"/>
                    <a:pt x="183189" y="223774"/>
                  </a:cubicBezTo>
                  <a:cubicBezTo>
                    <a:pt x="183189" y="250564"/>
                    <a:pt x="188481" y="276705"/>
                    <a:pt x="198880" y="301177"/>
                  </a:cubicBezTo>
                  <a:cubicBezTo>
                    <a:pt x="208908" y="324908"/>
                    <a:pt x="223300" y="346228"/>
                    <a:pt x="241591" y="364490"/>
                  </a:cubicBezTo>
                  <a:cubicBezTo>
                    <a:pt x="259882" y="382752"/>
                    <a:pt x="281238" y="397027"/>
                    <a:pt x="304914" y="407131"/>
                  </a:cubicBezTo>
                  <a:cubicBezTo>
                    <a:pt x="329519" y="417513"/>
                    <a:pt x="355610" y="422705"/>
                    <a:pt x="382536" y="422705"/>
                  </a:cubicBezTo>
                  <a:cubicBezTo>
                    <a:pt x="409462" y="422705"/>
                    <a:pt x="435553" y="417513"/>
                    <a:pt x="460158" y="407131"/>
                  </a:cubicBezTo>
                  <a:cubicBezTo>
                    <a:pt x="483834" y="397027"/>
                    <a:pt x="505190" y="382752"/>
                    <a:pt x="523481" y="364490"/>
                  </a:cubicBezTo>
                  <a:cubicBezTo>
                    <a:pt x="541772" y="346228"/>
                    <a:pt x="556164" y="324908"/>
                    <a:pt x="566192" y="301177"/>
                  </a:cubicBezTo>
                  <a:cubicBezTo>
                    <a:pt x="576591" y="276705"/>
                    <a:pt x="581883" y="250564"/>
                    <a:pt x="581883" y="223774"/>
                  </a:cubicBezTo>
                  <a:cubicBezTo>
                    <a:pt x="581883" y="196891"/>
                    <a:pt x="576591" y="170843"/>
                    <a:pt x="566192" y="146278"/>
                  </a:cubicBezTo>
                  <a:cubicBezTo>
                    <a:pt x="556164" y="122547"/>
                    <a:pt x="541772" y="101319"/>
                    <a:pt x="523481" y="83058"/>
                  </a:cubicBezTo>
                  <a:cubicBezTo>
                    <a:pt x="505190" y="64796"/>
                    <a:pt x="483834" y="50428"/>
                    <a:pt x="460158" y="40417"/>
                  </a:cubicBezTo>
                  <a:cubicBezTo>
                    <a:pt x="435553" y="30034"/>
                    <a:pt x="409462" y="24750"/>
                    <a:pt x="382536" y="24750"/>
                  </a:cubicBezTo>
                  <a:close/>
                  <a:moveTo>
                    <a:pt x="382536" y="0"/>
                  </a:moveTo>
                  <a:cubicBezTo>
                    <a:pt x="412712" y="0"/>
                    <a:pt x="442145" y="5933"/>
                    <a:pt x="469721" y="17613"/>
                  </a:cubicBezTo>
                  <a:cubicBezTo>
                    <a:pt x="496462" y="28922"/>
                    <a:pt x="520417" y="45051"/>
                    <a:pt x="540937" y="65538"/>
                  </a:cubicBezTo>
                  <a:cubicBezTo>
                    <a:pt x="561549" y="86117"/>
                    <a:pt x="577705" y="110033"/>
                    <a:pt x="588940" y="136637"/>
                  </a:cubicBezTo>
                  <a:cubicBezTo>
                    <a:pt x="600639" y="164262"/>
                    <a:pt x="606581" y="193554"/>
                    <a:pt x="606581" y="223774"/>
                  </a:cubicBezTo>
                  <a:cubicBezTo>
                    <a:pt x="606581" y="253901"/>
                    <a:pt x="600639" y="283194"/>
                    <a:pt x="588940" y="310818"/>
                  </a:cubicBezTo>
                  <a:cubicBezTo>
                    <a:pt x="577705" y="337515"/>
                    <a:pt x="561549" y="361431"/>
                    <a:pt x="540937" y="381917"/>
                  </a:cubicBezTo>
                  <a:cubicBezTo>
                    <a:pt x="520417" y="402496"/>
                    <a:pt x="496462" y="418626"/>
                    <a:pt x="469721" y="429842"/>
                  </a:cubicBezTo>
                  <a:cubicBezTo>
                    <a:pt x="442145" y="441522"/>
                    <a:pt x="412805" y="447455"/>
                    <a:pt x="382536" y="447455"/>
                  </a:cubicBezTo>
                  <a:cubicBezTo>
                    <a:pt x="352267" y="447455"/>
                    <a:pt x="322927" y="441522"/>
                    <a:pt x="295258" y="429842"/>
                  </a:cubicBezTo>
                  <a:cubicBezTo>
                    <a:pt x="275295" y="421407"/>
                    <a:pt x="256818" y="410190"/>
                    <a:pt x="240105" y="396471"/>
                  </a:cubicBezTo>
                  <a:lnTo>
                    <a:pt x="209558" y="427061"/>
                  </a:lnTo>
                  <a:cubicBezTo>
                    <a:pt x="206030" y="420758"/>
                    <a:pt x="201666" y="414918"/>
                    <a:pt x="196373" y="409541"/>
                  </a:cubicBezTo>
                  <a:cubicBezTo>
                    <a:pt x="191081" y="404350"/>
                    <a:pt x="185232" y="399901"/>
                    <a:pt x="178918" y="396378"/>
                  </a:cubicBezTo>
                  <a:lnTo>
                    <a:pt x="209465" y="365880"/>
                  </a:lnTo>
                  <a:cubicBezTo>
                    <a:pt x="195724" y="349287"/>
                    <a:pt x="184582" y="330840"/>
                    <a:pt x="176040" y="310818"/>
                  </a:cubicBezTo>
                  <a:cubicBezTo>
                    <a:pt x="164341" y="283194"/>
                    <a:pt x="158491" y="253901"/>
                    <a:pt x="158491" y="223774"/>
                  </a:cubicBezTo>
                  <a:cubicBezTo>
                    <a:pt x="158491" y="193554"/>
                    <a:pt x="164341" y="164262"/>
                    <a:pt x="176040" y="136637"/>
                  </a:cubicBezTo>
                  <a:cubicBezTo>
                    <a:pt x="187367" y="110033"/>
                    <a:pt x="203523" y="86117"/>
                    <a:pt x="224043" y="65538"/>
                  </a:cubicBezTo>
                  <a:cubicBezTo>
                    <a:pt x="244655" y="45051"/>
                    <a:pt x="268610" y="28922"/>
                    <a:pt x="295258" y="17613"/>
                  </a:cubicBezTo>
                  <a:cubicBezTo>
                    <a:pt x="322927" y="5933"/>
                    <a:pt x="352267" y="0"/>
                    <a:pt x="382536" y="0"/>
                  </a:cubicBezTo>
                  <a:close/>
                </a:path>
              </a:pathLst>
            </a:custGeom>
            <a:solidFill>
              <a:schemeClr val="bg1"/>
            </a:solidFill>
            <a:ln w="12700" cap="flat">
              <a:noFill/>
              <a:miter lim="400000"/>
            </a:ln>
            <a:effectLst/>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grpSp>
        <p:nvGrpSpPr>
          <p:cNvPr id="33" name="组合 32">
            <a:extLst>
              <a:ext uri="{FF2B5EF4-FFF2-40B4-BE49-F238E27FC236}">
                <a16:creationId xmlns:a16="http://schemas.microsoft.com/office/drawing/2014/main" id="{2685316D-A08E-4C58-B453-AE245E2096B0}"/>
              </a:ext>
            </a:extLst>
          </p:cNvPr>
          <p:cNvGrpSpPr/>
          <p:nvPr/>
        </p:nvGrpSpPr>
        <p:grpSpPr>
          <a:xfrm>
            <a:off x="6380163" y="4543895"/>
            <a:ext cx="780959" cy="780950"/>
            <a:chOff x="6380163" y="4297152"/>
            <a:chExt cx="780959" cy="780950"/>
          </a:xfrm>
        </p:grpSpPr>
        <p:sp>
          <p:nvSpPr>
            <p:cNvPr id="34" name="Freeform: Shape 11">
              <a:extLst>
                <a:ext uri="{FF2B5EF4-FFF2-40B4-BE49-F238E27FC236}">
                  <a16:creationId xmlns:a16="http://schemas.microsoft.com/office/drawing/2014/main" id="{6DC57257-E7C8-4B65-A339-83A05982C80C}"/>
                </a:ext>
              </a:extLst>
            </p:cNvPr>
            <p:cNvSpPr/>
            <p:nvPr/>
          </p:nvSpPr>
          <p:spPr>
            <a:xfrm>
              <a:off x="6380163" y="4297152"/>
              <a:ext cx="780959" cy="780950"/>
            </a:xfrm>
            <a:custGeom>
              <a:avLst/>
              <a:gdLst/>
              <a:ahLst/>
              <a:cxnLst>
                <a:cxn ang="0">
                  <a:pos x="wd2" y="hd2"/>
                </a:cxn>
                <a:cxn ang="5400000">
                  <a:pos x="wd2" y="hd2"/>
                </a:cxn>
                <a:cxn ang="10800000">
                  <a:pos x="wd2" y="hd2"/>
                </a:cxn>
                <a:cxn ang="16200000">
                  <a:pos x="wd2" y="hd2"/>
                </a:cxn>
              </a:cxnLst>
              <a:rect l="0" t="0" r="r" b="b"/>
              <a:pathLst>
                <a:path w="19807" h="19806" extrusionOk="0">
                  <a:moveTo>
                    <a:pt x="7908" y="205"/>
                  </a:moveTo>
                  <a:cubicBezTo>
                    <a:pt x="13264" y="-897"/>
                    <a:pt x="18500" y="2551"/>
                    <a:pt x="19602" y="7907"/>
                  </a:cubicBezTo>
                  <a:cubicBezTo>
                    <a:pt x="20703" y="13264"/>
                    <a:pt x="17254" y="18499"/>
                    <a:pt x="11899" y="19601"/>
                  </a:cubicBezTo>
                  <a:cubicBezTo>
                    <a:pt x="6545" y="20703"/>
                    <a:pt x="1312" y="17258"/>
                    <a:pt x="207" y="11907"/>
                  </a:cubicBezTo>
                  <a:cubicBezTo>
                    <a:pt x="206" y="11904"/>
                    <a:pt x="206" y="11901"/>
                    <a:pt x="205" y="11898"/>
                  </a:cubicBezTo>
                  <a:cubicBezTo>
                    <a:pt x="-897" y="6542"/>
                    <a:pt x="2552" y="1307"/>
                    <a:pt x="7908" y="205"/>
                  </a:cubicBezTo>
                  <a:close/>
                </a:path>
              </a:pathLst>
            </a:custGeom>
            <a:solidFill>
              <a:schemeClr val="accent2"/>
            </a:solidFill>
            <a:ln w="12700" cap="flat">
              <a:noFill/>
              <a:miter lim="400000"/>
            </a:ln>
            <a:effectLst/>
          </p:spPr>
          <p:txBody>
            <a:bodyPr anchor="ctr"/>
            <a:lstStyle/>
            <a:p>
              <a:pPr algn="ctr"/>
              <a:endParaRPr dirty="0">
                <a:cs typeface="+mn-ea"/>
                <a:sym typeface="+mn-lt"/>
              </a:endParaRPr>
            </a:p>
          </p:txBody>
        </p:sp>
        <p:sp>
          <p:nvSpPr>
            <p:cNvPr id="37" name="Freeform: Shape 11">
              <a:extLst>
                <a:ext uri="{FF2B5EF4-FFF2-40B4-BE49-F238E27FC236}">
                  <a16:creationId xmlns:a16="http://schemas.microsoft.com/office/drawing/2014/main" id="{79FA8859-353E-4654-8263-170C66141331}"/>
                </a:ext>
              </a:extLst>
            </p:cNvPr>
            <p:cNvSpPr/>
            <p:nvPr/>
          </p:nvSpPr>
          <p:spPr>
            <a:xfrm>
              <a:off x="6614037" y="4515909"/>
              <a:ext cx="313212" cy="343436"/>
            </a:xfrm>
            <a:custGeom>
              <a:avLst/>
              <a:gdLst>
                <a:gd name="connsiteX0" fmla="*/ 257952 w 552598"/>
                <a:gd name="connsiteY0" fmla="*/ 238897 h 605921"/>
                <a:gd name="connsiteX1" fmla="*/ 252845 w 552598"/>
                <a:gd name="connsiteY1" fmla="*/ 243996 h 605921"/>
                <a:gd name="connsiteX2" fmla="*/ 252845 w 552598"/>
                <a:gd name="connsiteY2" fmla="*/ 308986 h 605921"/>
                <a:gd name="connsiteX3" fmla="*/ 228056 w 552598"/>
                <a:gd name="connsiteY3" fmla="*/ 308986 h 605921"/>
                <a:gd name="connsiteX4" fmla="*/ 225642 w 552598"/>
                <a:gd name="connsiteY4" fmla="*/ 314085 h 605921"/>
                <a:gd name="connsiteX5" fmla="*/ 273271 w 552598"/>
                <a:gd name="connsiteY5" fmla="*/ 372123 h 605921"/>
                <a:gd name="connsiteX6" fmla="*/ 279306 w 552598"/>
                <a:gd name="connsiteY6" fmla="*/ 372123 h 605921"/>
                <a:gd name="connsiteX7" fmla="*/ 327027 w 552598"/>
                <a:gd name="connsiteY7" fmla="*/ 314085 h 605921"/>
                <a:gd name="connsiteX8" fmla="*/ 324520 w 552598"/>
                <a:gd name="connsiteY8" fmla="*/ 308986 h 605921"/>
                <a:gd name="connsiteX9" fmla="*/ 299731 w 552598"/>
                <a:gd name="connsiteY9" fmla="*/ 308986 h 605921"/>
                <a:gd name="connsiteX10" fmla="*/ 299731 w 552598"/>
                <a:gd name="connsiteY10" fmla="*/ 243996 h 605921"/>
                <a:gd name="connsiteX11" fmla="*/ 294718 w 552598"/>
                <a:gd name="connsiteY11" fmla="*/ 238897 h 605921"/>
                <a:gd name="connsiteX12" fmla="*/ 260737 w 552598"/>
                <a:gd name="connsiteY12" fmla="*/ 130146 h 605921"/>
                <a:gd name="connsiteX13" fmla="*/ 291932 w 552598"/>
                <a:gd name="connsiteY13" fmla="*/ 130146 h 605921"/>
                <a:gd name="connsiteX14" fmla="*/ 303445 w 552598"/>
                <a:gd name="connsiteY14" fmla="*/ 141642 h 605921"/>
                <a:gd name="connsiteX15" fmla="*/ 303445 w 552598"/>
                <a:gd name="connsiteY15" fmla="*/ 167602 h 605921"/>
                <a:gd name="connsiteX16" fmla="*/ 353580 w 552598"/>
                <a:gd name="connsiteY16" fmla="*/ 188369 h 605921"/>
                <a:gd name="connsiteX17" fmla="*/ 371963 w 552598"/>
                <a:gd name="connsiteY17" fmla="*/ 170012 h 605921"/>
                <a:gd name="connsiteX18" fmla="*/ 388118 w 552598"/>
                <a:gd name="connsiteY18" fmla="*/ 170012 h 605921"/>
                <a:gd name="connsiteX19" fmla="*/ 410215 w 552598"/>
                <a:gd name="connsiteY19" fmla="*/ 192077 h 605921"/>
                <a:gd name="connsiteX20" fmla="*/ 410215 w 552598"/>
                <a:gd name="connsiteY20" fmla="*/ 208209 h 605921"/>
                <a:gd name="connsiteX21" fmla="*/ 391832 w 552598"/>
                <a:gd name="connsiteY21" fmla="*/ 226566 h 605921"/>
                <a:gd name="connsiteX22" fmla="*/ 412628 w 552598"/>
                <a:gd name="connsiteY22" fmla="*/ 276630 h 605921"/>
                <a:gd name="connsiteX23" fmla="*/ 438625 w 552598"/>
                <a:gd name="connsiteY23" fmla="*/ 276630 h 605921"/>
                <a:gd name="connsiteX24" fmla="*/ 450137 w 552598"/>
                <a:gd name="connsiteY24" fmla="*/ 288126 h 605921"/>
                <a:gd name="connsiteX25" fmla="*/ 450137 w 552598"/>
                <a:gd name="connsiteY25" fmla="*/ 319277 h 605921"/>
                <a:gd name="connsiteX26" fmla="*/ 438625 w 552598"/>
                <a:gd name="connsiteY26" fmla="*/ 330773 h 605921"/>
                <a:gd name="connsiteX27" fmla="*/ 412628 w 552598"/>
                <a:gd name="connsiteY27" fmla="*/ 330773 h 605921"/>
                <a:gd name="connsiteX28" fmla="*/ 391832 w 552598"/>
                <a:gd name="connsiteY28" fmla="*/ 380838 h 605921"/>
                <a:gd name="connsiteX29" fmla="*/ 410215 w 552598"/>
                <a:gd name="connsiteY29" fmla="*/ 399102 h 605921"/>
                <a:gd name="connsiteX30" fmla="*/ 410215 w 552598"/>
                <a:gd name="connsiteY30" fmla="*/ 415326 h 605921"/>
                <a:gd name="connsiteX31" fmla="*/ 388118 w 552598"/>
                <a:gd name="connsiteY31" fmla="*/ 437299 h 605921"/>
                <a:gd name="connsiteX32" fmla="*/ 371963 w 552598"/>
                <a:gd name="connsiteY32" fmla="*/ 437299 h 605921"/>
                <a:gd name="connsiteX33" fmla="*/ 353580 w 552598"/>
                <a:gd name="connsiteY33" fmla="*/ 419035 h 605921"/>
                <a:gd name="connsiteX34" fmla="*/ 303445 w 552598"/>
                <a:gd name="connsiteY34" fmla="*/ 439802 h 605921"/>
                <a:gd name="connsiteX35" fmla="*/ 303445 w 552598"/>
                <a:gd name="connsiteY35" fmla="*/ 465761 h 605921"/>
                <a:gd name="connsiteX36" fmla="*/ 291932 w 552598"/>
                <a:gd name="connsiteY36" fmla="*/ 477257 h 605921"/>
                <a:gd name="connsiteX37" fmla="*/ 260737 w 552598"/>
                <a:gd name="connsiteY37" fmla="*/ 477257 h 605921"/>
                <a:gd name="connsiteX38" fmla="*/ 249224 w 552598"/>
                <a:gd name="connsiteY38" fmla="*/ 465761 h 605921"/>
                <a:gd name="connsiteX39" fmla="*/ 249224 w 552598"/>
                <a:gd name="connsiteY39" fmla="*/ 439802 h 605921"/>
                <a:gd name="connsiteX40" fmla="*/ 199089 w 552598"/>
                <a:gd name="connsiteY40" fmla="*/ 419035 h 605921"/>
                <a:gd name="connsiteX41" fmla="*/ 180799 w 552598"/>
                <a:gd name="connsiteY41" fmla="*/ 437299 h 605921"/>
                <a:gd name="connsiteX42" fmla="*/ 164551 w 552598"/>
                <a:gd name="connsiteY42" fmla="*/ 437299 h 605921"/>
                <a:gd name="connsiteX43" fmla="*/ 142547 w 552598"/>
                <a:gd name="connsiteY43" fmla="*/ 415326 h 605921"/>
                <a:gd name="connsiteX44" fmla="*/ 142547 w 552598"/>
                <a:gd name="connsiteY44" fmla="*/ 399102 h 605921"/>
                <a:gd name="connsiteX45" fmla="*/ 160837 w 552598"/>
                <a:gd name="connsiteY45" fmla="*/ 380838 h 605921"/>
                <a:gd name="connsiteX46" fmla="*/ 140041 w 552598"/>
                <a:gd name="connsiteY46" fmla="*/ 330773 h 605921"/>
                <a:gd name="connsiteX47" fmla="*/ 114044 w 552598"/>
                <a:gd name="connsiteY47" fmla="*/ 330773 h 605921"/>
                <a:gd name="connsiteX48" fmla="*/ 102532 w 552598"/>
                <a:gd name="connsiteY48" fmla="*/ 319277 h 605921"/>
                <a:gd name="connsiteX49" fmla="*/ 102532 w 552598"/>
                <a:gd name="connsiteY49" fmla="*/ 288126 h 605921"/>
                <a:gd name="connsiteX50" fmla="*/ 114044 w 552598"/>
                <a:gd name="connsiteY50" fmla="*/ 276630 h 605921"/>
                <a:gd name="connsiteX51" fmla="*/ 140041 w 552598"/>
                <a:gd name="connsiteY51" fmla="*/ 276630 h 605921"/>
                <a:gd name="connsiteX52" fmla="*/ 160837 w 552598"/>
                <a:gd name="connsiteY52" fmla="*/ 226566 h 605921"/>
                <a:gd name="connsiteX53" fmla="*/ 142547 w 552598"/>
                <a:gd name="connsiteY53" fmla="*/ 208209 h 605921"/>
                <a:gd name="connsiteX54" fmla="*/ 142547 w 552598"/>
                <a:gd name="connsiteY54" fmla="*/ 192077 h 605921"/>
                <a:gd name="connsiteX55" fmla="*/ 164551 w 552598"/>
                <a:gd name="connsiteY55" fmla="*/ 170012 h 605921"/>
                <a:gd name="connsiteX56" fmla="*/ 180799 w 552598"/>
                <a:gd name="connsiteY56" fmla="*/ 170012 h 605921"/>
                <a:gd name="connsiteX57" fmla="*/ 199089 w 552598"/>
                <a:gd name="connsiteY57" fmla="*/ 188369 h 605921"/>
                <a:gd name="connsiteX58" fmla="*/ 249224 w 552598"/>
                <a:gd name="connsiteY58" fmla="*/ 167602 h 605921"/>
                <a:gd name="connsiteX59" fmla="*/ 249224 w 552598"/>
                <a:gd name="connsiteY59" fmla="*/ 141642 h 605921"/>
                <a:gd name="connsiteX60" fmla="*/ 260737 w 552598"/>
                <a:gd name="connsiteY60" fmla="*/ 130146 h 605921"/>
                <a:gd name="connsiteX61" fmla="*/ 438507 w 552598"/>
                <a:gd name="connsiteY61" fmla="*/ 79551 h 605921"/>
                <a:gd name="connsiteX62" fmla="*/ 552598 w 552598"/>
                <a:gd name="connsiteY62" fmla="*/ 302952 h 605921"/>
                <a:gd name="connsiteX63" fmla="*/ 276329 w 552598"/>
                <a:gd name="connsiteY63" fmla="*/ 578821 h 605921"/>
                <a:gd name="connsiteX64" fmla="*/ 276329 w 552598"/>
                <a:gd name="connsiteY64" fmla="*/ 602737 h 605921"/>
                <a:gd name="connsiteX65" fmla="*/ 271316 w 552598"/>
                <a:gd name="connsiteY65" fmla="*/ 605332 h 605921"/>
                <a:gd name="connsiteX66" fmla="*/ 206426 w 552598"/>
                <a:gd name="connsiteY66" fmla="*/ 560837 h 605921"/>
                <a:gd name="connsiteX67" fmla="*/ 206426 w 552598"/>
                <a:gd name="connsiteY67" fmla="*/ 555553 h 605921"/>
                <a:gd name="connsiteX68" fmla="*/ 271316 w 552598"/>
                <a:gd name="connsiteY68" fmla="*/ 511059 h 605921"/>
                <a:gd name="connsiteX69" fmla="*/ 276329 w 552598"/>
                <a:gd name="connsiteY69" fmla="*/ 513654 h 605921"/>
                <a:gd name="connsiteX70" fmla="*/ 276329 w 552598"/>
                <a:gd name="connsiteY70" fmla="*/ 537663 h 605921"/>
                <a:gd name="connsiteX71" fmla="*/ 511381 w 552598"/>
                <a:gd name="connsiteY71" fmla="*/ 302952 h 605921"/>
                <a:gd name="connsiteX72" fmla="*/ 414278 w 552598"/>
                <a:gd name="connsiteY72" fmla="*/ 112830 h 605921"/>
                <a:gd name="connsiteX73" fmla="*/ 281414 w 552598"/>
                <a:gd name="connsiteY73" fmla="*/ 589 h 605921"/>
                <a:gd name="connsiteX74" fmla="*/ 346313 w 552598"/>
                <a:gd name="connsiteY74" fmla="*/ 45086 h 605921"/>
                <a:gd name="connsiteX75" fmla="*/ 346313 w 552598"/>
                <a:gd name="connsiteY75" fmla="*/ 50277 h 605921"/>
                <a:gd name="connsiteX76" fmla="*/ 281414 w 552598"/>
                <a:gd name="connsiteY76" fmla="*/ 94775 h 605921"/>
                <a:gd name="connsiteX77" fmla="*/ 276308 w 552598"/>
                <a:gd name="connsiteY77" fmla="*/ 92179 h 605921"/>
                <a:gd name="connsiteX78" fmla="*/ 276308 w 552598"/>
                <a:gd name="connsiteY78" fmla="*/ 68262 h 605921"/>
                <a:gd name="connsiteX79" fmla="*/ 41223 w 552598"/>
                <a:gd name="connsiteY79" fmla="*/ 303077 h 605921"/>
                <a:gd name="connsiteX80" fmla="*/ 138432 w 552598"/>
                <a:gd name="connsiteY80" fmla="*/ 493302 h 605921"/>
                <a:gd name="connsiteX81" fmla="*/ 114200 w 552598"/>
                <a:gd name="connsiteY81" fmla="*/ 526582 h 605921"/>
                <a:gd name="connsiteX82" fmla="*/ 0 w 552598"/>
                <a:gd name="connsiteY82" fmla="*/ 303077 h 605921"/>
                <a:gd name="connsiteX83" fmla="*/ 276308 w 552598"/>
                <a:gd name="connsiteY83" fmla="*/ 27195 h 605921"/>
                <a:gd name="connsiteX84" fmla="*/ 276308 w 552598"/>
                <a:gd name="connsiteY84" fmla="*/ 3185 h 605921"/>
                <a:gd name="connsiteX85" fmla="*/ 281414 w 552598"/>
                <a:gd name="connsiteY85" fmla="*/ 589 h 60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52598" h="605921">
                  <a:moveTo>
                    <a:pt x="257952" y="238897"/>
                  </a:moveTo>
                  <a:cubicBezTo>
                    <a:pt x="255074" y="238897"/>
                    <a:pt x="252845" y="241122"/>
                    <a:pt x="252845" y="243996"/>
                  </a:cubicBezTo>
                  <a:lnTo>
                    <a:pt x="252845" y="308986"/>
                  </a:lnTo>
                  <a:lnTo>
                    <a:pt x="228056" y="308986"/>
                  </a:lnTo>
                  <a:cubicBezTo>
                    <a:pt x="225364" y="308986"/>
                    <a:pt x="223878" y="311953"/>
                    <a:pt x="225642" y="314085"/>
                  </a:cubicBezTo>
                  <a:lnTo>
                    <a:pt x="273271" y="372123"/>
                  </a:lnTo>
                  <a:cubicBezTo>
                    <a:pt x="274849" y="373977"/>
                    <a:pt x="277727" y="373977"/>
                    <a:pt x="279306" y="372123"/>
                  </a:cubicBezTo>
                  <a:lnTo>
                    <a:pt x="327027" y="314085"/>
                  </a:lnTo>
                  <a:cubicBezTo>
                    <a:pt x="328605" y="311953"/>
                    <a:pt x="327213" y="308894"/>
                    <a:pt x="324520" y="308986"/>
                  </a:cubicBezTo>
                  <a:lnTo>
                    <a:pt x="299731" y="308986"/>
                  </a:lnTo>
                  <a:lnTo>
                    <a:pt x="299731" y="243996"/>
                  </a:lnTo>
                  <a:cubicBezTo>
                    <a:pt x="299731" y="241122"/>
                    <a:pt x="297503" y="238897"/>
                    <a:pt x="294718" y="238897"/>
                  </a:cubicBezTo>
                  <a:close/>
                  <a:moveTo>
                    <a:pt x="260737" y="130146"/>
                  </a:moveTo>
                  <a:lnTo>
                    <a:pt x="291932" y="130146"/>
                  </a:lnTo>
                  <a:cubicBezTo>
                    <a:pt x="298431" y="130146"/>
                    <a:pt x="303445" y="135338"/>
                    <a:pt x="303445" y="141642"/>
                  </a:cubicBezTo>
                  <a:lnTo>
                    <a:pt x="303445" y="167602"/>
                  </a:lnTo>
                  <a:cubicBezTo>
                    <a:pt x="321642" y="171125"/>
                    <a:pt x="338632" y="178356"/>
                    <a:pt x="353580" y="188369"/>
                  </a:cubicBezTo>
                  <a:lnTo>
                    <a:pt x="371963" y="170012"/>
                  </a:lnTo>
                  <a:cubicBezTo>
                    <a:pt x="376420" y="165562"/>
                    <a:pt x="383661" y="165562"/>
                    <a:pt x="388118" y="170012"/>
                  </a:cubicBezTo>
                  <a:lnTo>
                    <a:pt x="410215" y="192077"/>
                  </a:lnTo>
                  <a:cubicBezTo>
                    <a:pt x="414671" y="196528"/>
                    <a:pt x="414671" y="203759"/>
                    <a:pt x="410215" y="208209"/>
                  </a:cubicBezTo>
                  <a:lnTo>
                    <a:pt x="391832" y="226566"/>
                  </a:lnTo>
                  <a:cubicBezTo>
                    <a:pt x="401859" y="241400"/>
                    <a:pt x="409100" y="258459"/>
                    <a:pt x="412628" y="276630"/>
                  </a:cubicBezTo>
                  <a:lnTo>
                    <a:pt x="438625" y="276630"/>
                  </a:lnTo>
                  <a:cubicBezTo>
                    <a:pt x="445124" y="276630"/>
                    <a:pt x="450137" y="281822"/>
                    <a:pt x="450137" y="288126"/>
                  </a:cubicBezTo>
                  <a:lnTo>
                    <a:pt x="450137" y="319277"/>
                  </a:lnTo>
                  <a:cubicBezTo>
                    <a:pt x="450137" y="325674"/>
                    <a:pt x="444938" y="330773"/>
                    <a:pt x="438625" y="330773"/>
                  </a:cubicBezTo>
                  <a:lnTo>
                    <a:pt x="412628" y="330773"/>
                  </a:lnTo>
                  <a:cubicBezTo>
                    <a:pt x="409100" y="348945"/>
                    <a:pt x="401859" y="365818"/>
                    <a:pt x="391832" y="380838"/>
                  </a:cubicBezTo>
                  <a:lnTo>
                    <a:pt x="410215" y="399102"/>
                  </a:lnTo>
                  <a:cubicBezTo>
                    <a:pt x="414671" y="403552"/>
                    <a:pt x="414671" y="410876"/>
                    <a:pt x="410215" y="415326"/>
                  </a:cubicBezTo>
                  <a:lnTo>
                    <a:pt x="388118" y="437299"/>
                  </a:lnTo>
                  <a:cubicBezTo>
                    <a:pt x="383661" y="441749"/>
                    <a:pt x="376420" y="441749"/>
                    <a:pt x="371963" y="437299"/>
                  </a:cubicBezTo>
                  <a:lnTo>
                    <a:pt x="353580" y="419035"/>
                  </a:lnTo>
                  <a:cubicBezTo>
                    <a:pt x="338725" y="429047"/>
                    <a:pt x="321642" y="436186"/>
                    <a:pt x="303445" y="439802"/>
                  </a:cubicBezTo>
                  <a:lnTo>
                    <a:pt x="303445" y="465761"/>
                  </a:lnTo>
                  <a:cubicBezTo>
                    <a:pt x="303445" y="472158"/>
                    <a:pt x="298246" y="477257"/>
                    <a:pt x="291932" y="477257"/>
                  </a:cubicBezTo>
                  <a:lnTo>
                    <a:pt x="260737" y="477257"/>
                  </a:lnTo>
                  <a:cubicBezTo>
                    <a:pt x="254331" y="477257"/>
                    <a:pt x="249224" y="472065"/>
                    <a:pt x="249224" y="465761"/>
                  </a:cubicBezTo>
                  <a:lnTo>
                    <a:pt x="249224" y="439802"/>
                  </a:lnTo>
                  <a:cubicBezTo>
                    <a:pt x="231027" y="436186"/>
                    <a:pt x="214130" y="429047"/>
                    <a:pt x="199089" y="419035"/>
                  </a:cubicBezTo>
                  <a:lnTo>
                    <a:pt x="180799" y="437299"/>
                  </a:lnTo>
                  <a:cubicBezTo>
                    <a:pt x="176342" y="441749"/>
                    <a:pt x="169008" y="441749"/>
                    <a:pt x="164551" y="437299"/>
                  </a:cubicBezTo>
                  <a:lnTo>
                    <a:pt x="142547" y="415326"/>
                  </a:lnTo>
                  <a:cubicBezTo>
                    <a:pt x="138091" y="410876"/>
                    <a:pt x="138091" y="403552"/>
                    <a:pt x="142547" y="399102"/>
                  </a:cubicBezTo>
                  <a:lnTo>
                    <a:pt x="160837" y="380838"/>
                  </a:lnTo>
                  <a:cubicBezTo>
                    <a:pt x="150810" y="366004"/>
                    <a:pt x="143661" y="348945"/>
                    <a:pt x="140041" y="330773"/>
                  </a:cubicBezTo>
                  <a:lnTo>
                    <a:pt x="114044" y="330773"/>
                  </a:lnTo>
                  <a:cubicBezTo>
                    <a:pt x="107638" y="330773"/>
                    <a:pt x="102532" y="325582"/>
                    <a:pt x="102532" y="319277"/>
                  </a:cubicBezTo>
                  <a:lnTo>
                    <a:pt x="102532" y="288126"/>
                  </a:lnTo>
                  <a:cubicBezTo>
                    <a:pt x="102532" y="281636"/>
                    <a:pt x="107731" y="276630"/>
                    <a:pt x="114044" y="276630"/>
                  </a:cubicBezTo>
                  <a:lnTo>
                    <a:pt x="140041" y="276630"/>
                  </a:lnTo>
                  <a:cubicBezTo>
                    <a:pt x="143661" y="258459"/>
                    <a:pt x="150810" y="241492"/>
                    <a:pt x="160837" y="226566"/>
                  </a:cubicBezTo>
                  <a:lnTo>
                    <a:pt x="142547" y="208209"/>
                  </a:lnTo>
                  <a:cubicBezTo>
                    <a:pt x="138091" y="203759"/>
                    <a:pt x="138091" y="196528"/>
                    <a:pt x="142547" y="192077"/>
                  </a:cubicBezTo>
                  <a:lnTo>
                    <a:pt x="164551" y="170012"/>
                  </a:lnTo>
                  <a:cubicBezTo>
                    <a:pt x="169008" y="165562"/>
                    <a:pt x="176342" y="165562"/>
                    <a:pt x="180799" y="170012"/>
                  </a:cubicBezTo>
                  <a:lnTo>
                    <a:pt x="199089" y="188369"/>
                  </a:lnTo>
                  <a:cubicBezTo>
                    <a:pt x="213944" y="178356"/>
                    <a:pt x="231027" y="171125"/>
                    <a:pt x="249224" y="167602"/>
                  </a:cubicBezTo>
                  <a:lnTo>
                    <a:pt x="249224" y="141642"/>
                  </a:lnTo>
                  <a:cubicBezTo>
                    <a:pt x="249224" y="135153"/>
                    <a:pt x="254424" y="130146"/>
                    <a:pt x="260737" y="130146"/>
                  </a:cubicBezTo>
                  <a:close/>
                  <a:moveTo>
                    <a:pt x="438507" y="79551"/>
                  </a:moveTo>
                  <a:cubicBezTo>
                    <a:pt x="510081" y="131462"/>
                    <a:pt x="552598" y="214890"/>
                    <a:pt x="552598" y="302952"/>
                  </a:cubicBezTo>
                  <a:cubicBezTo>
                    <a:pt x="552598" y="455069"/>
                    <a:pt x="428760" y="578821"/>
                    <a:pt x="276329" y="578821"/>
                  </a:cubicBezTo>
                  <a:lnTo>
                    <a:pt x="276329" y="602737"/>
                  </a:lnTo>
                  <a:cubicBezTo>
                    <a:pt x="276329" y="605332"/>
                    <a:pt x="273358" y="606815"/>
                    <a:pt x="271316" y="605332"/>
                  </a:cubicBezTo>
                  <a:lnTo>
                    <a:pt x="206426" y="560837"/>
                  </a:lnTo>
                  <a:cubicBezTo>
                    <a:pt x="204569" y="559539"/>
                    <a:pt x="204569" y="556759"/>
                    <a:pt x="206426" y="555553"/>
                  </a:cubicBezTo>
                  <a:lnTo>
                    <a:pt x="271316" y="511059"/>
                  </a:lnTo>
                  <a:cubicBezTo>
                    <a:pt x="273544" y="509575"/>
                    <a:pt x="276329" y="511059"/>
                    <a:pt x="276329" y="513654"/>
                  </a:cubicBezTo>
                  <a:lnTo>
                    <a:pt x="276329" y="537663"/>
                  </a:lnTo>
                  <a:cubicBezTo>
                    <a:pt x="405923" y="537663"/>
                    <a:pt x="511381" y="432358"/>
                    <a:pt x="511381" y="302952"/>
                  </a:cubicBezTo>
                  <a:cubicBezTo>
                    <a:pt x="511381" y="228053"/>
                    <a:pt x="475176" y="156954"/>
                    <a:pt x="414278" y="112830"/>
                  </a:cubicBezTo>
                  <a:close/>
                  <a:moveTo>
                    <a:pt x="281414" y="589"/>
                  </a:moveTo>
                  <a:lnTo>
                    <a:pt x="346313" y="45086"/>
                  </a:lnTo>
                  <a:cubicBezTo>
                    <a:pt x="348170" y="46384"/>
                    <a:pt x="348170" y="49072"/>
                    <a:pt x="346313" y="50277"/>
                  </a:cubicBezTo>
                  <a:lnTo>
                    <a:pt x="281414" y="94775"/>
                  </a:lnTo>
                  <a:cubicBezTo>
                    <a:pt x="279186" y="96258"/>
                    <a:pt x="276308" y="94775"/>
                    <a:pt x="276308" y="92179"/>
                  </a:cubicBezTo>
                  <a:lnTo>
                    <a:pt x="276308" y="68262"/>
                  </a:lnTo>
                  <a:cubicBezTo>
                    <a:pt x="146695" y="68262"/>
                    <a:pt x="41223" y="173665"/>
                    <a:pt x="41223" y="303077"/>
                  </a:cubicBezTo>
                  <a:cubicBezTo>
                    <a:pt x="41223" y="377980"/>
                    <a:pt x="77526" y="449176"/>
                    <a:pt x="138432" y="493302"/>
                  </a:cubicBezTo>
                  <a:lnTo>
                    <a:pt x="114200" y="526582"/>
                  </a:lnTo>
                  <a:cubicBezTo>
                    <a:pt x="42709" y="474762"/>
                    <a:pt x="0" y="391237"/>
                    <a:pt x="0" y="303077"/>
                  </a:cubicBezTo>
                  <a:cubicBezTo>
                    <a:pt x="0" y="150953"/>
                    <a:pt x="123948" y="27195"/>
                    <a:pt x="276308" y="27195"/>
                  </a:cubicBezTo>
                  <a:lnTo>
                    <a:pt x="276308" y="3185"/>
                  </a:lnTo>
                  <a:cubicBezTo>
                    <a:pt x="276308" y="589"/>
                    <a:pt x="279279" y="-894"/>
                    <a:pt x="281414" y="589"/>
                  </a:cubicBezTo>
                  <a:close/>
                </a:path>
              </a:pathLst>
            </a:custGeom>
            <a:solidFill>
              <a:schemeClr val="bg1"/>
            </a:solidFill>
            <a:ln w="12700" cap="flat">
              <a:noFill/>
              <a:miter lim="400000"/>
            </a:ln>
            <a:effectLst/>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grpSp>
        <p:nvGrpSpPr>
          <p:cNvPr id="39" name="组合 38">
            <a:extLst>
              <a:ext uri="{FF2B5EF4-FFF2-40B4-BE49-F238E27FC236}">
                <a16:creationId xmlns:a16="http://schemas.microsoft.com/office/drawing/2014/main" id="{2BE1F27A-1A0A-46C2-8DCD-B4BD510749E6}"/>
              </a:ext>
            </a:extLst>
          </p:cNvPr>
          <p:cNvGrpSpPr/>
          <p:nvPr/>
        </p:nvGrpSpPr>
        <p:grpSpPr>
          <a:xfrm>
            <a:off x="4366990" y="3396915"/>
            <a:ext cx="780959" cy="780944"/>
            <a:chOff x="4366990" y="3150172"/>
            <a:chExt cx="780959" cy="780944"/>
          </a:xfrm>
        </p:grpSpPr>
        <p:sp>
          <p:nvSpPr>
            <p:cNvPr id="41" name="Freeform: Shape 20">
              <a:extLst>
                <a:ext uri="{FF2B5EF4-FFF2-40B4-BE49-F238E27FC236}">
                  <a16:creationId xmlns:a16="http://schemas.microsoft.com/office/drawing/2014/main" id="{3BA1B438-173C-4B15-904F-7FAD90AB276A}"/>
                </a:ext>
              </a:extLst>
            </p:cNvPr>
            <p:cNvSpPr/>
            <p:nvPr/>
          </p:nvSpPr>
          <p:spPr>
            <a:xfrm>
              <a:off x="4366990" y="3150172"/>
              <a:ext cx="780959" cy="780944"/>
            </a:xfrm>
            <a:custGeom>
              <a:avLst/>
              <a:gdLst/>
              <a:ahLst/>
              <a:cxnLst>
                <a:cxn ang="0">
                  <a:pos x="wd2" y="hd2"/>
                </a:cxn>
                <a:cxn ang="5400000">
                  <a:pos x="wd2" y="hd2"/>
                </a:cxn>
                <a:cxn ang="10800000">
                  <a:pos x="wd2" y="hd2"/>
                </a:cxn>
                <a:cxn ang="16200000">
                  <a:pos x="wd2" y="hd2"/>
                </a:cxn>
              </a:cxnLst>
              <a:rect l="0" t="0" r="r" b="b"/>
              <a:pathLst>
                <a:path w="19807" h="19807" extrusionOk="0">
                  <a:moveTo>
                    <a:pt x="11898" y="19602"/>
                  </a:moveTo>
                  <a:cubicBezTo>
                    <a:pt x="6542" y="20704"/>
                    <a:pt x="1306" y="17256"/>
                    <a:pt x="204" y="11899"/>
                  </a:cubicBezTo>
                  <a:cubicBezTo>
                    <a:pt x="-897" y="6542"/>
                    <a:pt x="2552" y="1307"/>
                    <a:pt x="7907" y="205"/>
                  </a:cubicBezTo>
                  <a:cubicBezTo>
                    <a:pt x="13261" y="-896"/>
                    <a:pt x="18494" y="2549"/>
                    <a:pt x="19599" y="7900"/>
                  </a:cubicBezTo>
                  <a:cubicBezTo>
                    <a:pt x="19600" y="7903"/>
                    <a:pt x="19600" y="7905"/>
                    <a:pt x="19601" y="7908"/>
                  </a:cubicBezTo>
                  <a:cubicBezTo>
                    <a:pt x="20703" y="13264"/>
                    <a:pt x="17254" y="18500"/>
                    <a:pt x="11898" y="19602"/>
                  </a:cubicBezTo>
                  <a:close/>
                </a:path>
              </a:pathLst>
            </a:custGeom>
            <a:solidFill>
              <a:schemeClr val="accent2"/>
            </a:solidFill>
            <a:ln w="12700" cap="flat">
              <a:noFill/>
              <a:miter lim="400000"/>
            </a:ln>
            <a:effectLst/>
          </p:spPr>
          <p:txBody>
            <a:bodyPr anchor="ctr"/>
            <a:lstStyle/>
            <a:p>
              <a:pPr algn="ctr"/>
              <a:endParaRPr dirty="0">
                <a:cs typeface="+mn-ea"/>
                <a:sym typeface="+mn-lt"/>
              </a:endParaRPr>
            </a:p>
          </p:txBody>
        </p:sp>
        <p:sp>
          <p:nvSpPr>
            <p:cNvPr id="42" name="Freeform: Shape 20">
              <a:extLst>
                <a:ext uri="{FF2B5EF4-FFF2-40B4-BE49-F238E27FC236}">
                  <a16:creationId xmlns:a16="http://schemas.microsoft.com/office/drawing/2014/main" id="{161353E2-971C-4AE8-9285-F3741E4D5E10}"/>
                </a:ext>
              </a:extLst>
            </p:cNvPr>
            <p:cNvSpPr/>
            <p:nvPr/>
          </p:nvSpPr>
          <p:spPr>
            <a:xfrm>
              <a:off x="4591312" y="3368926"/>
              <a:ext cx="332315" cy="343436"/>
            </a:xfrm>
            <a:custGeom>
              <a:avLst/>
              <a:gdLst>
                <a:gd name="T0" fmla="*/ 743 w 743"/>
                <a:gd name="T1" fmla="*/ 27 h 769"/>
                <a:gd name="T2" fmla="*/ 736 w 743"/>
                <a:gd name="T3" fmla="*/ 8 h 769"/>
                <a:gd name="T4" fmla="*/ 717 w 743"/>
                <a:gd name="T5" fmla="*/ 0 h 769"/>
                <a:gd name="T6" fmla="*/ 599 w 743"/>
                <a:gd name="T7" fmla="*/ 0 h 769"/>
                <a:gd name="T8" fmla="*/ 591 w 743"/>
                <a:gd name="T9" fmla="*/ 1 h 769"/>
                <a:gd name="T10" fmla="*/ 569 w 743"/>
                <a:gd name="T11" fmla="*/ 1 h 769"/>
                <a:gd name="T12" fmla="*/ 555 w 743"/>
                <a:gd name="T13" fmla="*/ 2 h 769"/>
                <a:gd name="T14" fmla="*/ 184 w 743"/>
                <a:gd name="T15" fmla="*/ 2 h 769"/>
                <a:gd name="T16" fmla="*/ 171 w 743"/>
                <a:gd name="T17" fmla="*/ 1 h 769"/>
                <a:gd name="T18" fmla="*/ 152 w 743"/>
                <a:gd name="T19" fmla="*/ 1 h 769"/>
                <a:gd name="T20" fmla="*/ 144 w 743"/>
                <a:gd name="T21" fmla="*/ 0 h 769"/>
                <a:gd name="T22" fmla="*/ 26 w 743"/>
                <a:gd name="T23" fmla="*/ 0 h 769"/>
                <a:gd name="T24" fmla="*/ 8 w 743"/>
                <a:gd name="T25" fmla="*/ 8 h 769"/>
                <a:gd name="T26" fmla="*/ 0 w 743"/>
                <a:gd name="T27" fmla="*/ 27 h 769"/>
                <a:gd name="T28" fmla="*/ 118 w 743"/>
                <a:gd name="T29" fmla="*/ 266 h 769"/>
                <a:gd name="T30" fmla="*/ 118 w 743"/>
                <a:gd name="T31" fmla="*/ 267 h 769"/>
                <a:gd name="T32" fmla="*/ 118 w 743"/>
                <a:gd name="T33" fmla="*/ 270 h 769"/>
                <a:gd name="T34" fmla="*/ 342 w 743"/>
                <a:gd name="T35" fmla="*/ 511 h 769"/>
                <a:gd name="T36" fmla="*/ 342 w 743"/>
                <a:gd name="T37" fmla="*/ 713 h 769"/>
                <a:gd name="T38" fmla="*/ 242 w 743"/>
                <a:gd name="T39" fmla="*/ 713 h 769"/>
                <a:gd name="T40" fmla="*/ 228 w 743"/>
                <a:gd name="T41" fmla="*/ 727 h 769"/>
                <a:gd name="T42" fmla="*/ 228 w 743"/>
                <a:gd name="T43" fmla="*/ 756 h 769"/>
                <a:gd name="T44" fmla="*/ 242 w 743"/>
                <a:gd name="T45" fmla="*/ 769 h 769"/>
                <a:gd name="T46" fmla="*/ 498 w 743"/>
                <a:gd name="T47" fmla="*/ 769 h 769"/>
                <a:gd name="T48" fmla="*/ 511 w 743"/>
                <a:gd name="T49" fmla="*/ 756 h 769"/>
                <a:gd name="T50" fmla="*/ 511 w 743"/>
                <a:gd name="T51" fmla="*/ 727 h 769"/>
                <a:gd name="T52" fmla="*/ 498 w 743"/>
                <a:gd name="T53" fmla="*/ 713 h 769"/>
                <a:gd name="T54" fmla="*/ 398 w 743"/>
                <a:gd name="T55" fmla="*/ 713 h 769"/>
                <a:gd name="T56" fmla="*/ 398 w 743"/>
                <a:gd name="T57" fmla="*/ 511 h 769"/>
                <a:gd name="T58" fmla="*/ 621 w 743"/>
                <a:gd name="T59" fmla="*/ 279 h 769"/>
                <a:gd name="T60" fmla="*/ 623 w 743"/>
                <a:gd name="T61" fmla="*/ 271 h 769"/>
                <a:gd name="T62" fmla="*/ 623 w 743"/>
                <a:gd name="T63" fmla="*/ 266 h 769"/>
                <a:gd name="T64" fmla="*/ 743 w 743"/>
                <a:gd name="T65" fmla="*/ 27 h 769"/>
                <a:gd name="T66" fmla="*/ 370 w 743"/>
                <a:gd name="T67" fmla="*/ 457 h 769"/>
                <a:gd name="T68" fmla="*/ 174 w 743"/>
                <a:gd name="T69" fmla="*/ 261 h 769"/>
                <a:gd name="T70" fmla="*/ 174 w 743"/>
                <a:gd name="T71" fmla="*/ 58 h 769"/>
                <a:gd name="T72" fmla="*/ 566 w 743"/>
                <a:gd name="T73" fmla="*/ 58 h 769"/>
                <a:gd name="T74" fmla="*/ 566 w 743"/>
                <a:gd name="T75" fmla="*/ 261 h 769"/>
                <a:gd name="T76" fmla="*/ 370 w 743"/>
                <a:gd name="T77" fmla="*/ 457 h 769"/>
                <a:gd name="T78" fmla="*/ 118 w 743"/>
                <a:gd name="T79" fmla="*/ 209 h 769"/>
                <a:gd name="T80" fmla="*/ 55 w 743"/>
                <a:gd name="T81" fmla="*/ 53 h 769"/>
                <a:gd name="T82" fmla="*/ 118 w 743"/>
                <a:gd name="T83" fmla="*/ 53 h 769"/>
                <a:gd name="T84" fmla="*/ 118 w 743"/>
                <a:gd name="T85" fmla="*/ 209 h 769"/>
                <a:gd name="T86" fmla="*/ 626 w 743"/>
                <a:gd name="T87" fmla="*/ 209 h 769"/>
                <a:gd name="T88" fmla="*/ 626 w 743"/>
                <a:gd name="T89" fmla="*/ 53 h 769"/>
                <a:gd name="T90" fmla="*/ 688 w 743"/>
                <a:gd name="T91" fmla="*/ 53 h 769"/>
                <a:gd name="T92" fmla="*/ 626 w 743"/>
                <a:gd name="T93" fmla="*/ 209 h 7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43" h="769">
                  <a:moveTo>
                    <a:pt x="743" y="27"/>
                  </a:moveTo>
                  <a:cubicBezTo>
                    <a:pt x="743" y="20"/>
                    <a:pt x="741" y="13"/>
                    <a:pt x="736" y="8"/>
                  </a:cubicBezTo>
                  <a:cubicBezTo>
                    <a:pt x="731" y="3"/>
                    <a:pt x="724" y="0"/>
                    <a:pt x="717" y="0"/>
                  </a:cubicBezTo>
                  <a:lnTo>
                    <a:pt x="599" y="0"/>
                  </a:lnTo>
                  <a:cubicBezTo>
                    <a:pt x="596" y="0"/>
                    <a:pt x="594" y="0"/>
                    <a:pt x="591" y="1"/>
                  </a:cubicBezTo>
                  <a:lnTo>
                    <a:pt x="569" y="1"/>
                  </a:lnTo>
                  <a:cubicBezTo>
                    <a:pt x="565" y="1"/>
                    <a:pt x="560" y="1"/>
                    <a:pt x="555" y="2"/>
                  </a:cubicBezTo>
                  <a:lnTo>
                    <a:pt x="184" y="2"/>
                  </a:lnTo>
                  <a:cubicBezTo>
                    <a:pt x="179" y="1"/>
                    <a:pt x="175" y="1"/>
                    <a:pt x="171" y="1"/>
                  </a:cubicBezTo>
                  <a:lnTo>
                    <a:pt x="152" y="1"/>
                  </a:lnTo>
                  <a:cubicBezTo>
                    <a:pt x="149" y="0"/>
                    <a:pt x="147" y="0"/>
                    <a:pt x="144" y="0"/>
                  </a:cubicBezTo>
                  <a:lnTo>
                    <a:pt x="26" y="0"/>
                  </a:lnTo>
                  <a:cubicBezTo>
                    <a:pt x="19" y="0"/>
                    <a:pt x="13" y="3"/>
                    <a:pt x="8" y="8"/>
                  </a:cubicBezTo>
                  <a:cubicBezTo>
                    <a:pt x="2" y="13"/>
                    <a:pt x="0" y="20"/>
                    <a:pt x="0" y="27"/>
                  </a:cubicBezTo>
                  <a:cubicBezTo>
                    <a:pt x="0" y="36"/>
                    <a:pt x="3" y="239"/>
                    <a:pt x="118" y="266"/>
                  </a:cubicBezTo>
                  <a:lnTo>
                    <a:pt x="118" y="267"/>
                  </a:lnTo>
                  <a:cubicBezTo>
                    <a:pt x="118" y="268"/>
                    <a:pt x="118" y="269"/>
                    <a:pt x="118" y="270"/>
                  </a:cubicBezTo>
                  <a:cubicBezTo>
                    <a:pt x="123" y="394"/>
                    <a:pt x="220" y="497"/>
                    <a:pt x="342" y="511"/>
                  </a:cubicBezTo>
                  <a:lnTo>
                    <a:pt x="342" y="713"/>
                  </a:lnTo>
                  <a:lnTo>
                    <a:pt x="242" y="713"/>
                  </a:lnTo>
                  <a:cubicBezTo>
                    <a:pt x="234" y="713"/>
                    <a:pt x="228" y="719"/>
                    <a:pt x="228" y="727"/>
                  </a:cubicBezTo>
                  <a:lnTo>
                    <a:pt x="228" y="756"/>
                  </a:lnTo>
                  <a:cubicBezTo>
                    <a:pt x="228" y="763"/>
                    <a:pt x="234" y="769"/>
                    <a:pt x="242" y="769"/>
                  </a:cubicBezTo>
                  <a:lnTo>
                    <a:pt x="498" y="769"/>
                  </a:lnTo>
                  <a:cubicBezTo>
                    <a:pt x="505" y="769"/>
                    <a:pt x="511" y="763"/>
                    <a:pt x="511" y="756"/>
                  </a:cubicBezTo>
                  <a:lnTo>
                    <a:pt x="511" y="727"/>
                  </a:lnTo>
                  <a:cubicBezTo>
                    <a:pt x="511" y="719"/>
                    <a:pt x="505" y="713"/>
                    <a:pt x="498" y="713"/>
                  </a:cubicBezTo>
                  <a:lnTo>
                    <a:pt x="398" y="713"/>
                  </a:lnTo>
                  <a:lnTo>
                    <a:pt x="398" y="511"/>
                  </a:lnTo>
                  <a:cubicBezTo>
                    <a:pt x="519" y="498"/>
                    <a:pt x="612" y="401"/>
                    <a:pt x="621" y="279"/>
                  </a:cubicBezTo>
                  <a:cubicBezTo>
                    <a:pt x="622" y="277"/>
                    <a:pt x="623" y="274"/>
                    <a:pt x="623" y="271"/>
                  </a:cubicBezTo>
                  <a:lnTo>
                    <a:pt x="623" y="266"/>
                  </a:lnTo>
                  <a:cubicBezTo>
                    <a:pt x="740" y="242"/>
                    <a:pt x="743" y="36"/>
                    <a:pt x="743" y="27"/>
                  </a:cubicBezTo>
                  <a:close/>
                  <a:moveTo>
                    <a:pt x="370" y="457"/>
                  </a:moveTo>
                  <a:cubicBezTo>
                    <a:pt x="262" y="457"/>
                    <a:pt x="174" y="369"/>
                    <a:pt x="174" y="261"/>
                  </a:cubicBezTo>
                  <a:lnTo>
                    <a:pt x="174" y="58"/>
                  </a:lnTo>
                  <a:lnTo>
                    <a:pt x="566" y="58"/>
                  </a:lnTo>
                  <a:lnTo>
                    <a:pt x="566" y="261"/>
                  </a:lnTo>
                  <a:cubicBezTo>
                    <a:pt x="566" y="369"/>
                    <a:pt x="478" y="457"/>
                    <a:pt x="370" y="457"/>
                  </a:cubicBezTo>
                  <a:close/>
                  <a:moveTo>
                    <a:pt x="118" y="209"/>
                  </a:moveTo>
                  <a:cubicBezTo>
                    <a:pt x="73" y="184"/>
                    <a:pt x="59" y="98"/>
                    <a:pt x="55" y="53"/>
                  </a:cubicBezTo>
                  <a:lnTo>
                    <a:pt x="118" y="53"/>
                  </a:lnTo>
                  <a:lnTo>
                    <a:pt x="118" y="209"/>
                  </a:lnTo>
                  <a:close/>
                  <a:moveTo>
                    <a:pt x="626" y="209"/>
                  </a:moveTo>
                  <a:lnTo>
                    <a:pt x="626" y="53"/>
                  </a:lnTo>
                  <a:lnTo>
                    <a:pt x="688" y="53"/>
                  </a:lnTo>
                  <a:cubicBezTo>
                    <a:pt x="684" y="98"/>
                    <a:pt x="670" y="184"/>
                    <a:pt x="626" y="209"/>
                  </a:cubicBezTo>
                  <a:close/>
                </a:path>
              </a:pathLst>
            </a:custGeom>
            <a:solidFill>
              <a:schemeClr val="bg1"/>
            </a:solidFill>
            <a:ln w="12700" cap="flat">
              <a:noFill/>
              <a:miter lim="400000"/>
            </a:ln>
            <a:effectLst/>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grpSp>
        <p:nvGrpSpPr>
          <p:cNvPr id="43" name="组合 42">
            <a:extLst>
              <a:ext uri="{FF2B5EF4-FFF2-40B4-BE49-F238E27FC236}">
                <a16:creationId xmlns:a16="http://schemas.microsoft.com/office/drawing/2014/main" id="{C3422EF2-D3EE-476A-AA68-1A7FE24C0E35}"/>
              </a:ext>
            </a:extLst>
          </p:cNvPr>
          <p:cNvGrpSpPr/>
          <p:nvPr/>
        </p:nvGrpSpPr>
        <p:grpSpPr>
          <a:xfrm>
            <a:off x="6368851" y="2269669"/>
            <a:ext cx="780937" cy="780944"/>
            <a:chOff x="6368851" y="2022926"/>
            <a:chExt cx="780937" cy="780944"/>
          </a:xfrm>
        </p:grpSpPr>
        <p:sp>
          <p:nvSpPr>
            <p:cNvPr id="45" name="Freeform: Shape 5">
              <a:extLst>
                <a:ext uri="{FF2B5EF4-FFF2-40B4-BE49-F238E27FC236}">
                  <a16:creationId xmlns:a16="http://schemas.microsoft.com/office/drawing/2014/main" id="{DEB5A7AC-C69A-43CA-8115-B2F9B45BF74B}"/>
                </a:ext>
              </a:extLst>
            </p:cNvPr>
            <p:cNvSpPr/>
            <p:nvPr/>
          </p:nvSpPr>
          <p:spPr>
            <a:xfrm>
              <a:off x="6368851" y="2022926"/>
              <a:ext cx="780937" cy="780944"/>
            </a:xfrm>
            <a:custGeom>
              <a:avLst/>
              <a:gdLst/>
              <a:ahLst/>
              <a:cxnLst>
                <a:cxn ang="0">
                  <a:pos x="wd2" y="hd2"/>
                </a:cxn>
                <a:cxn ang="5400000">
                  <a:pos x="wd2" y="hd2"/>
                </a:cxn>
                <a:cxn ang="10800000">
                  <a:pos x="wd2" y="hd2"/>
                </a:cxn>
                <a:cxn ang="16200000">
                  <a:pos x="wd2" y="hd2"/>
                </a:cxn>
              </a:cxnLst>
              <a:rect l="0" t="0" r="r" b="b"/>
              <a:pathLst>
                <a:path w="19807" h="19807" extrusionOk="0">
                  <a:moveTo>
                    <a:pt x="7907" y="205"/>
                  </a:moveTo>
                  <a:cubicBezTo>
                    <a:pt x="13264" y="-897"/>
                    <a:pt x="18498" y="2551"/>
                    <a:pt x="19601" y="7908"/>
                  </a:cubicBezTo>
                  <a:cubicBezTo>
                    <a:pt x="20703" y="13264"/>
                    <a:pt x="17254" y="18500"/>
                    <a:pt x="11898" y="19602"/>
                  </a:cubicBezTo>
                  <a:cubicBezTo>
                    <a:pt x="6545" y="20703"/>
                    <a:pt x="1312" y="17258"/>
                    <a:pt x="206" y="11907"/>
                  </a:cubicBezTo>
                  <a:cubicBezTo>
                    <a:pt x="206" y="11904"/>
                    <a:pt x="205" y="11901"/>
                    <a:pt x="204" y="11899"/>
                  </a:cubicBezTo>
                  <a:cubicBezTo>
                    <a:pt x="-897" y="6542"/>
                    <a:pt x="2551" y="1307"/>
                    <a:pt x="7907" y="205"/>
                  </a:cubicBezTo>
                  <a:close/>
                </a:path>
              </a:pathLst>
            </a:custGeom>
            <a:solidFill>
              <a:schemeClr val="accent2"/>
            </a:solidFill>
            <a:ln w="12700" cap="flat">
              <a:noFill/>
              <a:miter lim="400000"/>
            </a:ln>
            <a:effectLst/>
          </p:spPr>
          <p:txBody>
            <a:bodyPr anchor="ctr"/>
            <a:lstStyle/>
            <a:p>
              <a:pPr algn="ctr"/>
              <a:endParaRPr dirty="0">
                <a:cs typeface="+mn-ea"/>
                <a:sym typeface="+mn-lt"/>
              </a:endParaRPr>
            </a:p>
          </p:txBody>
        </p:sp>
        <p:sp>
          <p:nvSpPr>
            <p:cNvPr id="47" name="Freeform: Shape 5">
              <a:extLst>
                <a:ext uri="{FF2B5EF4-FFF2-40B4-BE49-F238E27FC236}">
                  <a16:creationId xmlns:a16="http://schemas.microsoft.com/office/drawing/2014/main" id="{1A892AA0-131B-49E3-9304-46282A0CE773}"/>
                </a:ext>
              </a:extLst>
            </p:cNvPr>
            <p:cNvSpPr/>
            <p:nvPr/>
          </p:nvSpPr>
          <p:spPr>
            <a:xfrm>
              <a:off x="6602717" y="2241683"/>
              <a:ext cx="313206" cy="343430"/>
            </a:xfrm>
            <a:custGeom>
              <a:avLst/>
              <a:gdLst>
                <a:gd name="connsiteX0" fmla="*/ 130776 w 510187"/>
                <a:gd name="connsiteY0" fmla="*/ 398252 h 559418"/>
                <a:gd name="connsiteX1" fmla="*/ 180826 w 510187"/>
                <a:gd name="connsiteY1" fmla="*/ 398252 h 559418"/>
                <a:gd name="connsiteX2" fmla="*/ 195356 w 510187"/>
                <a:gd name="connsiteY2" fmla="*/ 420815 h 559418"/>
                <a:gd name="connsiteX3" fmla="*/ 140463 w 510187"/>
                <a:gd name="connsiteY3" fmla="*/ 420815 h 559418"/>
                <a:gd name="connsiteX4" fmla="*/ 48435 w 510187"/>
                <a:gd name="connsiteY4" fmla="*/ 535243 h 559418"/>
                <a:gd name="connsiteX5" fmla="*/ 461752 w 510187"/>
                <a:gd name="connsiteY5" fmla="*/ 535243 h 559418"/>
                <a:gd name="connsiteX6" fmla="*/ 369724 w 510187"/>
                <a:gd name="connsiteY6" fmla="*/ 420815 h 559418"/>
                <a:gd name="connsiteX7" fmla="*/ 316445 w 510187"/>
                <a:gd name="connsiteY7" fmla="*/ 420815 h 559418"/>
                <a:gd name="connsiteX8" fmla="*/ 329361 w 510187"/>
                <a:gd name="connsiteY8" fmla="*/ 398252 h 559418"/>
                <a:gd name="connsiteX9" fmla="*/ 381026 w 510187"/>
                <a:gd name="connsiteY9" fmla="*/ 398252 h 559418"/>
                <a:gd name="connsiteX10" fmla="*/ 510187 w 510187"/>
                <a:gd name="connsiteY10" fmla="*/ 559418 h 559418"/>
                <a:gd name="connsiteX11" fmla="*/ 0 w 510187"/>
                <a:gd name="connsiteY11" fmla="*/ 559418 h 559418"/>
                <a:gd name="connsiteX12" fmla="*/ 254964 w 510187"/>
                <a:gd name="connsiteY12" fmla="*/ 79000 h 559418"/>
                <a:gd name="connsiteX13" fmla="*/ 175836 w 510187"/>
                <a:gd name="connsiteY13" fmla="*/ 159612 h 559418"/>
                <a:gd name="connsiteX14" fmla="*/ 254964 w 510187"/>
                <a:gd name="connsiteY14" fmla="*/ 238611 h 559418"/>
                <a:gd name="connsiteX15" fmla="*/ 335706 w 510187"/>
                <a:gd name="connsiteY15" fmla="*/ 159612 h 559418"/>
                <a:gd name="connsiteX16" fmla="*/ 254964 w 510187"/>
                <a:gd name="connsiteY16" fmla="*/ 79000 h 559418"/>
                <a:gd name="connsiteX17" fmla="*/ 254964 w 510187"/>
                <a:gd name="connsiteY17" fmla="*/ 0 h 559418"/>
                <a:gd name="connsiteX18" fmla="*/ 414834 w 510187"/>
                <a:gd name="connsiteY18" fmla="*/ 159612 h 559418"/>
                <a:gd name="connsiteX19" fmla="*/ 254964 w 510187"/>
                <a:gd name="connsiteY19" fmla="*/ 478835 h 559418"/>
                <a:gd name="connsiteX20" fmla="*/ 95093 w 510187"/>
                <a:gd name="connsiteY20" fmla="*/ 159612 h 559418"/>
                <a:gd name="connsiteX21" fmla="*/ 254964 w 510187"/>
                <a:gd name="connsiteY21" fmla="*/ 0 h 559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10187" h="559418">
                  <a:moveTo>
                    <a:pt x="130776" y="398252"/>
                  </a:moveTo>
                  <a:lnTo>
                    <a:pt x="180826" y="398252"/>
                  </a:lnTo>
                  <a:cubicBezTo>
                    <a:pt x="185669" y="404699"/>
                    <a:pt x="190513" y="412757"/>
                    <a:pt x="195356" y="420815"/>
                  </a:cubicBezTo>
                  <a:lnTo>
                    <a:pt x="140463" y="420815"/>
                  </a:lnTo>
                  <a:lnTo>
                    <a:pt x="48435" y="535243"/>
                  </a:lnTo>
                  <a:lnTo>
                    <a:pt x="461752" y="535243"/>
                  </a:lnTo>
                  <a:lnTo>
                    <a:pt x="369724" y="420815"/>
                  </a:lnTo>
                  <a:lnTo>
                    <a:pt x="316445" y="420815"/>
                  </a:lnTo>
                  <a:cubicBezTo>
                    <a:pt x="319674" y="412757"/>
                    <a:pt x="324518" y="404699"/>
                    <a:pt x="329361" y="398252"/>
                  </a:cubicBezTo>
                  <a:lnTo>
                    <a:pt x="381026" y="398252"/>
                  </a:lnTo>
                  <a:lnTo>
                    <a:pt x="510187" y="559418"/>
                  </a:lnTo>
                  <a:lnTo>
                    <a:pt x="0" y="559418"/>
                  </a:lnTo>
                  <a:close/>
                  <a:moveTo>
                    <a:pt x="254964" y="79000"/>
                  </a:moveTo>
                  <a:cubicBezTo>
                    <a:pt x="211363" y="79000"/>
                    <a:pt x="175836" y="116081"/>
                    <a:pt x="175836" y="159612"/>
                  </a:cubicBezTo>
                  <a:cubicBezTo>
                    <a:pt x="175836" y="203142"/>
                    <a:pt x="211363" y="238611"/>
                    <a:pt x="254964" y="238611"/>
                  </a:cubicBezTo>
                  <a:cubicBezTo>
                    <a:pt x="300179" y="238611"/>
                    <a:pt x="335706" y="203142"/>
                    <a:pt x="335706" y="159612"/>
                  </a:cubicBezTo>
                  <a:cubicBezTo>
                    <a:pt x="335706" y="116081"/>
                    <a:pt x="300179" y="79000"/>
                    <a:pt x="254964" y="79000"/>
                  </a:cubicBezTo>
                  <a:close/>
                  <a:moveTo>
                    <a:pt x="254964" y="0"/>
                  </a:moveTo>
                  <a:cubicBezTo>
                    <a:pt x="343781" y="0"/>
                    <a:pt x="414834" y="70939"/>
                    <a:pt x="414834" y="159612"/>
                  </a:cubicBezTo>
                  <a:cubicBezTo>
                    <a:pt x="414834" y="246673"/>
                    <a:pt x="254964" y="478835"/>
                    <a:pt x="254964" y="478835"/>
                  </a:cubicBezTo>
                  <a:cubicBezTo>
                    <a:pt x="254964" y="478835"/>
                    <a:pt x="95093" y="246673"/>
                    <a:pt x="95093" y="159612"/>
                  </a:cubicBezTo>
                  <a:cubicBezTo>
                    <a:pt x="95093" y="70939"/>
                    <a:pt x="167761" y="0"/>
                    <a:pt x="254964" y="0"/>
                  </a:cubicBezTo>
                  <a:close/>
                </a:path>
              </a:pathLst>
            </a:custGeom>
            <a:solidFill>
              <a:schemeClr val="bg1"/>
            </a:solidFill>
            <a:ln w="12700" cap="flat">
              <a:noFill/>
              <a:miter lim="400000"/>
            </a:ln>
            <a:effectLst/>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grpSp>
        <p:nvGrpSpPr>
          <p:cNvPr id="49" name="组合 48">
            <a:extLst>
              <a:ext uri="{FF2B5EF4-FFF2-40B4-BE49-F238E27FC236}">
                <a16:creationId xmlns:a16="http://schemas.microsoft.com/office/drawing/2014/main" id="{488C53A7-97E2-4968-90FA-150881AB5A83}"/>
              </a:ext>
            </a:extLst>
          </p:cNvPr>
          <p:cNvGrpSpPr/>
          <p:nvPr/>
        </p:nvGrpSpPr>
        <p:grpSpPr>
          <a:xfrm>
            <a:off x="5045587" y="4543898"/>
            <a:ext cx="780930" cy="780944"/>
            <a:chOff x="5045587" y="4297155"/>
            <a:chExt cx="780930" cy="780944"/>
          </a:xfrm>
        </p:grpSpPr>
        <p:sp>
          <p:nvSpPr>
            <p:cNvPr id="51" name="Freeform: Shape 14">
              <a:extLst>
                <a:ext uri="{FF2B5EF4-FFF2-40B4-BE49-F238E27FC236}">
                  <a16:creationId xmlns:a16="http://schemas.microsoft.com/office/drawing/2014/main" id="{0E543E00-BFBA-45F9-897F-8568CF90D88E}"/>
                </a:ext>
              </a:extLst>
            </p:cNvPr>
            <p:cNvSpPr/>
            <p:nvPr/>
          </p:nvSpPr>
          <p:spPr>
            <a:xfrm>
              <a:off x="5045587" y="4297155"/>
              <a:ext cx="780930" cy="780944"/>
            </a:xfrm>
            <a:custGeom>
              <a:avLst/>
              <a:gdLst/>
              <a:ahLst/>
              <a:cxnLst>
                <a:cxn ang="0">
                  <a:pos x="wd2" y="hd2"/>
                </a:cxn>
                <a:cxn ang="5400000">
                  <a:pos x="wd2" y="hd2"/>
                </a:cxn>
                <a:cxn ang="10800000">
                  <a:pos x="wd2" y="hd2"/>
                </a:cxn>
                <a:cxn ang="16200000">
                  <a:pos x="wd2" y="hd2"/>
                </a:cxn>
              </a:cxnLst>
              <a:rect l="0" t="0" r="r" b="b"/>
              <a:pathLst>
                <a:path w="19806" h="19807" extrusionOk="0">
                  <a:moveTo>
                    <a:pt x="7908" y="205"/>
                  </a:moveTo>
                  <a:cubicBezTo>
                    <a:pt x="13264" y="-897"/>
                    <a:pt x="18499" y="2552"/>
                    <a:pt x="19601" y="7908"/>
                  </a:cubicBezTo>
                  <a:cubicBezTo>
                    <a:pt x="20703" y="13265"/>
                    <a:pt x="17255" y="18500"/>
                    <a:pt x="11899" y="19602"/>
                  </a:cubicBezTo>
                  <a:cubicBezTo>
                    <a:pt x="6545" y="20703"/>
                    <a:pt x="1313" y="17258"/>
                    <a:pt x="207" y="11907"/>
                  </a:cubicBezTo>
                  <a:cubicBezTo>
                    <a:pt x="207" y="11904"/>
                    <a:pt x="206" y="11901"/>
                    <a:pt x="206" y="11899"/>
                  </a:cubicBezTo>
                  <a:cubicBezTo>
                    <a:pt x="-897" y="6543"/>
                    <a:pt x="2552" y="1307"/>
                    <a:pt x="7908" y="205"/>
                  </a:cubicBezTo>
                  <a:close/>
                </a:path>
              </a:pathLst>
            </a:custGeom>
            <a:solidFill>
              <a:schemeClr val="accent1"/>
            </a:solidFill>
            <a:ln w="12700" cap="flat">
              <a:noFill/>
              <a:miter lim="400000"/>
            </a:ln>
            <a:effectLst/>
          </p:spPr>
          <p:txBody>
            <a:bodyPr anchor="ctr"/>
            <a:lstStyle/>
            <a:p>
              <a:pPr algn="ctr"/>
              <a:endParaRPr dirty="0">
                <a:cs typeface="+mn-ea"/>
                <a:sym typeface="+mn-lt"/>
              </a:endParaRPr>
            </a:p>
          </p:txBody>
        </p:sp>
        <p:sp>
          <p:nvSpPr>
            <p:cNvPr id="52" name="Freeform: Shape 14">
              <a:extLst>
                <a:ext uri="{FF2B5EF4-FFF2-40B4-BE49-F238E27FC236}">
                  <a16:creationId xmlns:a16="http://schemas.microsoft.com/office/drawing/2014/main" id="{34D2D340-717D-4A96-AEA4-7BCC852113CD}"/>
                </a:ext>
              </a:extLst>
            </p:cNvPr>
            <p:cNvSpPr/>
            <p:nvPr/>
          </p:nvSpPr>
          <p:spPr>
            <a:xfrm>
              <a:off x="5293130" y="4515913"/>
              <a:ext cx="285844" cy="343428"/>
            </a:xfrm>
            <a:custGeom>
              <a:avLst/>
              <a:gdLst>
                <a:gd name="connsiteX0" fmla="*/ 166861 w 505460"/>
                <a:gd name="connsiteY0" fmla="*/ 355015 h 607286"/>
                <a:gd name="connsiteX1" fmla="*/ 421301 w 505460"/>
                <a:gd name="connsiteY1" fmla="*/ 355015 h 607286"/>
                <a:gd name="connsiteX2" fmla="*/ 438634 w 505460"/>
                <a:gd name="connsiteY2" fmla="*/ 372303 h 607286"/>
                <a:gd name="connsiteX3" fmla="*/ 421301 w 505460"/>
                <a:gd name="connsiteY3" fmla="*/ 389592 h 607286"/>
                <a:gd name="connsiteX4" fmla="*/ 166861 w 505460"/>
                <a:gd name="connsiteY4" fmla="*/ 389592 h 607286"/>
                <a:gd name="connsiteX5" fmla="*/ 149528 w 505460"/>
                <a:gd name="connsiteY5" fmla="*/ 372303 h 607286"/>
                <a:gd name="connsiteX6" fmla="*/ 166861 w 505460"/>
                <a:gd name="connsiteY6" fmla="*/ 355015 h 607286"/>
                <a:gd name="connsiteX7" fmla="*/ 166861 w 505460"/>
                <a:gd name="connsiteY7" fmla="*/ 272524 h 607286"/>
                <a:gd name="connsiteX8" fmla="*/ 421301 w 505460"/>
                <a:gd name="connsiteY8" fmla="*/ 272524 h 607286"/>
                <a:gd name="connsiteX9" fmla="*/ 438634 w 505460"/>
                <a:gd name="connsiteY9" fmla="*/ 289813 h 607286"/>
                <a:gd name="connsiteX10" fmla="*/ 421301 w 505460"/>
                <a:gd name="connsiteY10" fmla="*/ 307101 h 607286"/>
                <a:gd name="connsiteX11" fmla="*/ 166861 w 505460"/>
                <a:gd name="connsiteY11" fmla="*/ 307101 h 607286"/>
                <a:gd name="connsiteX12" fmla="*/ 149528 w 505460"/>
                <a:gd name="connsiteY12" fmla="*/ 289813 h 607286"/>
                <a:gd name="connsiteX13" fmla="*/ 166861 w 505460"/>
                <a:gd name="connsiteY13" fmla="*/ 272524 h 607286"/>
                <a:gd name="connsiteX14" fmla="*/ 166861 w 505460"/>
                <a:gd name="connsiteY14" fmla="*/ 190033 h 607286"/>
                <a:gd name="connsiteX15" fmla="*/ 421301 w 505460"/>
                <a:gd name="connsiteY15" fmla="*/ 190033 h 607286"/>
                <a:gd name="connsiteX16" fmla="*/ 438634 w 505460"/>
                <a:gd name="connsiteY16" fmla="*/ 207439 h 607286"/>
                <a:gd name="connsiteX17" fmla="*/ 421301 w 505460"/>
                <a:gd name="connsiteY17" fmla="*/ 224751 h 607286"/>
                <a:gd name="connsiteX18" fmla="*/ 166861 w 505460"/>
                <a:gd name="connsiteY18" fmla="*/ 224751 h 607286"/>
                <a:gd name="connsiteX19" fmla="*/ 149528 w 505460"/>
                <a:gd name="connsiteY19" fmla="*/ 207439 h 607286"/>
                <a:gd name="connsiteX20" fmla="*/ 166861 w 505460"/>
                <a:gd name="connsiteY20" fmla="*/ 190033 h 607286"/>
                <a:gd name="connsiteX21" fmla="*/ 166861 w 505460"/>
                <a:gd name="connsiteY21" fmla="*/ 107612 h 607286"/>
                <a:gd name="connsiteX22" fmla="*/ 421301 w 505460"/>
                <a:gd name="connsiteY22" fmla="*/ 107612 h 607286"/>
                <a:gd name="connsiteX23" fmla="*/ 438634 w 505460"/>
                <a:gd name="connsiteY23" fmla="*/ 124901 h 607286"/>
                <a:gd name="connsiteX24" fmla="*/ 421301 w 505460"/>
                <a:gd name="connsiteY24" fmla="*/ 142189 h 607286"/>
                <a:gd name="connsiteX25" fmla="*/ 166861 w 505460"/>
                <a:gd name="connsiteY25" fmla="*/ 142189 h 607286"/>
                <a:gd name="connsiteX26" fmla="*/ 149528 w 505460"/>
                <a:gd name="connsiteY26" fmla="*/ 124901 h 607286"/>
                <a:gd name="connsiteX27" fmla="*/ 166861 w 505460"/>
                <a:gd name="connsiteY27" fmla="*/ 107612 h 607286"/>
                <a:gd name="connsiteX28" fmla="*/ 43330 w 505460"/>
                <a:gd name="connsiteY28" fmla="*/ 105635 h 607286"/>
                <a:gd name="connsiteX29" fmla="*/ 34664 w 505460"/>
                <a:gd name="connsiteY29" fmla="*/ 114289 h 607286"/>
                <a:gd name="connsiteX30" fmla="*/ 34664 w 505460"/>
                <a:gd name="connsiteY30" fmla="*/ 563922 h 607286"/>
                <a:gd name="connsiteX31" fmla="*/ 43330 w 505460"/>
                <a:gd name="connsiteY31" fmla="*/ 572576 h 607286"/>
                <a:gd name="connsiteX32" fmla="*/ 379237 w 505460"/>
                <a:gd name="connsiteY32" fmla="*/ 572576 h 607286"/>
                <a:gd name="connsiteX33" fmla="*/ 387903 w 505460"/>
                <a:gd name="connsiteY33" fmla="*/ 563922 h 607286"/>
                <a:gd name="connsiteX34" fmla="*/ 387903 w 505460"/>
                <a:gd name="connsiteY34" fmla="*/ 536267 h 607286"/>
                <a:gd name="connsiteX35" fmla="*/ 126223 w 505460"/>
                <a:gd name="connsiteY35" fmla="*/ 536267 h 607286"/>
                <a:gd name="connsiteX36" fmla="*/ 82799 w 505460"/>
                <a:gd name="connsiteY36" fmla="*/ 492997 h 607286"/>
                <a:gd name="connsiteX37" fmla="*/ 82799 w 505460"/>
                <a:gd name="connsiteY37" fmla="*/ 105635 h 607286"/>
                <a:gd name="connsiteX38" fmla="*/ 126223 w 505460"/>
                <a:gd name="connsiteY38" fmla="*/ 34616 h 607286"/>
                <a:gd name="connsiteX39" fmla="*/ 117557 w 505460"/>
                <a:gd name="connsiteY39" fmla="*/ 43270 h 607286"/>
                <a:gd name="connsiteX40" fmla="*/ 117557 w 505460"/>
                <a:gd name="connsiteY40" fmla="*/ 492997 h 607286"/>
                <a:gd name="connsiteX41" fmla="*/ 126223 w 505460"/>
                <a:gd name="connsiteY41" fmla="*/ 501651 h 607286"/>
                <a:gd name="connsiteX42" fmla="*/ 462130 w 505460"/>
                <a:gd name="connsiteY42" fmla="*/ 501651 h 607286"/>
                <a:gd name="connsiteX43" fmla="*/ 470796 w 505460"/>
                <a:gd name="connsiteY43" fmla="*/ 492997 h 607286"/>
                <a:gd name="connsiteX44" fmla="*/ 470796 w 505460"/>
                <a:gd name="connsiteY44" fmla="*/ 43270 h 607286"/>
                <a:gd name="connsiteX45" fmla="*/ 462130 w 505460"/>
                <a:gd name="connsiteY45" fmla="*/ 34616 h 607286"/>
                <a:gd name="connsiteX46" fmla="*/ 126223 w 505460"/>
                <a:gd name="connsiteY46" fmla="*/ 0 h 607286"/>
                <a:gd name="connsiteX47" fmla="*/ 462130 w 505460"/>
                <a:gd name="connsiteY47" fmla="*/ 0 h 607286"/>
                <a:gd name="connsiteX48" fmla="*/ 505460 w 505460"/>
                <a:gd name="connsiteY48" fmla="*/ 43270 h 607286"/>
                <a:gd name="connsiteX49" fmla="*/ 505460 w 505460"/>
                <a:gd name="connsiteY49" fmla="*/ 492997 h 607286"/>
                <a:gd name="connsiteX50" fmla="*/ 462130 w 505460"/>
                <a:gd name="connsiteY50" fmla="*/ 536267 h 607286"/>
                <a:gd name="connsiteX51" fmla="*/ 422661 w 505460"/>
                <a:gd name="connsiteY51" fmla="*/ 536267 h 607286"/>
                <a:gd name="connsiteX52" fmla="*/ 422661 w 505460"/>
                <a:gd name="connsiteY52" fmla="*/ 563922 h 607286"/>
                <a:gd name="connsiteX53" fmla="*/ 379237 w 505460"/>
                <a:gd name="connsiteY53" fmla="*/ 607286 h 607286"/>
                <a:gd name="connsiteX54" fmla="*/ 43330 w 505460"/>
                <a:gd name="connsiteY54" fmla="*/ 607286 h 607286"/>
                <a:gd name="connsiteX55" fmla="*/ 0 w 505460"/>
                <a:gd name="connsiteY55" fmla="*/ 563922 h 607286"/>
                <a:gd name="connsiteX56" fmla="*/ 0 w 505460"/>
                <a:gd name="connsiteY56" fmla="*/ 114289 h 607286"/>
                <a:gd name="connsiteX57" fmla="*/ 43330 w 505460"/>
                <a:gd name="connsiteY57" fmla="*/ 70925 h 607286"/>
                <a:gd name="connsiteX58" fmla="*/ 82799 w 505460"/>
                <a:gd name="connsiteY58" fmla="*/ 70925 h 607286"/>
                <a:gd name="connsiteX59" fmla="*/ 82799 w 505460"/>
                <a:gd name="connsiteY59" fmla="*/ 43270 h 607286"/>
                <a:gd name="connsiteX60" fmla="*/ 126223 w 505460"/>
                <a:gd name="connsiteY60" fmla="*/ 0 h 607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05460" h="607286">
                  <a:moveTo>
                    <a:pt x="166861" y="355015"/>
                  </a:moveTo>
                  <a:lnTo>
                    <a:pt x="421301" y="355015"/>
                  </a:lnTo>
                  <a:cubicBezTo>
                    <a:pt x="430910" y="355015"/>
                    <a:pt x="438634" y="362720"/>
                    <a:pt x="438634" y="372303"/>
                  </a:cubicBezTo>
                  <a:cubicBezTo>
                    <a:pt x="438634" y="381793"/>
                    <a:pt x="430910" y="389592"/>
                    <a:pt x="421301" y="389592"/>
                  </a:cubicBezTo>
                  <a:lnTo>
                    <a:pt x="166861" y="389592"/>
                  </a:lnTo>
                  <a:cubicBezTo>
                    <a:pt x="157253" y="389592"/>
                    <a:pt x="149528" y="381887"/>
                    <a:pt x="149528" y="372303"/>
                  </a:cubicBezTo>
                  <a:cubicBezTo>
                    <a:pt x="149528" y="362720"/>
                    <a:pt x="157253" y="355015"/>
                    <a:pt x="166861" y="355015"/>
                  </a:cubicBezTo>
                  <a:close/>
                  <a:moveTo>
                    <a:pt x="166861" y="272524"/>
                  </a:moveTo>
                  <a:lnTo>
                    <a:pt x="421301" y="272524"/>
                  </a:lnTo>
                  <a:cubicBezTo>
                    <a:pt x="430910" y="272524"/>
                    <a:pt x="438634" y="280229"/>
                    <a:pt x="438634" y="289813"/>
                  </a:cubicBezTo>
                  <a:cubicBezTo>
                    <a:pt x="438634" y="299396"/>
                    <a:pt x="430910" y="307101"/>
                    <a:pt x="421301" y="307101"/>
                  </a:cubicBezTo>
                  <a:lnTo>
                    <a:pt x="166861" y="307101"/>
                  </a:lnTo>
                  <a:cubicBezTo>
                    <a:pt x="157253" y="307101"/>
                    <a:pt x="149528" y="299396"/>
                    <a:pt x="149528" y="289813"/>
                  </a:cubicBezTo>
                  <a:cubicBezTo>
                    <a:pt x="149528" y="280229"/>
                    <a:pt x="157253" y="272524"/>
                    <a:pt x="166861" y="272524"/>
                  </a:cubicBezTo>
                  <a:close/>
                  <a:moveTo>
                    <a:pt x="166861" y="190033"/>
                  </a:moveTo>
                  <a:lnTo>
                    <a:pt x="421301" y="190033"/>
                  </a:lnTo>
                  <a:cubicBezTo>
                    <a:pt x="430910" y="190033"/>
                    <a:pt x="438634" y="197842"/>
                    <a:pt x="438634" y="207439"/>
                  </a:cubicBezTo>
                  <a:cubicBezTo>
                    <a:pt x="438634" y="216942"/>
                    <a:pt x="430910" y="224751"/>
                    <a:pt x="421301" y="224751"/>
                  </a:cubicBezTo>
                  <a:lnTo>
                    <a:pt x="166861" y="224751"/>
                  </a:lnTo>
                  <a:cubicBezTo>
                    <a:pt x="157253" y="224751"/>
                    <a:pt x="149528" y="216942"/>
                    <a:pt x="149528" y="207439"/>
                  </a:cubicBezTo>
                  <a:cubicBezTo>
                    <a:pt x="149528" y="197842"/>
                    <a:pt x="157253" y="190033"/>
                    <a:pt x="166861" y="190033"/>
                  </a:cubicBezTo>
                  <a:close/>
                  <a:moveTo>
                    <a:pt x="166861" y="107612"/>
                  </a:moveTo>
                  <a:lnTo>
                    <a:pt x="421301" y="107612"/>
                  </a:lnTo>
                  <a:cubicBezTo>
                    <a:pt x="430910" y="107612"/>
                    <a:pt x="438634" y="115317"/>
                    <a:pt x="438634" y="124901"/>
                  </a:cubicBezTo>
                  <a:cubicBezTo>
                    <a:pt x="438634" y="134484"/>
                    <a:pt x="430910" y="142189"/>
                    <a:pt x="421301" y="142189"/>
                  </a:cubicBezTo>
                  <a:lnTo>
                    <a:pt x="166861" y="142189"/>
                  </a:lnTo>
                  <a:cubicBezTo>
                    <a:pt x="157253" y="142189"/>
                    <a:pt x="149528" y="134484"/>
                    <a:pt x="149528" y="124901"/>
                  </a:cubicBezTo>
                  <a:cubicBezTo>
                    <a:pt x="149528" y="115317"/>
                    <a:pt x="157253" y="107612"/>
                    <a:pt x="166861" y="107612"/>
                  </a:cubicBezTo>
                  <a:close/>
                  <a:moveTo>
                    <a:pt x="43330" y="105635"/>
                  </a:moveTo>
                  <a:cubicBezTo>
                    <a:pt x="38526" y="105635"/>
                    <a:pt x="34664" y="109492"/>
                    <a:pt x="34664" y="114289"/>
                  </a:cubicBezTo>
                  <a:lnTo>
                    <a:pt x="34664" y="563922"/>
                  </a:lnTo>
                  <a:cubicBezTo>
                    <a:pt x="34664" y="568719"/>
                    <a:pt x="38526" y="572576"/>
                    <a:pt x="43330" y="572576"/>
                  </a:cubicBezTo>
                  <a:lnTo>
                    <a:pt x="379237" y="572576"/>
                  </a:lnTo>
                  <a:cubicBezTo>
                    <a:pt x="384041" y="572576"/>
                    <a:pt x="387903" y="568719"/>
                    <a:pt x="387903" y="563922"/>
                  </a:cubicBezTo>
                  <a:lnTo>
                    <a:pt x="387903" y="536267"/>
                  </a:lnTo>
                  <a:lnTo>
                    <a:pt x="126223" y="536267"/>
                  </a:lnTo>
                  <a:cubicBezTo>
                    <a:pt x="102297" y="536267"/>
                    <a:pt x="82799" y="516889"/>
                    <a:pt x="82799" y="492997"/>
                  </a:cubicBezTo>
                  <a:lnTo>
                    <a:pt x="82799" y="105635"/>
                  </a:lnTo>
                  <a:close/>
                  <a:moveTo>
                    <a:pt x="126223" y="34616"/>
                  </a:moveTo>
                  <a:cubicBezTo>
                    <a:pt x="121419" y="34616"/>
                    <a:pt x="117557" y="38567"/>
                    <a:pt x="117557" y="43270"/>
                  </a:cubicBezTo>
                  <a:lnTo>
                    <a:pt x="117557" y="492997"/>
                  </a:lnTo>
                  <a:cubicBezTo>
                    <a:pt x="117557" y="497794"/>
                    <a:pt x="121419" y="501651"/>
                    <a:pt x="126223" y="501651"/>
                  </a:cubicBezTo>
                  <a:lnTo>
                    <a:pt x="462130" y="501651"/>
                  </a:lnTo>
                  <a:cubicBezTo>
                    <a:pt x="466840" y="501651"/>
                    <a:pt x="470796" y="497794"/>
                    <a:pt x="470796" y="492997"/>
                  </a:cubicBezTo>
                  <a:lnTo>
                    <a:pt x="470796" y="43270"/>
                  </a:lnTo>
                  <a:cubicBezTo>
                    <a:pt x="470796" y="38567"/>
                    <a:pt x="466840" y="34616"/>
                    <a:pt x="462130" y="34616"/>
                  </a:cubicBezTo>
                  <a:close/>
                  <a:moveTo>
                    <a:pt x="126223" y="0"/>
                  </a:moveTo>
                  <a:lnTo>
                    <a:pt x="462130" y="0"/>
                  </a:lnTo>
                  <a:cubicBezTo>
                    <a:pt x="485961" y="0"/>
                    <a:pt x="505460" y="19472"/>
                    <a:pt x="505460" y="43270"/>
                  </a:cubicBezTo>
                  <a:lnTo>
                    <a:pt x="505460" y="492997"/>
                  </a:lnTo>
                  <a:cubicBezTo>
                    <a:pt x="505460" y="516889"/>
                    <a:pt x="485961" y="536267"/>
                    <a:pt x="462130" y="536267"/>
                  </a:cubicBezTo>
                  <a:lnTo>
                    <a:pt x="422661" y="536267"/>
                  </a:lnTo>
                  <a:lnTo>
                    <a:pt x="422661" y="563922"/>
                  </a:lnTo>
                  <a:cubicBezTo>
                    <a:pt x="422661" y="587815"/>
                    <a:pt x="403163" y="607286"/>
                    <a:pt x="379237" y="607286"/>
                  </a:cubicBezTo>
                  <a:lnTo>
                    <a:pt x="43330" y="607286"/>
                  </a:lnTo>
                  <a:cubicBezTo>
                    <a:pt x="19404" y="607286"/>
                    <a:pt x="0" y="587815"/>
                    <a:pt x="0" y="563922"/>
                  </a:cubicBezTo>
                  <a:lnTo>
                    <a:pt x="0" y="114289"/>
                  </a:lnTo>
                  <a:cubicBezTo>
                    <a:pt x="0" y="90397"/>
                    <a:pt x="19404" y="70925"/>
                    <a:pt x="43330" y="70925"/>
                  </a:cubicBezTo>
                  <a:lnTo>
                    <a:pt x="82799" y="70925"/>
                  </a:lnTo>
                  <a:lnTo>
                    <a:pt x="82799" y="43270"/>
                  </a:lnTo>
                  <a:cubicBezTo>
                    <a:pt x="82799" y="19472"/>
                    <a:pt x="102297" y="0"/>
                    <a:pt x="126223" y="0"/>
                  </a:cubicBezTo>
                  <a:close/>
                </a:path>
              </a:pathLst>
            </a:custGeom>
            <a:solidFill>
              <a:schemeClr val="bg1"/>
            </a:solidFill>
            <a:ln w="12700" cap="flat">
              <a:noFill/>
              <a:miter lim="400000"/>
            </a:ln>
            <a:effectLst/>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grpSp>
        <p:nvGrpSpPr>
          <p:cNvPr id="53" name="组合 52">
            <a:extLst>
              <a:ext uri="{FF2B5EF4-FFF2-40B4-BE49-F238E27FC236}">
                <a16:creationId xmlns:a16="http://schemas.microsoft.com/office/drawing/2014/main" id="{CA648325-08E0-4CE7-8C14-EAFE90C17033}"/>
              </a:ext>
            </a:extLst>
          </p:cNvPr>
          <p:cNvGrpSpPr/>
          <p:nvPr/>
        </p:nvGrpSpPr>
        <p:grpSpPr>
          <a:xfrm>
            <a:off x="5034279" y="2269659"/>
            <a:ext cx="780942" cy="780965"/>
            <a:chOff x="5034279" y="2022916"/>
            <a:chExt cx="780942" cy="780965"/>
          </a:xfrm>
        </p:grpSpPr>
        <p:sp>
          <p:nvSpPr>
            <p:cNvPr id="54" name="Freeform: Shape 17">
              <a:extLst>
                <a:ext uri="{FF2B5EF4-FFF2-40B4-BE49-F238E27FC236}">
                  <a16:creationId xmlns:a16="http://schemas.microsoft.com/office/drawing/2014/main" id="{518CEFF3-CDD8-404D-8827-FAE12F418C61}"/>
                </a:ext>
              </a:extLst>
            </p:cNvPr>
            <p:cNvSpPr/>
            <p:nvPr/>
          </p:nvSpPr>
          <p:spPr>
            <a:xfrm>
              <a:off x="5034279" y="2022916"/>
              <a:ext cx="780942" cy="780965"/>
            </a:xfrm>
            <a:custGeom>
              <a:avLst/>
              <a:gdLst/>
              <a:ahLst/>
              <a:cxnLst>
                <a:cxn ang="0">
                  <a:pos x="wd2" y="hd2"/>
                </a:cxn>
                <a:cxn ang="5400000">
                  <a:pos x="wd2" y="hd2"/>
                </a:cxn>
                <a:cxn ang="10800000">
                  <a:pos x="wd2" y="hd2"/>
                </a:cxn>
                <a:cxn ang="16200000">
                  <a:pos x="wd2" y="hd2"/>
                </a:cxn>
              </a:cxnLst>
              <a:rect l="0" t="0" r="r" b="b"/>
              <a:pathLst>
                <a:path w="19806" h="19807" extrusionOk="0">
                  <a:moveTo>
                    <a:pt x="11898" y="19602"/>
                  </a:moveTo>
                  <a:cubicBezTo>
                    <a:pt x="6542" y="20703"/>
                    <a:pt x="1307" y="17255"/>
                    <a:pt x="205" y="11898"/>
                  </a:cubicBezTo>
                  <a:cubicBezTo>
                    <a:pt x="-897" y="6542"/>
                    <a:pt x="2552" y="1307"/>
                    <a:pt x="7908" y="205"/>
                  </a:cubicBezTo>
                  <a:cubicBezTo>
                    <a:pt x="13261" y="-897"/>
                    <a:pt x="18494" y="2548"/>
                    <a:pt x="19599" y="7899"/>
                  </a:cubicBezTo>
                  <a:cubicBezTo>
                    <a:pt x="19600" y="7902"/>
                    <a:pt x="19600" y="7904"/>
                    <a:pt x="19601" y="7908"/>
                  </a:cubicBezTo>
                  <a:cubicBezTo>
                    <a:pt x="20703" y="13264"/>
                    <a:pt x="17254" y="18500"/>
                    <a:pt x="11898" y="19602"/>
                  </a:cubicBezTo>
                  <a:close/>
                </a:path>
              </a:pathLst>
            </a:custGeom>
            <a:solidFill>
              <a:schemeClr val="accent1"/>
            </a:solidFill>
            <a:ln w="12700" cap="flat">
              <a:noFill/>
              <a:miter lim="400000"/>
            </a:ln>
            <a:effectLst/>
          </p:spPr>
          <p:txBody>
            <a:bodyPr anchor="ctr"/>
            <a:lstStyle/>
            <a:p>
              <a:pPr algn="ctr"/>
              <a:endParaRPr dirty="0">
                <a:cs typeface="+mn-ea"/>
                <a:sym typeface="+mn-lt"/>
              </a:endParaRPr>
            </a:p>
          </p:txBody>
        </p:sp>
        <p:sp>
          <p:nvSpPr>
            <p:cNvPr id="55" name="Freeform: Shape 17">
              <a:extLst>
                <a:ext uri="{FF2B5EF4-FFF2-40B4-BE49-F238E27FC236}">
                  <a16:creationId xmlns:a16="http://schemas.microsoft.com/office/drawing/2014/main" id="{C117DA87-98F8-49F6-A320-F66AB94A9BA3}"/>
                </a:ext>
              </a:extLst>
            </p:cNvPr>
            <p:cNvSpPr/>
            <p:nvPr/>
          </p:nvSpPr>
          <p:spPr>
            <a:xfrm>
              <a:off x="5281451" y="2241680"/>
              <a:ext cx="286597" cy="343438"/>
            </a:xfrm>
            <a:custGeom>
              <a:avLst/>
              <a:gdLst>
                <a:gd name="connsiteX0" fmla="*/ 234347 w 506307"/>
                <a:gd name="connsiteY0" fmla="*/ 379219 h 606722"/>
                <a:gd name="connsiteX1" fmla="*/ 271960 w 506307"/>
                <a:gd name="connsiteY1" fmla="*/ 379219 h 606722"/>
                <a:gd name="connsiteX2" fmla="*/ 278451 w 506307"/>
                <a:gd name="connsiteY2" fmla="*/ 385705 h 606722"/>
                <a:gd name="connsiteX3" fmla="*/ 278451 w 506307"/>
                <a:gd name="connsiteY3" fmla="*/ 448520 h 606722"/>
                <a:gd name="connsiteX4" fmla="*/ 271960 w 506307"/>
                <a:gd name="connsiteY4" fmla="*/ 455006 h 606722"/>
                <a:gd name="connsiteX5" fmla="*/ 234347 w 506307"/>
                <a:gd name="connsiteY5" fmla="*/ 455006 h 606722"/>
                <a:gd name="connsiteX6" fmla="*/ 227856 w 506307"/>
                <a:gd name="connsiteY6" fmla="*/ 448520 h 606722"/>
                <a:gd name="connsiteX7" fmla="*/ 227856 w 506307"/>
                <a:gd name="connsiteY7" fmla="*/ 385705 h 606722"/>
                <a:gd name="connsiteX8" fmla="*/ 234347 w 506307"/>
                <a:gd name="connsiteY8" fmla="*/ 379219 h 606722"/>
                <a:gd name="connsiteX9" fmla="*/ 234331 w 506307"/>
                <a:gd name="connsiteY9" fmla="*/ 328645 h 606722"/>
                <a:gd name="connsiteX10" fmla="*/ 177194 w 506307"/>
                <a:gd name="connsiteY10" fmla="*/ 385700 h 606722"/>
                <a:gd name="connsiteX11" fmla="*/ 177194 w 506307"/>
                <a:gd name="connsiteY11" fmla="*/ 448532 h 606722"/>
                <a:gd name="connsiteX12" fmla="*/ 234331 w 506307"/>
                <a:gd name="connsiteY12" fmla="*/ 505587 h 606722"/>
                <a:gd name="connsiteX13" fmla="*/ 271977 w 506307"/>
                <a:gd name="connsiteY13" fmla="*/ 505587 h 606722"/>
                <a:gd name="connsiteX14" fmla="*/ 329113 w 506307"/>
                <a:gd name="connsiteY14" fmla="*/ 448532 h 606722"/>
                <a:gd name="connsiteX15" fmla="*/ 329113 w 506307"/>
                <a:gd name="connsiteY15" fmla="*/ 385700 h 606722"/>
                <a:gd name="connsiteX16" fmla="*/ 271977 w 506307"/>
                <a:gd name="connsiteY16" fmla="*/ 328645 h 606722"/>
                <a:gd name="connsiteX17" fmla="*/ 253109 w 506307"/>
                <a:gd name="connsiteY17" fmla="*/ 0 h 606722"/>
                <a:gd name="connsiteX18" fmla="*/ 430303 w 506307"/>
                <a:gd name="connsiteY18" fmla="*/ 176942 h 606722"/>
                <a:gd name="connsiteX19" fmla="*/ 430303 w 506307"/>
                <a:gd name="connsiteY19" fmla="*/ 252749 h 606722"/>
                <a:gd name="connsiteX20" fmla="*/ 480943 w 506307"/>
                <a:gd name="connsiteY20" fmla="*/ 252749 h 606722"/>
                <a:gd name="connsiteX21" fmla="*/ 506307 w 506307"/>
                <a:gd name="connsiteY21" fmla="*/ 278077 h 606722"/>
                <a:gd name="connsiteX22" fmla="*/ 506307 w 506307"/>
                <a:gd name="connsiteY22" fmla="*/ 581394 h 606722"/>
                <a:gd name="connsiteX23" fmla="*/ 480943 w 506307"/>
                <a:gd name="connsiteY23" fmla="*/ 606722 h 606722"/>
                <a:gd name="connsiteX24" fmla="*/ 25275 w 506307"/>
                <a:gd name="connsiteY24" fmla="*/ 606722 h 606722"/>
                <a:gd name="connsiteX25" fmla="*/ 0 w 506307"/>
                <a:gd name="connsiteY25" fmla="*/ 581394 h 606722"/>
                <a:gd name="connsiteX26" fmla="*/ 0 w 506307"/>
                <a:gd name="connsiteY26" fmla="*/ 278077 h 606722"/>
                <a:gd name="connsiteX27" fmla="*/ 25275 w 506307"/>
                <a:gd name="connsiteY27" fmla="*/ 252749 h 606722"/>
                <a:gd name="connsiteX28" fmla="*/ 379753 w 506307"/>
                <a:gd name="connsiteY28" fmla="*/ 252749 h 606722"/>
                <a:gd name="connsiteX29" fmla="*/ 379753 w 506307"/>
                <a:gd name="connsiteY29" fmla="*/ 176942 h 606722"/>
                <a:gd name="connsiteX30" fmla="*/ 253109 w 506307"/>
                <a:gd name="connsiteY30" fmla="*/ 50568 h 606722"/>
                <a:gd name="connsiteX31" fmla="*/ 126554 w 506307"/>
                <a:gd name="connsiteY31" fmla="*/ 176942 h 606722"/>
                <a:gd name="connsiteX32" fmla="*/ 101279 w 506307"/>
                <a:gd name="connsiteY32" fmla="*/ 202270 h 606722"/>
                <a:gd name="connsiteX33" fmla="*/ 75915 w 506307"/>
                <a:gd name="connsiteY33" fmla="*/ 176942 h 606722"/>
                <a:gd name="connsiteX34" fmla="*/ 253109 w 506307"/>
                <a:gd name="connsiteY34"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06307" h="606722">
                  <a:moveTo>
                    <a:pt x="234347" y="379219"/>
                  </a:moveTo>
                  <a:lnTo>
                    <a:pt x="271960" y="379219"/>
                  </a:lnTo>
                  <a:cubicBezTo>
                    <a:pt x="275517" y="379219"/>
                    <a:pt x="278451" y="382062"/>
                    <a:pt x="278451" y="385705"/>
                  </a:cubicBezTo>
                  <a:lnTo>
                    <a:pt x="278451" y="448520"/>
                  </a:lnTo>
                  <a:cubicBezTo>
                    <a:pt x="278451" y="452074"/>
                    <a:pt x="275517" y="455006"/>
                    <a:pt x="271960" y="455006"/>
                  </a:cubicBezTo>
                  <a:lnTo>
                    <a:pt x="234347" y="455006"/>
                  </a:lnTo>
                  <a:cubicBezTo>
                    <a:pt x="230791" y="455006"/>
                    <a:pt x="227856" y="452074"/>
                    <a:pt x="227856" y="448520"/>
                  </a:cubicBezTo>
                  <a:lnTo>
                    <a:pt x="227856" y="385705"/>
                  </a:lnTo>
                  <a:cubicBezTo>
                    <a:pt x="227856" y="382062"/>
                    <a:pt x="230791" y="379219"/>
                    <a:pt x="234347" y="379219"/>
                  </a:cubicBezTo>
                  <a:close/>
                  <a:moveTo>
                    <a:pt x="234331" y="328645"/>
                  </a:moveTo>
                  <a:cubicBezTo>
                    <a:pt x="202825" y="328645"/>
                    <a:pt x="177194" y="354240"/>
                    <a:pt x="177194" y="385700"/>
                  </a:cubicBezTo>
                  <a:lnTo>
                    <a:pt x="177194" y="448532"/>
                  </a:lnTo>
                  <a:cubicBezTo>
                    <a:pt x="177194" y="479992"/>
                    <a:pt x="202825" y="505587"/>
                    <a:pt x="234331" y="505587"/>
                  </a:cubicBezTo>
                  <a:lnTo>
                    <a:pt x="271977" y="505587"/>
                  </a:lnTo>
                  <a:cubicBezTo>
                    <a:pt x="303482" y="505587"/>
                    <a:pt x="329113" y="479992"/>
                    <a:pt x="329113" y="448532"/>
                  </a:cubicBezTo>
                  <a:lnTo>
                    <a:pt x="329113" y="385700"/>
                  </a:lnTo>
                  <a:cubicBezTo>
                    <a:pt x="329113" y="354240"/>
                    <a:pt x="303482" y="328645"/>
                    <a:pt x="271977" y="328645"/>
                  </a:cubicBezTo>
                  <a:close/>
                  <a:moveTo>
                    <a:pt x="253109" y="0"/>
                  </a:moveTo>
                  <a:cubicBezTo>
                    <a:pt x="350829" y="0"/>
                    <a:pt x="430303" y="79362"/>
                    <a:pt x="430303" y="176942"/>
                  </a:cubicBezTo>
                  <a:lnTo>
                    <a:pt x="430303" y="252749"/>
                  </a:lnTo>
                  <a:lnTo>
                    <a:pt x="480943" y="252749"/>
                  </a:lnTo>
                  <a:cubicBezTo>
                    <a:pt x="494916" y="252749"/>
                    <a:pt x="506307" y="264124"/>
                    <a:pt x="506307" y="278077"/>
                  </a:cubicBezTo>
                  <a:lnTo>
                    <a:pt x="506307" y="581394"/>
                  </a:lnTo>
                  <a:cubicBezTo>
                    <a:pt x="506307" y="595435"/>
                    <a:pt x="494916" y="606722"/>
                    <a:pt x="480943" y="606722"/>
                  </a:cubicBezTo>
                  <a:lnTo>
                    <a:pt x="25275" y="606722"/>
                  </a:lnTo>
                  <a:cubicBezTo>
                    <a:pt x="11302" y="606722"/>
                    <a:pt x="0" y="595435"/>
                    <a:pt x="0" y="581394"/>
                  </a:cubicBezTo>
                  <a:lnTo>
                    <a:pt x="0" y="278077"/>
                  </a:lnTo>
                  <a:cubicBezTo>
                    <a:pt x="0" y="264124"/>
                    <a:pt x="11302" y="252749"/>
                    <a:pt x="25275" y="252749"/>
                  </a:cubicBezTo>
                  <a:lnTo>
                    <a:pt x="379753" y="252749"/>
                  </a:lnTo>
                  <a:lnTo>
                    <a:pt x="379753" y="176942"/>
                  </a:lnTo>
                  <a:cubicBezTo>
                    <a:pt x="379753" y="107267"/>
                    <a:pt x="322972" y="50568"/>
                    <a:pt x="253109" y="50568"/>
                  </a:cubicBezTo>
                  <a:cubicBezTo>
                    <a:pt x="183335" y="50568"/>
                    <a:pt x="126554" y="107267"/>
                    <a:pt x="126554" y="176942"/>
                  </a:cubicBezTo>
                  <a:cubicBezTo>
                    <a:pt x="126554" y="190895"/>
                    <a:pt x="115252" y="202270"/>
                    <a:pt x="101279" y="202270"/>
                  </a:cubicBezTo>
                  <a:cubicBezTo>
                    <a:pt x="87306" y="202270"/>
                    <a:pt x="75915" y="190895"/>
                    <a:pt x="75915" y="176942"/>
                  </a:cubicBezTo>
                  <a:cubicBezTo>
                    <a:pt x="75915" y="79362"/>
                    <a:pt x="155389" y="0"/>
                    <a:pt x="253109" y="0"/>
                  </a:cubicBezTo>
                  <a:close/>
                </a:path>
              </a:pathLst>
            </a:custGeom>
            <a:solidFill>
              <a:schemeClr val="bg1"/>
            </a:solidFill>
            <a:ln w="12700" cap="flat">
              <a:noFill/>
              <a:miter lim="400000"/>
            </a:ln>
            <a:effectLst/>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sp>
        <p:nvSpPr>
          <p:cNvPr id="56" name="矩形 55">
            <a:extLst>
              <a:ext uri="{FF2B5EF4-FFF2-40B4-BE49-F238E27FC236}">
                <a16:creationId xmlns:a16="http://schemas.microsoft.com/office/drawing/2014/main" id="{32D128B5-7885-4B02-91DC-E6A1C1370A72}"/>
              </a:ext>
            </a:extLst>
          </p:cNvPr>
          <p:cNvSpPr/>
          <p:nvPr/>
        </p:nvSpPr>
        <p:spPr>
          <a:xfrm>
            <a:off x="7990296" y="1927683"/>
            <a:ext cx="2501951" cy="403124"/>
          </a:xfrm>
          <a:prstGeom prst="rect">
            <a:avLst/>
          </a:prstGeom>
        </p:spPr>
        <p:txBody>
          <a:bodyPr wrap="square">
            <a:spAutoFit/>
            <a:scene3d>
              <a:camera prst="orthographicFront"/>
              <a:lightRig rig="threePt" dir="t"/>
            </a:scene3d>
            <a:sp3d contourW="12700"/>
          </a:bodyPr>
          <a:lstStyle/>
          <a:p>
            <a:pPr>
              <a:lnSpc>
                <a:spcPct val="120000"/>
              </a:lnSpc>
            </a:pPr>
            <a:r>
              <a:rPr lang="zh-CN" altLang="en-US" dirty="0">
                <a:solidFill>
                  <a:schemeClr val="tx1">
                    <a:lumMod val="75000"/>
                    <a:lumOff val="25000"/>
                  </a:schemeClr>
                </a:solidFill>
                <a:cs typeface="+mn-ea"/>
                <a:sym typeface="+mn-lt"/>
              </a:rPr>
              <a:t>标题文字添加</a:t>
            </a:r>
          </a:p>
        </p:txBody>
      </p:sp>
      <p:sp>
        <p:nvSpPr>
          <p:cNvPr id="57" name="矩形 56">
            <a:extLst>
              <a:ext uri="{FF2B5EF4-FFF2-40B4-BE49-F238E27FC236}">
                <a16:creationId xmlns:a16="http://schemas.microsoft.com/office/drawing/2014/main" id="{0CCE3E35-F441-47B1-93DE-979FC76B3158}"/>
              </a:ext>
            </a:extLst>
          </p:cNvPr>
          <p:cNvSpPr/>
          <p:nvPr/>
        </p:nvSpPr>
        <p:spPr>
          <a:xfrm>
            <a:off x="7990296" y="5020892"/>
            <a:ext cx="2501951" cy="403124"/>
          </a:xfrm>
          <a:prstGeom prst="rect">
            <a:avLst/>
          </a:prstGeom>
        </p:spPr>
        <p:txBody>
          <a:bodyPr wrap="square">
            <a:spAutoFit/>
            <a:scene3d>
              <a:camera prst="orthographicFront"/>
              <a:lightRig rig="threePt" dir="t"/>
            </a:scene3d>
            <a:sp3d contourW="12700"/>
          </a:bodyPr>
          <a:lstStyle/>
          <a:p>
            <a:pPr>
              <a:lnSpc>
                <a:spcPct val="120000"/>
              </a:lnSpc>
            </a:pPr>
            <a:r>
              <a:rPr lang="zh-CN" altLang="en-US" dirty="0">
                <a:solidFill>
                  <a:schemeClr val="tx1">
                    <a:lumMod val="75000"/>
                    <a:lumOff val="25000"/>
                  </a:schemeClr>
                </a:solidFill>
                <a:cs typeface="+mn-ea"/>
                <a:sym typeface="+mn-lt"/>
              </a:rPr>
              <a:t>标题文字添加</a:t>
            </a:r>
          </a:p>
        </p:txBody>
      </p:sp>
      <p:grpSp>
        <p:nvGrpSpPr>
          <p:cNvPr id="58" name="组合 57">
            <a:extLst>
              <a:ext uri="{FF2B5EF4-FFF2-40B4-BE49-F238E27FC236}">
                <a16:creationId xmlns:a16="http://schemas.microsoft.com/office/drawing/2014/main" id="{4459ABC2-F5C2-4892-8A25-BB3A5DBEFBFA}"/>
              </a:ext>
            </a:extLst>
          </p:cNvPr>
          <p:cNvGrpSpPr/>
          <p:nvPr/>
        </p:nvGrpSpPr>
        <p:grpSpPr>
          <a:xfrm>
            <a:off x="1235671" y="1927683"/>
            <a:ext cx="2965476" cy="1015599"/>
            <a:chOff x="8386922" y="2192795"/>
            <a:chExt cx="2965476" cy="1015599"/>
          </a:xfrm>
        </p:grpSpPr>
        <p:sp>
          <p:nvSpPr>
            <p:cNvPr id="59" name="矩形 58">
              <a:extLst>
                <a:ext uri="{FF2B5EF4-FFF2-40B4-BE49-F238E27FC236}">
                  <a16:creationId xmlns:a16="http://schemas.microsoft.com/office/drawing/2014/main" id="{2B20A3F0-9281-4BC3-B45D-956D83D5D3D9}"/>
                </a:ext>
              </a:extLst>
            </p:cNvPr>
            <p:cNvSpPr/>
            <p:nvPr/>
          </p:nvSpPr>
          <p:spPr>
            <a:xfrm>
              <a:off x="8850447" y="2192795"/>
              <a:ext cx="2501951" cy="401777"/>
            </a:xfrm>
            <a:prstGeom prst="rect">
              <a:avLst/>
            </a:prstGeom>
          </p:spPr>
          <p:txBody>
            <a:bodyPr wrap="square">
              <a:spAutoFit/>
              <a:scene3d>
                <a:camera prst="orthographicFront"/>
                <a:lightRig rig="threePt" dir="t"/>
              </a:scene3d>
              <a:sp3d contourW="12700"/>
            </a:bodyPr>
            <a:lstStyle/>
            <a:p>
              <a:pPr algn="r">
                <a:lnSpc>
                  <a:spcPct val="120000"/>
                </a:lnSpc>
              </a:pPr>
              <a:r>
                <a:rPr lang="zh-CN" altLang="en-US" dirty="0">
                  <a:solidFill>
                    <a:schemeClr val="tx1">
                      <a:lumMod val="75000"/>
                      <a:lumOff val="25000"/>
                    </a:schemeClr>
                  </a:solidFill>
                  <a:cs typeface="+mn-ea"/>
                  <a:sym typeface="+mn-lt"/>
                </a:rPr>
                <a:t>标题文字添加</a:t>
              </a:r>
            </a:p>
          </p:txBody>
        </p:sp>
        <p:sp>
          <p:nvSpPr>
            <p:cNvPr id="60" name="文本框 59">
              <a:extLst>
                <a:ext uri="{FF2B5EF4-FFF2-40B4-BE49-F238E27FC236}">
                  <a16:creationId xmlns:a16="http://schemas.microsoft.com/office/drawing/2014/main" id="{11E2030E-1A14-4FB9-92BE-5B76522449E6}"/>
                </a:ext>
              </a:extLst>
            </p:cNvPr>
            <p:cNvSpPr txBox="1"/>
            <p:nvPr/>
          </p:nvSpPr>
          <p:spPr>
            <a:xfrm>
              <a:off x="8386922" y="2594572"/>
              <a:ext cx="2965476" cy="613822"/>
            </a:xfrm>
            <a:prstGeom prst="rect">
              <a:avLst/>
            </a:prstGeom>
            <a:noFill/>
          </p:spPr>
          <p:txBody>
            <a:bodyPr wrap="square" rtlCol="0">
              <a:spAutoFit/>
              <a:scene3d>
                <a:camera prst="orthographicFront"/>
                <a:lightRig rig="threePt" dir="t"/>
              </a:scene3d>
              <a:sp3d contourW="12700"/>
            </a:bodyPr>
            <a:lstStyle/>
            <a:p>
              <a:pPr algn="r">
                <a:lnSpc>
                  <a:spcPct val="150000"/>
                </a:lnSpc>
              </a:pPr>
              <a:r>
                <a:rPr lang="zh-CN" altLang="en-US" sz="1200" dirty="0">
                  <a:solidFill>
                    <a:schemeClr val="tx1">
                      <a:lumMod val="65000"/>
                      <a:lumOff val="35000"/>
                    </a:schemeClr>
                  </a:solidFill>
                  <a:cs typeface="+mn-ea"/>
                  <a:sym typeface="+mn-lt"/>
                </a:rPr>
                <a:t>点击输入简要文字内容，文字内容需概括精炼，言简意赅的说明分项内容点击输入</a:t>
              </a:r>
              <a:endParaRPr lang="en-US" altLang="zh-CN" sz="1200" dirty="0">
                <a:solidFill>
                  <a:schemeClr val="tx1">
                    <a:lumMod val="65000"/>
                    <a:lumOff val="35000"/>
                  </a:schemeClr>
                </a:solidFill>
                <a:cs typeface="+mn-ea"/>
                <a:sym typeface="+mn-lt"/>
              </a:endParaRPr>
            </a:p>
          </p:txBody>
        </p:sp>
      </p:grpSp>
      <p:sp>
        <p:nvSpPr>
          <p:cNvPr id="61" name="矩形 60">
            <a:extLst>
              <a:ext uri="{FF2B5EF4-FFF2-40B4-BE49-F238E27FC236}">
                <a16:creationId xmlns:a16="http://schemas.microsoft.com/office/drawing/2014/main" id="{F2075C5A-546F-4D78-ABD1-8B63408AAF75}"/>
              </a:ext>
            </a:extLst>
          </p:cNvPr>
          <p:cNvSpPr/>
          <p:nvPr/>
        </p:nvSpPr>
        <p:spPr>
          <a:xfrm>
            <a:off x="1699196" y="5020892"/>
            <a:ext cx="2501951" cy="403124"/>
          </a:xfrm>
          <a:prstGeom prst="rect">
            <a:avLst/>
          </a:prstGeom>
        </p:spPr>
        <p:txBody>
          <a:bodyPr wrap="square">
            <a:spAutoFit/>
            <a:scene3d>
              <a:camera prst="orthographicFront"/>
              <a:lightRig rig="threePt" dir="t"/>
            </a:scene3d>
            <a:sp3d contourW="12700"/>
          </a:bodyPr>
          <a:lstStyle/>
          <a:p>
            <a:pPr algn="r">
              <a:lnSpc>
                <a:spcPct val="120000"/>
              </a:lnSpc>
            </a:pPr>
            <a:r>
              <a:rPr lang="zh-CN" altLang="en-US" dirty="0">
                <a:solidFill>
                  <a:schemeClr val="tx1">
                    <a:lumMod val="75000"/>
                    <a:lumOff val="25000"/>
                  </a:schemeClr>
                </a:solidFill>
                <a:cs typeface="+mn-ea"/>
                <a:sym typeface="+mn-lt"/>
              </a:rPr>
              <a:t>标题文字添加</a:t>
            </a:r>
          </a:p>
        </p:txBody>
      </p:sp>
      <p:sp>
        <p:nvSpPr>
          <p:cNvPr id="62" name="矩形 61">
            <a:extLst>
              <a:ext uri="{FF2B5EF4-FFF2-40B4-BE49-F238E27FC236}">
                <a16:creationId xmlns:a16="http://schemas.microsoft.com/office/drawing/2014/main" id="{523DFBB0-2B18-4778-BE5D-D20E956BF898}"/>
              </a:ext>
            </a:extLst>
          </p:cNvPr>
          <p:cNvSpPr/>
          <p:nvPr/>
        </p:nvSpPr>
        <p:spPr>
          <a:xfrm>
            <a:off x="7990296" y="3474288"/>
            <a:ext cx="2501951" cy="403124"/>
          </a:xfrm>
          <a:prstGeom prst="rect">
            <a:avLst/>
          </a:prstGeom>
        </p:spPr>
        <p:txBody>
          <a:bodyPr wrap="square">
            <a:spAutoFit/>
            <a:scene3d>
              <a:camera prst="orthographicFront"/>
              <a:lightRig rig="threePt" dir="t"/>
            </a:scene3d>
            <a:sp3d contourW="12700"/>
          </a:bodyPr>
          <a:lstStyle/>
          <a:p>
            <a:pPr>
              <a:lnSpc>
                <a:spcPct val="120000"/>
              </a:lnSpc>
            </a:pPr>
            <a:r>
              <a:rPr lang="zh-CN" altLang="en-US" dirty="0">
                <a:solidFill>
                  <a:schemeClr val="tx1">
                    <a:lumMod val="75000"/>
                    <a:lumOff val="25000"/>
                  </a:schemeClr>
                </a:solidFill>
                <a:cs typeface="+mn-ea"/>
                <a:sym typeface="+mn-lt"/>
              </a:rPr>
              <a:t>标题文字添加</a:t>
            </a:r>
          </a:p>
        </p:txBody>
      </p:sp>
      <p:sp>
        <p:nvSpPr>
          <p:cNvPr id="63" name="矩形 62">
            <a:extLst>
              <a:ext uri="{FF2B5EF4-FFF2-40B4-BE49-F238E27FC236}">
                <a16:creationId xmlns:a16="http://schemas.microsoft.com/office/drawing/2014/main" id="{17F1CF21-CFFF-400F-A83D-5D7C8AA8EBF5}"/>
              </a:ext>
            </a:extLst>
          </p:cNvPr>
          <p:cNvSpPr/>
          <p:nvPr/>
        </p:nvSpPr>
        <p:spPr>
          <a:xfrm>
            <a:off x="1699196" y="3474288"/>
            <a:ext cx="2501951" cy="403124"/>
          </a:xfrm>
          <a:prstGeom prst="rect">
            <a:avLst/>
          </a:prstGeom>
        </p:spPr>
        <p:txBody>
          <a:bodyPr wrap="square">
            <a:spAutoFit/>
            <a:scene3d>
              <a:camera prst="orthographicFront"/>
              <a:lightRig rig="threePt" dir="t"/>
            </a:scene3d>
            <a:sp3d contourW="12700"/>
          </a:bodyPr>
          <a:lstStyle/>
          <a:p>
            <a:pPr algn="r">
              <a:lnSpc>
                <a:spcPct val="120000"/>
              </a:lnSpc>
            </a:pPr>
            <a:r>
              <a:rPr lang="zh-CN" altLang="en-US" dirty="0">
                <a:solidFill>
                  <a:schemeClr val="tx1">
                    <a:lumMod val="75000"/>
                    <a:lumOff val="25000"/>
                  </a:schemeClr>
                </a:solidFill>
                <a:cs typeface="+mn-ea"/>
                <a:sym typeface="+mn-lt"/>
              </a:rPr>
              <a:t>标题文字添加</a:t>
            </a:r>
          </a:p>
        </p:txBody>
      </p:sp>
      <p:sp>
        <p:nvSpPr>
          <p:cNvPr id="64" name="zoom-tool_72585">
            <a:extLst>
              <a:ext uri="{FF2B5EF4-FFF2-40B4-BE49-F238E27FC236}">
                <a16:creationId xmlns:a16="http://schemas.microsoft.com/office/drawing/2014/main" id="{51BC73F0-197E-46A5-9D0B-9E2E4AB7FFB7}"/>
              </a:ext>
            </a:extLst>
          </p:cNvPr>
          <p:cNvSpPr>
            <a:spLocks noChangeAspect="1"/>
          </p:cNvSpPr>
          <p:nvPr/>
        </p:nvSpPr>
        <p:spPr bwMode="auto">
          <a:xfrm>
            <a:off x="5767224" y="3486290"/>
            <a:ext cx="609685" cy="588572"/>
          </a:xfrm>
          <a:custGeom>
            <a:avLst/>
            <a:gdLst>
              <a:gd name="T0" fmla="*/ 8270 w 8441"/>
              <a:gd name="T1" fmla="*/ 6791 h 8160"/>
              <a:gd name="T2" fmla="*/ 5734 w 8441"/>
              <a:gd name="T3" fmla="*/ 4255 h 8160"/>
              <a:gd name="T4" fmla="*/ 5225 w 8441"/>
              <a:gd name="T5" fmla="*/ 848 h 8160"/>
              <a:gd name="T6" fmla="*/ 3177 w 8441"/>
              <a:gd name="T7" fmla="*/ 0 h 8160"/>
              <a:gd name="T8" fmla="*/ 1130 w 8441"/>
              <a:gd name="T9" fmla="*/ 848 h 8160"/>
              <a:gd name="T10" fmla="*/ 1130 w 8441"/>
              <a:gd name="T11" fmla="*/ 4944 h 8160"/>
              <a:gd name="T12" fmla="*/ 3177 w 8441"/>
              <a:gd name="T13" fmla="*/ 5792 h 8160"/>
              <a:gd name="T14" fmla="*/ 4538 w 8441"/>
              <a:gd name="T15" fmla="*/ 5454 h 8160"/>
              <a:gd name="T16" fmla="*/ 7072 w 8441"/>
              <a:gd name="T17" fmla="*/ 7988 h 8160"/>
              <a:gd name="T18" fmla="*/ 7486 w 8441"/>
              <a:gd name="T19" fmla="*/ 8160 h 8160"/>
              <a:gd name="T20" fmla="*/ 7901 w 8441"/>
              <a:gd name="T21" fmla="*/ 7988 h 8160"/>
              <a:gd name="T22" fmla="*/ 8270 w 8441"/>
              <a:gd name="T23" fmla="*/ 7620 h 8160"/>
              <a:gd name="T24" fmla="*/ 8441 w 8441"/>
              <a:gd name="T25" fmla="*/ 7205 h 8160"/>
              <a:gd name="T26" fmla="*/ 8270 w 8441"/>
              <a:gd name="T27" fmla="*/ 6791 h 8160"/>
              <a:gd name="T28" fmla="*/ 1793 w 8441"/>
              <a:gd name="T29" fmla="*/ 4281 h 8160"/>
              <a:gd name="T30" fmla="*/ 1793 w 8441"/>
              <a:gd name="T31" fmla="*/ 1511 h 8160"/>
              <a:gd name="T32" fmla="*/ 3177 w 8441"/>
              <a:gd name="T33" fmla="*/ 938 h 8160"/>
              <a:gd name="T34" fmla="*/ 4562 w 8441"/>
              <a:gd name="T35" fmla="*/ 1511 h 8160"/>
              <a:gd name="T36" fmla="*/ 4562 w 8441"/>
              <a:gd name="T37" fmla="*/ 4281 h 8160"/>
              <a:gd name="T38" fmla="*/ 3177 w 8441"/>
              <a:gd name="T39" fmla="*/ 4854 h 8160"/>
              <a:gd name="T40" fmla="*/ 1793 w 8441"/>
              <a:gd name="T41" fmla="*/ 4281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8441" h="8160">
                <a:moveTo>
                  <a:pt x="8270" y="6791"/>
                </a:moveTo>
                <a:lnTo>
                  <a:pt x="5734" y="4255"/>
                </a:lnTo>
                <a:cubicBezTo>
                  <a:pt x="6316" y="3161"/>
                  <a:pt x="6146" y="1769"/>
                  <a:pt x="5225" y="848"/>
                </a:cubicBezTo>
                <a:cubicBezTo>
                  <a:pt x="4678" y="301"/>
                  <a:pt x="3951" y="0"/>
                  <a:pt x="3177" y="0"/>
                </a:cubicBezTo>
                <a:cubicBezTo>
                  <a:pt x="2404" y="0"/>
                  <a:pt x="1676" y="301"/>
                  <a:pt x="1130" y="848"/>
                </a:cubicBezTo>
                <a:cubicBezTo>
                  <a:pt x="0" y="1977"/>
                  <a:pt x="0" y="3815"/>
                  <a:pt x="1130" y="4944"/>
                </a:cubicBezTo>
                <a:cubicBezTo>
                  <a:pt x="1677" y="5491"/>
                  <a:pt x="2404" y="5792"/>
                  <a:pt x="3177" y="5792"/>
                </a:cubicBezTo>
                <a:cubicBezTo>
                  <a:pt x="3660" y="5792"/>
                  <a:pt x="4124" y="5675"/>
                  <a:pt x="4538" y="5454"/>
                </a:cubicBezTo>
                <a:lnTo>
                  <a:pt x="7072" y="7988"/>
                </a:lnTo>
                <a:cubicBezTo>
                  <a:pt x="7183" y="8099"/>
                  <a:pt x="7330" y="8160"/>
                  <a:pt x="7486" y="8160"/>
                </a:cubicBezTo>
                <a:cubicBezTo>
                  <a:pt x="7643" y="8160"/>
                  <a:pt x="7790" y="8099"/>
                  <a:pt x="7901" y="7988"/>
                </a:cubicBezTo>
                <a:lnTo>
                  <a:pt x="8270" y="7620"/>
                </a:lnTo>
                <a:cubicBezTo>
                  <a:pt x="8380" y="7509"/>
                  <a:pt x="8441" y="7362"/>
                  <a:pt x="8441" y="7205"/>
                </a:cubicBezTo>
                <a:cubicBezTo>
                  <a:pt x="8441" y="7049"/>
                  <a:pt x="8380" y="6901"/>
                  <a:pt x="8270" y="6791"/>
                </a:cubicBezTo>
                <a:close/>
                <a:moveTo>
                  <a:pt x="1793" y="4281"/>
                </a:moveTo>
                <a:cubicBezTo>
                  <a:pt x="1029" y="3517"/>
                  <a:pt x="1029" y="2275"/>
                  <a:pt x="1793" y="1511"/>
                </a:cubicBezTo>
                <a:cubicBezTo>
                  <a:pt x="2163" y="1142"/>
                  <a:pt x="2654" y="938"/>
                  <a:pt x="3177" y="938"/>
                </a:cubicBezTo>
                <a:cubicBezTo>
                  <a:pt x="3700" y="938"/>
                  <a:pt x="4192" y="1142"/>
                  <a:pt x="4562" y="1511"/>
                </a:cubicBezTo>
                <a:cubicBezTo>
                  <a:pt x="5325" y="2275"/>
                  <a:pt x="5325" y="3517"/>
                  <a:pt x="4562" y="4281"/>
                </a:cubicBezTo>
                <a:cubicBezTo>
                  <a:pt x="4192" y="4650"/>
                  <a:pt x="3700" y="4854"/>
                  <a:pt x="3177" y="4854"/>
                </a:cubicBezTo>
                <a:cubicBezTo>
                  <a:pt x="2654" y="4854"/>
                  <a:pt x="2163" y="4650"/>
                  <a:pt x="1793" y="4281"/>
                </a:cubicBezTo>
                <a:close/>
              </a:path>
            </a:pathLst>
          </a:custGeom>
          <a:solidFill>
            <a:schemeClr val="tx1">
              <a:lumMod val="65000"/>
              <a:lumOff val="35000"/>
            </a:schemeClr>
          </a:solidFill>
          <a:ln>
            <a:noFill/>
          </a:ln>
        </p:spPr>
        <p:txBody>
          <a:bodyPr/>
          <a:lstStyle/>
          <a:p>
            <a:endParaRPr lang="zh-CN" altLang="en-US">
              <a:cs typeface="+mn-ea"/>
              <a:sym typeface="+mn-lt"/>
            </a:endParaRPr>
          </a:p>
        </p:txBody>
      </p:sp>
      <p:sp>
        <p:nvSpPr>
          <p:cNvPr id="65" name="文本框 64">
            <a:extLst>
              <a:ext uri="{FF2B5EF4-FFF2-40B4-BE49-F238E27FC236}">
                <a16:creationId xmlns:a16="http://schemas.microsoft.com/office/drawing/2014/main" id="{D5CAFDD1-ADB9-4FCA-A2FE-E200863F4E0C}"/>
              </a:ext>
            </a:extLst>
          </p:cNvPr>
          <p:cNvSpPr txBox="1"/>
          <p:nvPr/>
        </p:nvSpPr>
        <p:spPr>
          <a:xfrm>
            <a:off x="1188717" y="3879375"/>
            <a:ext cx="2965476" cy="613822"/>
          </a:xfrm>
          <a:prstGeom prst="rect">
            <a:avLst/>
          </a:prstGeom>
          <a:noFill/>
        </p:spPr>
        <p:txBody>
          <a:bodyPr wrap="square" rtlCol="0">
            <a:spAutoFit/>
            <a:scene3d>
              <a:camera prst="orthographicFront"/>
              <a:lightRig rig="threePt" dir="t"/>
            </a:scene3d>
            <a:sp3d contourW="12700"/>
          </a:bodyPr>
          <a:lstStyle/>
          <a:p>
            <a:pPr algn="r">
              <a:lnSpc>
                <a:spcPct val="150000"/>
              </a:lnSpc>
            </a:pPr>
            <a:r>
              <a:rPr lang="zh-CN" altLang="en-US" sz="1200" dirty="0">
                <a:solidFill>
                  <a:schemeClr val="tx1">
                    <a:lumMod val="65000"/>
                    <a:lumOff val="35000"/>
                  </a:schemeClr>
                </a:solidFill>
                <a:cs typeface="+mn-ea"/>
                <a:sym typeface="+mn-lt"/>
              </a:rPr>
              <a:t>点击输入简要文字内容，文字内容需概括精炼，言简意赅的说明分项内容点击输入</a:t>
            </a:r>
            <a:endParaRPr lang="en-US" altLang="zh-CN" sz="1200" dirty="0">
              <a:solidFill>
                <a:schemeClr val="tx1">
                  <a:lumMod val="65000"/>
                  <a:lumOff val="35000"/>
                </a:schemeClr>
              </a:solidFill>
              <a:cs typeface="+mn-ea"/>
              <a:sym typeface="+mn-lt"/>
            </a:endParaRPr>
          </a:p>
        </p:txBody>
      </p:sp>
      <p:sp>
        <p:nvSpPr>
          <p:cNvPr id="66" name="文本框 65">
            <a:extLst>
              <a:ext uri="{FF2B5EF4-FFF2-40B4-BE49-F238E27FC236}">
                <a16:creationId xmlns:a16="http://schemas.microsoft.com/office/drawing/2014/main" id="{D243817A-6567-40D1-963D-AC4655F82FA3}"/>
              </a:ext>
            </a:extLst>
          </p:cNvPr>
          <p:cNvSpPr txBox="1"/>
          <p:nvPr/>
        </p:nvSpPr>
        <p:spPr>
          <a:xfrm>
            <a:off x="1235671" y="5422530"/>
            <a:ext cx="2965476" cy="613822"/>
          </a:xfrm>
          <a:prstGeom prst="rect">
            <a:avLst/>
          </a:prstGeom>
          <a:noFill/>
        </p:spPr>
        <p:txBody>
          <a:bodyPr wrap="square" rtlCol="0">
            <a:spAutoFit/>
            <a:scene3d>
              <a:camera prst="orthographicFront"/>
              <a:lightRig rig="threePt" dir="t"/>
            </a:scene3d>
            <a:sp3d contourW="12700"/>
          </a:bodyPr>
          <a:lstStyle/>
          <a:p>
            <a:pPr algn="r">
              <a:lnSpc>
                <a:spcPct val="150000"/>
              </a:lnSpc>
            </a:pPr>
            <a:r>
              <a:rPr lang="zh-CN" altLang="en-US" sz="1200" dirty="0">
                <a:solidFill>
                  <a:schemeClr val="tx1">
                    <a:lumMod val="65000"/>
                    <a:lumOff val="35000"/>
                  </a:schemeClr>
                </a:solidFill>
                <a:cs typeface="+mn-ea"/>
                <a:sym typeface="+mn-lt"/>
              </a:rPr>
              <a:t>点击输入简要文字内容，文字内容需概括精炼，言简意赅的说明分项内容点击输入</a:t>
            </a:r>
            <a:endParaRPr lang="en-US" altLang="zh-CN" sz="1200" dirty="0">
              <a:solidFill>
                <a:schemeClr val="tx1">
                  <a:lumMod val="65000"/>
                  <a:lumOff val="35000"/>
                </a:schemeClr>
              </a:solidFill>
              <a:cs typeface="+mn-ea"/>
              <a:sym typeface="+mn-lt"/>
            </a:endParaRPr>
          </a:p>
        </p:txBody>
      </p:sp>
      <p:sp>
        <p:nvSpPr>
          <p:cNvPr id="67" name="文本框 66">
            <a:extLst>
              <a:ext uri="{FF2B5EF4-FFF2-40B4-BE49-F238E27FC236}">
                <a16:creationId xmlns:a16="http://schemas.microsoft.com/office/drawing/2014/main" id="{3647A0EA-39CF-40F3-BEC2-EA507C033BF5}"/>
              </a:ext>
            </a:extLst>
          </p:cNvPr>
          <p:cNvSpPr txBox="1"/>
          <p:nvPr/>
        </p:nvSpPr>
        <p:spPr>
          <a:xfrm>
            <a:off x="7983203" y="2311628"/>
            <a:ext cx="2965476" cy="613822"/>
          </a:xfrm>
          <a:prstGeom prst="rect">
            <a:avLst/>
          </a:prstGeom>
          <a:noFill/>
        </p:spPr>
        <p:txBody>
          <a:bodyPr wrap="square" rtlCol="0">
            <a:spAutoFit/>
            <a:scene3d>
              <a:camera prst="orthographicFront"/>
              <a:lightRig rig="threePt" dir="t"/>
            </a:scene3d>
            <a:sp3d contourW="12700"/>
          </a:bodyPr>
          <a:lstStyle/>
          <a:p>
            <a:pPr algn="r">
              <a:lnSpc>
                <a:spcPct val="150000"/>
              </a:lnSpc>
            </a:pPr>
            <a:r>
              <a:rPr lang="zh-CN" altLang="en-US" sz="1200" dirty="0">
                <a:solidFill>
                  <a:schemeClr val="tx1">
                    <a:lumMod val="65000"/>
                    <a:lumOff val="35000"/>
                  </a:schemeClr>
                </a:solidFill>
                <a:cs typeface="+mn-ea"/>
                <a:sym typeface="+mn-lt"/>
              </a:rPr>
              <a:t>点击输入简要文字内容，文字内容需概括精炼，言简意赅的说明分项内容点击输入</a:t>
            </a:r>
            <a:endParaRPr lang="en-US" altLang="zh-CN" sz="1200" dirty="0">
              <a:solidFill>
                <a:schemeClr val="tx1">
                  <a:lumMod val="65000"/>
                  <a:lumOff val="35000"/>
                </a:schemeClr>
              </a:solidFill>
              <a:cs typeface="+mn-ea"/>
              <a:sym typeface="+mn-lt"/>
            </a:endParaRPr>
          </a:p>
        </p:txBody>
      </p:sp>
      <p:sp>
        <p:nvSpPr>
          <p:cNvPr id="68" name="文本框 67">
            <a:extLst>
              <a:ext uri="{FF2B5EF4-FFF2-40B4-BE49-F238E27FC236}">
                <a16:creationId xmlns:a16="http://schemas.microsoft.com/office/drawing/2014/main" id="{DCEEAAA5-85C7-42B0-9123-EBAA091B4EF7}"/>
              </a:ext>
            </a:extLst>
          </p:cNvPr>
          <p:cNvSpPr txBox="1"/>
          <p:nvPr/>
        </p:nvSpPr>
        <p:spPr>
          <a:xfrm>
            <a:off x="7943719" y="3847773"/>
            <a:ext cx="2965476" cy="613822"/>
          </a:xfrm>
          <a:prstGeom prst="rect">
            <a:avLst/>
          </a:prstGeom>
          <a:noFill/>
        </p:spPr>
        <p:txBody>
          <a:bodyPr wrap="square" rtlCol="0">
            <a:spAutoFit/>
            <a:scene3d>
              <a:camera prst="orthographicFront"/>
              <a:lightRig rig="threePt" dir="t"/>
            </a:scene3d>
            <a:sp3d contourW="12700"/>
          </a:bodyPr>
          <a:lstStyle/>
          <a:p>
            <a:pPr algn="r">
              <a:lnSpc>
                <a:spcPct val="150000"/>
              </a:lnSpc>
            </a:pPr>
            <a:r>
              <a:rPr lang="zh-CN" altLang="en-US" sz="1200" dirty="0">
                <a:solidFill>
                  <a:schemeClr val="tx1">
                    <a:lumMod val="65000"/>
                    <a:lumOff val="35000"/>
                  </a:schemeClr>
                </a:solidFill>
                <a:cs typeface="+mn-ea"/>
                <a:sym typeface="+mn-lt"/>
              </a:rPr>
              <a:t>点击输入简要文字内容，文字内容需概括精炼，言简意赅的说明分项内容点击输入</a:t>
            </a:r>
            <a:endParaRPr lang="en-US" altLang="zh-CN" sz="1200" dirty="0">
              <a:solidFill>
                <a:schemeClr val="tx1">
                  <a:lumMod val="65000"/>
                  <a:lumOff val="35000"/>
                </a:schemeClr>
              </a:solidFill>
              <a:cs typeface="+mn-ea"/>
              <a:sym typeface="+mn-lt"/>
            </a:endParaRPr>
          </a:p>
        </p:txBody>
      </p:sp>
      <p:sp>
        <p:nvSpPr>
          <p:cNvPr id="69" name="文本框 68">
            <a:extLst>
              <a:ext uri="{FF2B5EF4-FFF2-40B4-BE49-F238E27FC236}">
                <a16:creationId xmlns:a16="http://schemas.microsoft.com/office/drawing/2014/main" id="{C9F124AD-D601-411A-AD19-24C2618A1474}"/>
              </a:ext>
            </a:extLst>
          </p:cNvPr>
          <p:cNvSpPr txBox="1"/>
          <p:nvPr/>
        </p:nvSpPr>
        <p:spPr>
          <a:xfrm>
            <a:off x="8039753" y="5422530"/>
            <a:ext cx="2965476" cy="613822"/>
          </a:xfrm>
          <a:prstGeom prst="rect">
            <a:avLst/>
          </a:prstGeom>
          <a:noFill/>
        </p:spPr>
        <p:txBody>
          <a:bodyPr wrap="square" rtlCol="0">
            <a:spAutoFit/>
            <a:scene3d>
              <a:camera prst="orthographicFront"/>
              <a:lightRig rig="threePt" dir="t"/>
            </a:scene3d>
            <a:sp3d contourW="12700"/>
          </a:bodyPr>
          <a:lstStyle/>
          <a:p>
            <a:pPr algn="r">
              <a:lnSpc>
                <a:spcPct val="150000"/>
              </a:lnSpc>
            </a:pPr>
            <a:r>
              <a:rPr lang="zh-CN" altLang="en-US" sz="1200" dirty="0">
                <a:solidFill>
                  <a:schemeClr val="tx1">
                    <a:lumMod val="65000"/>
                    <a:lumOff val="35000"/>
                  </a:schemeClr>
                </a:solidFill>
                <a:cs typeface="+mn-ea"/>
                <a:sym typeface="+mn-lt"/>
              </a:rPr>
              <a:t>点击输入简要文字内容，文字内容需概括精炼，言简意赅的说明分项内容点击输入</a:t>
            </a:r>
            <a:endParaRPr lang="en-US" altLang="zh-CN" sz="1200" dirty="0">
              <a:solidFill>
                <a:schemeClr val="tx1">
                  <a:lumMod val="65000"/>
                  <a:lumOff val="35000"/>
                </a:schemeClr>
              </a:solidFill>
              <a:cs typeface="+mn-ea"/>
              <a:sym typeface="+mn-lt"/>
            </a:endParaRPr>
          </a:p>
        </p:txBody>
      </p:sp>
    </p:spTree>
    <p:extLst>
      <p:ext uri="{BB962C8B-B14F-4D97-AF65-F5344CB8AC3E}">
        <p14:creationId xmlns:p14="http://schemas.microsoft.com/office/powerpoint/2010/main" val="198507889"/>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 calcmode="lin" valueType="num">
                                      <p:cBhvr>
                                        <p:cTn id="9" dur="500" fill="hold"/>
                                        <p:tgtEl>
                                          <p:spTgt spid="26"/>
                                        </p:tgtEl>
                                        <p:attrNameLst>
                                          <p:attrName>style.rotation</p:attrName>
                                        </p:attrNameLst>
                                      </p:cBhvr>
                                      <p:tavLst>
                                        <p:tav tm="0">
                                          <p:val>
                                            <p:fltVal val="360"/>
                                          </p:val>
                                        </p:tav>
                                        <p:tav tm="100000">
                                          <p:val>
                                            <p:fltVal val="0"/>
                                          </p:val>
                                        </p:tav>
                                      </p:tavLst>
                                    </p:anim>
                                    <p:animEffect transition="in" filter="fade">
                                      <p:cBhvr>
                                        <p:cTn id="10" dur="500"/>
                                        <p:tgtEl>
                                          <p:spTgt spid="26"/>
                                        </p:tgtEl>
                                      </p:cBhvr>
                                    </p:animEffect>
                                  </p:childTnLst>
                                </p:cTn>
                              </p:par>
                              <p:par>
                                <p:cTn id="11" presetID="53" presetClass="entr" presetSubtype="16" fill="hold" nodeType="withEffect">
                                  <p:stCondLst>
                                    <p:cond delay="0"/>
                                  </p:stCondLst>
                                  <p:childTnLst>
                                    <p:set>
                                      <p:cBhvr>
                                        <p:cTn id="12" dur="1" fill="hold">
                                          <p:stCondLst>
                                            <p:cond delay="0"/>
                                          </p:stCondLst>
                                        </p:cTn>
                                        <p:tgtEl>
                                          <p:spTgt spid="64"/>
                                        </p:tgtEl>
                                        <p:attrNameLst>
                                          <p:attrName>style.visibility</p:attrName>
                                        </p:attrNameLst>
                                      </p:cBhvr>
                                      <p:to>
                                        <p:strVal val="visible"/>
                                      </p:to>
                                    </p:set>
                                    <p:anim calcmode="lin" valueType="num">
                                      <p:cBhvr>
                                        <p:cTn id="13" dur="500" fill="hold"/>
                                        <p:tgtEl>
                                          <p:spTgt spid="64"/>
                                        </p:tgtEl>
                                        <p:attrNameLst>
                                          <p:attrName>ppt_w</p:attrName>
                                        </p:attrNameLst>
                                      </p:cBhvr>
                                      <p:tavLst>
                                        <p:tav tm="0">
                                          <p:val>
                                            <p:fltVal val="0"/>
                                          </p:val>
                                        </p:tav>
                                        <p:tav tm="100000">
                                          <p:val>
                                            <p:strVal val="#ppt_w"/>
                                          </p:val>
                                        </p:tav>
                                      </p:tavLst>
                                    </p:anim>
                                    <p:anim calcmode="lin" valueType="num">
                                      <p:cBhvr>
                                        <p:cTn id="14" dur="500" fill="hold"/>
                                        <p:tgtEl>
                                          <p:spTgt spid="64"/>
                                        </p:tgtEl>
                                        <p:attrNameLst>
                                          <p:attrName>ppt_h</p:attrName>
                                        </p:attrNameLst>
                                      </p:cBhvr>
                                      <p:tavLst>
                                        <p:tav tm="0">
                                          <p:val>
                                            <p:fltVal val="0"/>
                                          </p:val>
                                        </p:tav>
                                        <p:tav tm="100000">
                                          <p:val>
                                            <p:strVal val="#ppt_h"/>
                                          </p:val>
                                        </p:tav>
                                      </p:tavLst>
                                    </p:anim>
                                    <p:animEffect transition="in" filter="fade">
                                      <p:cBhvr>
                                        <p:cTn id="15" dur="500"/>
                                        <p:tgtEl>
                                          <p:spTgt spid="64"/>
                                        </p:tgtEl>
                                      </p:cBhvr>
                                    </p:animEffect>
                                  </p:childTnLst>
                                </p:cTn>
                              </p:par>
                            </p:childTnLst>
                          </p:cTn>
                        </p:par>
                        <p:par>
                          <p:cTn id="16" fill="hold">
                            <p:stCondLst>
                              <p:cond delay="500"/>
                            </p:stCondLst>
                            <p:childTnLst>
                              <p:par>
                                <p:cTn id="17" presetID="49" presetClass="entr" presetSubtype="0" decel="100000" fill="hold" nodeType="afterEffect">
                                  <p:stCondLst>
                                    <p:cond delay="0"/>
                                  </p:stCondLst>
                                  <p:childTnLst>
                                    <p:set>
                                      <p:cBhvr>
                                        <p:cTn id="18" dur="1" fill="hold">
                                          <p:stCondLst>
                                            <p:cond delay="0"/>
                                          </p:stCondLst>
                                        </p:cTn>
                                        <p:tgtEl>
                                          <p:spTgt spid="39"/>
                                        </p:tgtEl>
                                        <p:attrNameLst>
                                          <p:attrName>style.visibility</p:attrName>
                                        </p:attrNameLst>
                                      </p:cBhvr>
                                      <p:to>
                                        <p:strVal val="visible"/>
                                      </p:to>
                                    </p:set>
                                    <p:anim calcmode="lin" valueType="num">
                                      <p:cBhvr>
                                        <p:cTn id="19" dur="500" fill="hold"/>
                                        <p:tgtEl>
                                          <p:spTgt spid="39"/>
                                        </p:tgtEl>
                                        <p:attrNameLst>
                                          <p:attrName>ppt_w</p:attrName>
                                        </p:attrNameLst>
                                      </p:cBhvr>
                                      <p:tavLst>
                                        <p:tav tm="0">
                                          <p:val>
                                            <p:fltVal val="0"/>
                                          </p:val>
                                        </p:tav>
                                        <p:tav tm="100000">
                                          <p:val>
                                            <p:strVal val="#ppt_w"/>
                                          </p:val>
                                        </p:tav>
                                      </p:tavLst>
                                    </p:anim>
                                    <p:anim calcmode="lin" valueType="num">
                                      <p:cBhvr>
                                        <p:cTn id="20" dur="500" fill="hold"/>
                                        <p:tgtEl>
                                          <p:spTgt spid="39"/>
                                        </p:tgtEl>
                                        <p:attrNameLst>
                                          <p:attrName>ppt_h</p:attrName>
                                        </p:attrNameLst>
                                      </p:cBhvr>
                                      <p:tavLst>
                                        <p:tav tm="0">
                                          <p:val>
                                            <p:fltVal val="0"/>
                                          </p:val>
                                        </p:tav>
                                        <p:tav tm="100000">
                                          <p:val>
                                            <p:strVal val="#ppt_h"/>
                                          </p:val>
                                        </p:tav>
                                      </p:tavLst>
                                    </p:anim>
                                    <p:anim calcmode="lin" valueType="num">
                                      <p:cBhvr>
                                        <p:cTn id="21" dur="500" fill="hold"/>
                                        <p:tgtEl>
                                          <p:spTgt spid="39"/>
                                        </p:tgtEl>
                                        <p:attrNameLst>
                                          <p:attrName>style.rotation</p:attrName>
                                        </p:attrNameLst>
                                      </p:cBhvr>
                                      <p:tavLst>
                                        <p:tav tm="0">
                                          <p:val>
                                            <p:fltVal val="360"/>
                                          </p:val>
                                        </p:tav>
                                        <p:tav tm="100000">
                                          <p:val>
                                            <p:fltVal val="0"/>
                                          </p:val>
                                        </p:tav>
                                      </p:tavLst>
                                    </p:anim>
                                    <p:animEffect transition="in" filter="fade">
                                      <p:cBhvr>
                                        <p:cTn id="22" dur="500"/>
                                        <p:tgtEl>
                                          <p:spTgt spid="39"/>
                                        </p:tgtEl>
                                      </p:cBhvr>
                                    </p:animEffect>
                                  </p:childTnLst>
                                </p:cTn>
                              </p:par>
                              <p:par>
                                <p:cTn id="23" presetID="53" presetClass="entr" presetSubtype="528" fill="hold" nodeType="withEffect">
                                  <p:stCondLst>
                                    <p:cond delay="0"/>
                                  </p:stCondLst>
                                  <p:childTnLst>
                                    <p:set>
                                      <p:cBhvr>
                                        <p:cTn id="24" dur="1" fill="hold">
                                          <p:stCondLst>
                                            <p:cond delay="0"/>
                                          </p:stCondLst>
                                        </p:cTn>
                                        <p:tgtEl>
                                          <p:spTgt spid="39"/>
                                        </p:tgtEl>
                                        <p:attrNameLst>
                                          <p:attrName>style.visibility</p:attrName>
                                        </p:attrNameLst>
                                      </p:cBhvr>
                                      <p:to>
                                        <p:strVal val="visible"/>
                                      </p:to>
                                    </p:set>
                                    <p:anim calcmode="lin" valueType="num">
                                      <p:cBhvr>
                                        <p:cTn id="25" dur="500" fill="hold"/>
                                        <p:tgtEl>
                                          <p:spTgt spid="39"/>
                                        </p:tgtEl>
                                        <p:attrNameLst>
                                          <p:attrName>ppt_w</p:attrName>
                                        </p:attrNameLst>
                                      </p:cBhvr>
                                      <p:tavLst>
                                        <p:tav tm="0">
                                          <p:val>
                                            <p:fltVal val="0"/>
                                          </p:val>
                                        </p:tav>
                                        <p:tav tm="100000">
                                          <p:val>
                                            <p:strVal val="#ppt_w"/>
                                          </p:val>
                                        </p:tav>
                                      </p:tavLst>
                                    </p:anim>
                                    <p:anim calcmode="lin" valueType="num">
                                      <p:cBhvr>
                                        <p:cTn id="26" dur="500" fill="hold"/>
                                        <p:tgtEl>
                                          <p:spTgt spid="39"/>
                                        </p:tgtEl>
                                        <p:attrNameLst>
                                          <p:attrName>ppt_h</p:attrName>
                                        </p:attrNameLst>
                                      </p:cBhvr>
                                      <p:tavLst>
                                        <p:tav tm="0">
                                          <p:val>
                                            <p:fltVal val="0"/>
                                          </p:val>
                                        </p:tav>
                                        <p:tav tm="100000">
                                          <p:val>
                                            <p:strVal val="#ppt_h"/>
                                          </p:val>
                                        </p:tav>
                                      </p:tavLst>
                                    </p:anim>
                                    <p:animEffect transition="in" filter="fade">
                                      <p:cBhvr>
                                        <p:cTn id="27" dur="500"/>
                                        <p:tgtEl>
                                          <p:spTgt spid="39"/>
                                        </p:tgtEl>
                                      </p:cBhvr>
                                    </p:animEffect>
                                    <p:anim calcmode="lin" valueType="num">
                                      <p:cBhvr>
                                        <p:cTn id="28" dur="500" fill="hold"/>
                                        <p:tgtEl>
                                          <p:spTgt spid="39"/>
                                        </p:tgtEl>
                                        <p:attrNameLst>
                                          <p:attrName>ppt_x</p:attrName>
                                        </p:attrNameLst>
                                      </p:cBhvr>
                                      <p:tavLst>
                                        <p:tav tm="0">
                                          <p:val>
                                            <p:fltVal val="0.5"/>
                                          </p:val>
                                        </p:tav>
                                        <p:tav tm="100000">
                                          <p:val>
                                            <p:strVal val="#ppt_x"/>
                                          </p:val>
                                        </p:tav>
                                      </p:tavLst>
                                    </p:anim>
                                    <p:anim calcmode="lin" valueType="num">
                                      <p:cBhvr>
                                        <p:cTn id="29" dur="500" fill="hold"/>
                                        <p:tgtEl>
                                          <p:spTgt spid="39"/>
                                        </p:tgtEl>
                                        <p:attrNameLst>
                                          <p:attrName>ppt_y</p:attrName>
                                        </p:attrNameLst>
                                      </p:cBhvr>
                                      <p:tavLst>
                                        <p:tav tm="0">
                                          <p:val>
                                            <p:fltVal val="0.5"/>
                                          </p:val>
                                        </p:tav>
                                        <p:tav tm="100000">
                                          <p:val>
                                            <p:strVal val="#ppt_y"/>
                                          </p:val>
                                        </p:tav>
                                      </p:tavLst>
                                    </p:anim>
                                  </p:childTnLst>
                                </p:cTn>
                              </p:par>
                              <p:par>
                                <p:cTn id="30" presetID="49" presetClass="entr" presetSubtype="0" decel="100000" fill="hold" nodeType="withEffect">
                                  <p:stCondLst>
                                    <p:cond delay="0"/>
                                  </p:stCondLst>
                                  <p:childTnLst>
                                    <p:set>
                                      <p:cBhvr>
                                        <p:cTn id="31" dur="1" fill="hold">
                                          <p:stCondLst>
                                            <p:cond delay="0"/>
                                          </p:stCondLst>
                                        </p:cTn>
                                        <p:tgtEl>
                                          <p:spTgt spid="53"/>
                                        </p:tgtEl>
                                        <p:attrNameLst>
                                          <p:attrName>style.visibility</p:attrName>
                                        </p:attrNameLst>
                                      </p:cBhvr>
                                      <p:to>
                                        <p:strVal val="visible"/>
                                      </p:to>
                                    </p:set>
                                    <p:anim calcmode="lin" valueType="num">
                                      <p:cBhvr>
                                        <p:cTn id="32" dur="500" fill="hold"/>
                                        <p:tgtEl>
                                          <p:spTgt spid="53"/>
                                        </p:tgtEl>
                                        <p:attrNameLst>
                                          <p:attrName>ppt_w</p:attrName>
                                        </p:attrNameLst>
                                      </p:cBhvr>
                                      <p:tavLst>
                                        <p:tav tm="0">
                                          <p:val>
                                            <p:fltVal val="0"/>
                                          </p:val>
                                        </p:tav>
                                        <p:tav tm="100000">
                                          <p:val>
                                            <p:strVal val="#ppt_w"/>
                                          </p:val>
                                        </p:tav>
                                      </p:tavLst>
                                    </p:anim>
                                    <p:anim calcmode="lin" valueType="num">
                                      <p:cBhvr>
                                        <p:cTn id="33" dur="500" fill="hold"/>
                                        <p:tgtEl>
                                          <p:spTgt spid="53"/>
                                        </p:tgtEl>
                                        <p:attrNameLst>
                                          <p:attrName>ppt_h</p:attrName>
                                        </p:attrNameLst>
                                      </p:cBhvr>
                                      <p:tavLst>
                                        <p:tav tm="0">
                                          <p:val>
                                            <p:fltVal val="0"/>
                                          </p:val>
                                        </p:tav>
                                        <p:tav tm="100000">
                                          <p:val>
                                            <p:strVal val="#ppt_h"/>
                                          </p:val>
                                        </p:tav>
                                      </p:tavLst>
                                    </p:anim>
                                    <p:anim calcmode="lin" valueType="num">
                                      <p:cBhvr>
                                        <p:cTn id="34" dur="500" fill="hold"/>
                                        <p:tgtEl>
                                          <p:spTgt spid="53"/>
                                        </p:tgtEl>
                                        <p:attrNameLst>
                                          <p:attrName>style.rotation</p:attrName>
                                        </p:attrNameLst>
                                      </p:cBhvr>
                                      <p:tavLst>
                                        <p:tav tm="0">
                                          <p:val>
                                            <p:fltVal val="360"/>
                                          </p:val>
                                        </p:tav>
                                        <p:tav tm="100000">
                                          <p:val>
                                            <p:fltVal val="0"/>
                                          </p:val>
                                        </p:tav>
                                      </p:tavLst>
                                    </p:anim>
                                    <p:animEffect transition="in" filter="fade">
                                      <p:cBhvr>
                                        <p:cTn id="35" dur="500"/>
                                        <p:tgtEl>
                                          <p:spTgt spid="53"/>
                                        </p:tgtEl>
                                      </p:cBhvr>
                                    </p:animEffect>
                                  </p:childTnLst>
                                </p:cTn>
                              </p:par>
                              <p:par>
                                <p:cTn id="36" presetID="53" presetClass="entr" presetSubtype="528" fill="hold" nodeType="withEffect">
                                  <p:stCondLst>
                                    <p:cond delay="0"/>
                                  </p:stCondLst>
                                  <p:childTnLst>
                                    <p:set>
                                      <p:cBhvr>
                                        <p:cTn id="37" dur="1" fill="hold">
                                          <p:stCondLst>
                                            <p:cond delay="0"/>
                                          </p:stCondLst>
                                        </p:cTn>
                                        <p:tgtEl>
                                          <p:spTgt spid="53"/>
                                        </p:tgtEl>
                                        <p:attrNameLst>
                                          <p:attrName>style.visibility</p:attrName>
                                        </p:attrNameLst>
                                      </p:cBhvr>
                                      <p:to>
                                        <p:strVal val="visible"/>
                                      </p:to>
                                    </p:set>
                                    <p:anim calcmode="lin" valueType="num">
                                      <p:cBhvr>
                                        <p:cTn id="38" dur="500" fill="hold"/>
                                        <p:tgtEl>
                                          <p:spTgt spid="53"/>
                                        </p:tgtEl>
                                        <p:attrNameLst>
                                          <p:attrName>ppt_w</p:attrName>
                                        </p:attrNameLst>
                                      </p:cBhvr>
                                      <p:tavLst>
                                        <p:tav tm="0">
                                          <p:val>
                                            <p:fltVal val="0"/>
                                          </p:val>
                                        </p:tav>
                                        <p:tav tm="100000">
                                          <p:val>
                                            <p:strVal val="#ppt_w"/>
                                          </p:val>
                                        </p:tav>
                                      </p:tavLst>
                                    </p:anim>
                                    <p:anim calcmode="lin" valueType="num">
                                      <p:cBhvr>
                                        <p:cTn id="39" dur="500" fill="hold"/>
                                        <p:tgtEl>
                                          <p:spTgt spid="53"/>
                                        </p:tgtEl>
                                        <p:attrNameLst>
                                          <p:attrName>ppt_h</p:attrName>
                                        </p:attrNameLst>
                                      </p:cBhvr>
                                      <p:tavLst>
                                        <p:tav tm="0">
                                          <p:val>
                                            <p:fltVal val="0"/>
                                          </p:val>
                                        </p:tav>
                                        <p:tav tm="100000">
                                          <p:val>
                                            <p:strVal val="#ppt_h"/>
                                          </p:val>
                                        </p:tav>
                                      </p:tavLst>
                                    </p:anim>
                                    <p:animEffect transition="in" filter="fade">
                                      <p:cBhvr>
                                        <p:cTn id="40" dur="500"/>
                                        <p:tgtEl>
                                          <p:spTgt spid="53"/>
                                        </p:tgtEl>
                                      </p:cBhvr>
                                    </p:animEffect>
                                    <p:anim calcmode="lin" valueType="num">
                                      <p:cBhvr>
                                        <p:cTn id="41" dur="500" fill="hold"/>
                                        <p:tgtEl>
                                          <p:spTgt spid="53"/>
                                        </p:tgtEl>
                                        <p:attrNameLst>
                                          <p:attrName>ppt_x</p:attrName>
                                        </p:attrNameLst>
                                      </p:cBhvr>
                                      <p:tavLst>
                                        <p:tav tm="0">
                                          <p:val>
                                            <p:fltVal val="0.5"/>
                                          </p:val>
                                        </p:tav>
                                        <p:tav tm="100000">
                                          <p:val>
                                            <p:strVal val="#ppt_x"/>
                                          </p:val>
                                        </p:tav>
                                      </p:tavLst>
                                    </p:anim>
                                    <p:anim calcmode="lin" valueType="num">
                                      <p:cBhvr>
                                        <p:cTn id="42" dur="500" fill="hold"/>
                                        <p:tgtEl>
                                          <p:spTgt spid="53"/>
                                        </p:tgtEl>
                                        <p:attrNameLst>
                                          <p:attrName>ppt_y</p:attrName>
                                        </p:attrNameLst>
                                      </p:cBhvr>
                                      <p:tavLst>
                                        <p:tav tm="0">
                                          <p:val>
                                            <p:fltVal val="0.5"/>
                                          </p:val>
                                        </p:tav>
                                        <p:tav tm="100000">
                                          <p:val>
                                            <p:strVal val="#ppt_y"/>
                                          </p:val>
                                        </p:tav>
                                      </p:tavLst>
                                    </p:anim>
                                  </p:childTnLst>
                                </p:cTn>
                              </p:par>
                              <p:par>
                                <p:cTn id="43" presetID="49" presetClass="entr" presetSubtype="0" decel="100000" fill="hold" nodeType="withEffect">
                                  <p:stCondLst>
                                    <p:cond delay="0"/>
                                  </p:stCondLst>
                                  <p:childTnLst>
                                    <p:set>
                                      <p:cBhvr>
                                        <p:cTn id="44" dur="1" fill="hold">
                                          <p:stCondLst>
                                            <p:cond delay="0"/>
                                          </p:stCondLst>
                                        </p:cTn>
                                        <p:tgtEl>
                                          <p:spTgt spid="43"/>
                                        </p:tgtEl>
                                        <p:attrNameLst>
                                          <p:attrName>style.visibility</p:attrName>
                                        </p:attrNameLst>
                                      </p:cBhvr>
                                      <p:to>
                                        <p:strVal val="visible"/>
                                      </p:to>
                                    </p:set>
                                    <p:anim calcmode="lin" valueType="num">
                                      <p:cBhvr>
                                        <p:cTn id="45" dur="500" fill="hold"/>
                                        <p:tgtEl>
                                          <p:spTgt spid="43"/>
                                        </p:tgtEl>
                                        <p:attrNameLst>
                                          <p:attrName>ppt_w</p:attrName>
                                        </p:attrNameLst>
                                      </p:cBhvr>
                                      <p:tavLst>
                                        <p:tav tm="0">
                                          <p:val>
                                            <p:fltVal val="0"/>
                                          </p:val>
                                        </p:tav>
                                        <p:tav tm="100000">
                                          <p:val>
                                            <p:strVal val="#ppt_w"/>
                                          </p:val>
                                        </p:tav>
                                      </p:tavLst>
                                    </p:anim>
                                    <p:anim calcmode="lin" valueType="num">
                                      <p:cBhvr>
                                        <p:cTn id="46" dur="500" fill="hold"/>
                                        <p:tgtEl>
                                          <p:spTgt spid="43"/>
                                        </p:tgtEl>
                                        <p:attrNameLst>
                                          <p:attrName>ppt_h</p:attrName>
                                        </p:attrNameLst>
                                      </p:cBhvr>
                                      <p:tavLst>
                                        <p:tav tm="0">
                                          <p:val>
                                            <p:fltVal val="0"/>
                                          </p:val>
                                        </p:tav>
                                        <p:tav tm="100000">
                                          <p:val>
                                            <p:strVal val="#ppt_h"/>
                                          </p:val>
                                        </p:tav>
                                      </p:tavLst>
                                    </p:anim>
                                    <p:anim calcmode="lin" valueType="num">
                                      <p:cBhvr>
                                        <p:cTn id="47" dur="500" fill="hold"/>
                                        <p:tgtEl>
                                          <p:spTgt spid="43"/>
                                        </p:tgtEl>
                                        <p:attrNameLst>
                                          <p:attrName>style.rotation</p:attrName>
                                        </p:attrNameLst>
                                      </p:cBhvr>
                                      <p:tavLst>
                                        <p:tav tm="0">
                                          <p:val>
                                            <p:fltVal val="360"/>
                                          </p:val>
                                        </p:tav>
                                        <p:tav tm="100000">
                                          <p:val>
                                            <p:fltVal val="0"/>
                                          </p:val>
                                        </p:tav>
                                      </p:tavLst>
                                    </p:anim>
                                    <p:animEffect transition="in" filter="fade">
                                      <p:cBhvr>
                                        <p:cTn id="48" dur="500"/>
                                        <p:tgtEl>
                                          <p:spTgt spid="43"/>
                                        </p:tgtEl>
                                      </p:cBhvr>
                                    </p:animEffect>
                                  </p:childTnLst>
                                </p:cTn>
                              </p:par>
                              <p:par>
                                <p:cTn id="49" presetID="53" presetClass="entr" presetSubtype="528" fill="hold" nodeType="withEffect">
                                  <p:stCondLst>
                                    <p:cond delay="0"/>
                                  </p:stCondLst>
                                  <p:childTnLst>
                                    <p:set>
                                      <p:cBhvr>
                                        <p:cTn id="50" dur="1" fill="hold">
                                          <p:stCondLst>
                                            <p:cond delay="0"/>
                                          </p:stCondLst>
                                        </p:cTn>
                                        <p:tgtEl>
                                          <p:spTgt spid="43"/>
                                        </p:tgtEl>
                                        <p:attrNameLst>
                                          <p:attrName>style.visibility</p:attrName>
                                        </p:attrNameLst>
                                      </p:cBhvr>
                                      <p:to>
                                        <p:strVal val="visible"/>
                                      </p:to>
                                    </p:set>
                                    <p:anim calcmode="lin" valueType="num">
                                      <p:cBhvr>
                                        <p:cTn id="51" dur="500" fill="hold"/>
                                        <p:tgtEl>
                                          <p:spTgt spid="43"/>
                                        </p:tgtEl>
                                        <p:attrNameLst>
                                          <p:attrName>ppt_w</p:attrName>
                                        </p:attrNameLst>
                                      </p:cBhvr>
                                      <p:tavLst>
                                        <p:tav tm="0">
                                          <p:val>
                                            <p:fltVal val="0"/>
                                          </p:val>
                                        </p:tav>
                                        <p:tav tm="100000">
                                          <p:val>
                                            <p:strVal val="#ppt_w"/>
                                          </p:val>
                                        </p:tav>
                                      </p:tavLst>
                                    </p:anim>
                                    <p:anim calcmode="lin" valueType="num">
                                      <p:cBhvr>
                                        <p:cTn id="52" dur="500" fill="hold"/>
                                        <p:tgtEl>
                                          <p:spTgt spid="43"/>
                                        </p:tgtEl>
                                        <p:attrNameLst>
                                          <p:attrName>ppt_h</p:attrName>
                                        </p:attrNameLst>
                                      </p:cBhvr>
                                      <p:tavLst>
                                        <p:tav tm="0">
                                          <p:val>
                                            <p:fltVal val="0"/>
                                          </p:val>
                                        </p:tav>
                                        <p:tav tm="100000">
                                          <p:val>
                                            <p:strVal val="#ppt_h"/>
                                          </p:val>
                                        </p:tav>
                                      </p:tavLst>
                                    </p:anim>
                                    <p:animEffect transition="in" filter="fade">
                                      <p:cBhvr>
                                        <p:cTn id="53" dur="500"/>
                                        <p:tgtEl>
                                          <p:spTgt spid="43"/>
                                        </p:tgtEl>
                                      </p:cBhvr>
                                    </p:animEffect>
                                    <p:anim calcmode="lin" valueType="num">
                                      <p:cBhvr>
                                        <p:cTn id="54" dur="500" fill="hold"/>
                                        <p:tgtEl>
                                          <p:spTgt spid="43"/>
                                        </p:tgtEl>
                                        <p:attrNameLst>
                                          <p:attrName>ppt_x</p:attrName>
                                        </p:attrNameLst>
                                      </p:cBhvr>
                                      <p:tavLst>
                                        <p:tav tm="0">
                                          <p:val>
                                            <p:fltVal val="0.5"/>
                                          </p:val>
                                        </p:tav>
                                        <p:tav tm="100000">
                                          <p:val>
                                            <p:strVal val="#ppt_x"/>
                                          </p:val>
                                        </p:tav>
                                      </p:tavLst>
                                    </p:anim>
                                    <p:anim calcmode="lin" valueType="num">
                                      <p:cBhvr>
                                        <p:cTn id="55" dur="500" fill="hold"/>
                                        <p:tgtEl>
                                          <p:spTgt spid="43"/>
                                        </p:tgtEl>
                                        <p:attrNameLst>
                                          <p:attrName>ppt_y</p:attrName>
                                        </p:attrNameLst>
                                      </p:cBhvr>
                                      <p:tavLst>
                                        <p:tav tm="0">
                                          <p:val>
                                            <p:fltVal val="0.5"/>
                                          </p:val>
                                        </p:tav>
                                        <p:tav tm="100000">
                                          <p:val>
                                            <p:strVal val="#ppt_y"/>
                                          </p:val>
                                        </p:tav>
                                      </p:tavLst>
                                    </p:anim>
                                  </p:childTnLst>
                                </p:cTn>
                              </p:par>
                              <p:par>
                                <p:cTn id="56" presetID="49" presetClass="entr" presetSubtype="0" decel="100000" fill="hold" nodeType="withEffect">
                                  <p:stCondLst>
                                    <p:cond delay="0"/>
                                  </p:stCondLst>
                                  <p:childTnLst>
                                    <p:set>
                                      <p:cBhvr>
                                        <p:cTn id="57" dur="1" fill="hold">
                                          <p:stCondLst>
                                            <p:cond delay="0"/>
                                          </p:stCondLst>
                                        </p:cTn>
                                        <p:tgtEl>
                                          <p:spTgt spid="28"/>
                                        </p:tgtEl>
                                        <p:attrNameLst>
                                          <p:attrName>style.visibility</p:attrName>
                                        </p:attrNameLst>
                                      </p:cBhvr>
                                      <p:to>
                                        <p:strVal val="visible"/>
                                      </p:to>
                                    </p:set>
                                    <p:anim calcmode="lin" valueType="num">
                                      <p:cBhvr>
                                        <p:cTn id="58" dur="500" fill="hold"/>
                                        <p:tgtEl>
                                          <p:spTgt spid="28"/>
                                        </p:tgtEl>
                                        <p:attrNameLst>
                                          <p:attrName>ppt_w</p:attrName>
                                        </p:attrNameLst>
                                      </p:cBhvr>
                                      <p:tavLst>
                                        <p:tav tm="0">
                                          <p:val>
                                            <p:fltVal val="0"/>
                                          </p:val>
                                        </p:tav>
                                        <p:tav tm="100000">
                                          <p:val>
                                            <p:strVal val="#ppt_w"/>
                                          </p:val>
                                        </p:tav>
                                      </p:tavLst>
                                    </p:anim>
                                    <p:anim calcmode="lin" valueType="num">
                                      <p:cBhvr>
                                        <p:cTn id="59" dur="500" fill="hold"/>
                                        <p:tgtEl>
                                          <p:spTgt spid="28"/>
                                        </p:tgtEl>
                                        <p:attrNameLst>
                                          <p:attrName>ppt_h</p:attrName>
                                        </p:attrNameLst>
                                      </p:cBhvr>
                                      <p:tavLst>
                                        <p:tav tm="0">
                                          <p:val>
                                            <p:fltVal val="0"/>
                                          </p:val>
                                        </p:tav>
                                        <p:tav tm="100000">
                                          <p:val>
                                            <p:strVal val="#ppt_h"/>
                                          </p:val>
                                        </p:tav>
                                      </p:tavLst>
                                    </p:anim>
                                    <p:anim calcmode="lin" valueType="num">
                                      <p:cBhvr>
                                        <p:cTn id="60" dur="500" fill="hold"/>
                                        <p:tgtEl>
                                          <p:spTgt spid="28"/>
                                        </p:tgtEl>
                                        <p:attrNameLst>
                                          <p:attrName>style.rotation</p:attrName>
                                        </p:attrNameLst>
                                      </p:cBhvr>
                                      <p:tavLst>
                                        <p:tav tm="0">
                                          <p:val>
                                            <p:fltVal val="360"/>
                                          </p:val>
                                        </p:tav>
                                        <p:tav tm="100000">
                                          <p:val>
                                            <p:fltVal val="0"/>
                                          </p:val>
                                        </p:tav>
                                      </p:tavLst>
                                    </p:anim>
                                    <p:animEffect transition="in" filter="fade">
                                      <p:cBhvr>
                                        <p:cTn id="61" dur="500"/>
                                        <p:tgtEl>
                                          <p:spTgt spid="28"/>
                                        </p:tgtEl>
                                      </p:cBhvr>
                                    </p:animEffect>
                                  </p:childTnLst>
                                </p:cTn>
                              </p:par>
                              <p:par>
                                <p:cTn id="62" presetID="53" presetClass="entr" presetSubtype="528" fill="hold" nodeType="withEffect">
                                  <p:stCondLst>
                                    <p:cond delay="0"/>
                                  </p:stCondLst>
                                  <p:childTnLst>
                                    <p:set>
                                      <p:cBhvr>
                                        <p:cTn id="63" dur="1" fill="hold">
                                          <p:stCondLst>
                                            <p:cond delay="0"/>
                                          </p:stCondLst>
                                        </p:cTn>
                                        <p:tgtEl>
                                          <p:spTgt spid="28"/>
                                        </p:tgtEl>
                                        <p:attrNameLst>
                                          <p:attrName>style.visibility</p:attrName>
                                        </p:attrNameLst>
                                      </p:cBhvr>
                                      <p:to>
                                        <p:strVal val="visible"/>
                                      </p:to>
                                    </p:set>
                                    <p:anim calcmode="lin" valueType="num">
                                      <p:cBhvr>
                                        <p:cTn id="64" dur="500" fill="hold"/>
                                        <p:tgtEl>
                                          <p:spTgt spid="28"/>
                                        </p:tgtEl>
                                        <p:attrNameLst>
                                          <p:attrName>ppt_w</p:attrName>
                                        </p:attrNameLst>
                                      </p:cBhvr>
                                      <p:tavLst>
                                        <p:tav tm="0">
                                          <p:val>
                                            <p:fltVal val="0"/>
                                          </p:val>
                                        </p:tav>
                                        <p:tav tm="100000">
                                          <p:val>
                                            <p:strVal val="#ppt_w"/>
                                          </p:val>
                                        </p:tav>
                                      </p:tavLst>
                                    </p:anim>
                                    <p:anim calcmode="lin" valueType="num">
                                      <p:cBhvr>
                                        <p:cTn id="65" dur="500" fill="hold"/>
                                        <p:tgtEl>
                                          <p:spTgt spid="28"/>
                                        </p:tgtEl>
                                        <p:attrNameLst>
                                          <p:attrName>ppt_h</p:attrName>
                                        </p:attrNameLst>
                                      </p:cBhvr>
                                      <p:tavLst>
                                        <p:tav tm="0">
                                          <p:val>
                                            <p:fltVal val="0"/>
                                          </p:val>
                                        </p:tav>
                                        <p:tav tm="100000">
                                          <p:val>
                                            <p:strVal val="#ppt_h"/>
                                          </p:val>
                                        </p:tav>
                                      </p:tavLst>
                                    </p:anim>
                                    <p:animEffect transition="in" filter="fade">
                                      <p:cBhvr>
                                        <p:cTn id="66" dur="500"/>
                                        <p:tgtEl>
                                          <p:spTgt spid="28"/>
                                        </p:tgtEl>
                                      </p:cBhvr>
                                    </p:animEffect>
                                    <p:anim calcmode="lin" valueType="num">
                                      <p:cBhvr>
                                        <p:cTn id="67" dur="500" fill="hold"/>
                                        <p:tgtEl>
                                          <p:spTgt spid="28"/>
                                        </p:tgtEl>
                                        <p:attrNameLst>
                                          <p:attrName>ppt_x</p:attrName>
                                        </p:attrNameLst>
                                      </p:cBhvr>
                                      <p:tavLst>
                                        <p:tav tm="0">
                                          <p:val>
                                            <p:fltVal val="0.5"/>
                                          </p:val>
                                        </p:tav>
                                        <p:tav tm="100000">
                                          <p:val>
                                            <p:strVal val="#ppt_x"/>
                                          </p:val>
                                        </p:tav>
                                      </p:tavLst>
                                    </p:anim>
                                    <p:anim calcmode="lin" valueType="num">
                                      <p:cBhvr>
                                        <p:cTn id="68" dur="500" fill="hold"/>
                                        <p:tgtEl>
                                          <p:spTgt spid="28"/>
                                        </p:tgtEl>
                                        <p:attrNameLst>
                                          <p:attrName>ppt_y</p:attrName>
                                        </p:attrNameLst>
                                      </p:cBhvr>
                                      <p:tavLst>
                                        <p:tav tm="0">
                                          <p:val>
                                            <p:fltVal val="0.5"/>
                                          </p:val>
                                        </p:tav>
                                        <p:tav tm="100000">
                                          <p:val>
                                            <p:strVal val="#ppt_y"/>
                                          </p:val>
                                        </p:tav>
                                      </p:tavLst>
                                    </p:anim>
                                  </p:childTnLst>
                                </p:cTn>
                              </p:par>
                              <p:par>
                                <p:cTn id="69" presetID="49" presetClass="entr" presetSubtype="0" decel="100000" fill="hold" nodeType="withEffect">
                                  <p:stCondLst>
                                    <p:cond delay="0"/>
                                  </p:stCondLst>
                                  <p:childTnLst>
                                    <p:set>
                                      <p:cBhvr>
                                        <p:cTn id="70" dur="1" fill="hold">
                                          <p:stCondLst>
                                            <p:cond delay="0"/>
                                          </p:stCondLst>
                                        </p:cTn>
                                        <p:tgtEl>
                                          <p:spTgt spid="33"/>
                                        </p:tgtEl>
                                        <p:attrNameLst>
                                          <p:attrName>style.visibility</p:attrName>
                                        </p:attrNameLst>
                                      </p:cBhvr>
                                      <p:to>
                                        <p:strVal val="visible"/>
                                      </p:to>
                                    </p:set>
                                    <p:anim calcmode="lin" valueType="num">
                                      <p:cBhvr>
                                        <p:cTn id="71" dur="500" fill="hold"/>
                                        <p:tgtEl>
                                          <p:spTgt spid="33"/>
                                        </p:tgtEl>
                                        <p:attrNameLst>
                                          <p:attrName>ppt_w</p:attrName>
                                        </p:attrNameLst>
                                      </p:cBhvr>
                                      <p:tavLst>
                                        <p:tav tm="0">
                                          <p:val>
                                            <p:fltVal val="0"/>
                                          </p:val>
                                        </p:tav>
                                        <p:tav tm="100000">
                                          <p:val>
                                            <p:strVal val="#ppt_w"/>
                                          </p:val>
                                        </p:tav>
                                      </p:tavLst>
                                    </p:anim>
                                    <p:anim calcmode="lin" valueType="num">
                                      <p:cBhvr>
                                        <p:cTn id="72" dur="500" fill="hold"/>
                                        <p:tgtEl>
                                          <p:spTgt spid="33"/>
                                        </p:tgtEl>
                                        <p:attrNameLst>
                                          <p:attrName>ppt_h</p:attrName>
                                        </p:attrNameLst>
                                      </p:cBhvr>
                                      <p:tavLst>
                                        <p:tav tm="0">
                                          <p:val>
                                            <p:fltVal val="0"/>
                                          </p:val>
                                        </p:tav>
                                        <p:tav tm="100000">
                                          <p:val>
                                            <p:strVal val="#ppt_h"/>
                                          </p:val>
                                        </p:tav>
                                      </p:tavLst>
                                    </p:anim>
                                    <p:anim calcmode="lin" valueType="num">
                                      <p:cBhvr>
                                        <p:cTn id="73" dur="500" fill="hold"/>
                                        <p:tgtEl>
                                          <p:spTgt spid="33"/>
                                        </p:tgtEl>
                                        <p:attrNameLst>
                                          <p:attrName>style.rotation</p:attrName>
                                        </p:attrNameLst>
                                      </p:cBhvr>
                                      <p:tavLst>
                                        <p:tav tm="0">
                                          <p:val>
                                            <p:fltVal val="360"/>
                                          </p:val>
                                        </p:tav>
                                        <p:tav tm="100000">
                                          <p:val>
                                            <p:fltVal val="0"/>
                                          </p:val>
                                        </p:tav>
                                      </p:tavLst>
                                    </p:anim>
                                    <p:animEffect transition="in" filter="fade">
                                      <p:cBhvr>
                                        <p:cTn id="74" dur="500"/>
                                        <p:tgtEl>
                                          <p:spTgt spid="33"/>
                                        </p:tgtEl>
                                      </p:cBhvr>
                                    </p:animEffect>
                                  </p:childTnLst>
                                </p:cTn>
                              </p:par>
                              <p:par>
                                <p:cTn id="75" presetID="53" presetClass="entr" presetSubtype="528" fill="hold" nodeType="withEffect">
                                  <p:stCondLst>
                                    <p:cond delay="0"/>
                                  </p:stCondLst>
                                  <p:childTnLst>
                                    <p:set>
                                      <p:cBhvr>
                                        <p:cTn id="76" dur="1" fill="hold">
                                          <p:stCondLst>
                                            <p:cond delay="0"/>
                                          </p:stCondLst>
                                        </p:cTn>
                                        <p:tgtEl>
                                          <p:spTgt spid="33"/>
                                        </p:tgtEl>
                                        <p:attrNameLst>
                                          <p:attrName>style.visibility</p:attrName>
                                        </p:attrNameLst>
                                      </p:cBhvr>
                                      <p:to>
                                        <p:strVal val="visible"/>
                                      </p:to>
                                    </p:set>
                                    <p:anim calcmode="lin" valueType="num">
                                      <p:cBhvr>
                                        <p:cTn id="77" dur="500" fill="hold"/>
                                        <p:tgtEl>
                                          <p:spTgt spid="33"/>
                                        </p:tgtEl>
                                        <p:attrNameLst>
                                          <p:attrName>ppt_w</p:attrName>
                                        </p:attrNameLst>
                                      </p:cBhvr>
                                      <p:tavLst>
                                        <p:tav tm="0">
                                          <p:val>
                                            <p:fltVal val="0"/>
                                          </p:val>
                                        </p:tav>
                                        <p:tav tm="100000">
                                          <p:val>
                                            <p:strVal val="#ppt_w"/>
                                          </p:val>
                                        </p:tav>
                                      </p:tavLst>
                                    </p:anim>
                                    <p:anim calcmode="lin" valueType="num">
                                      <p:cBhvr>
                                        <p:cTn id="78" dur="500" fill="hold"/>
                                        <p:tgtEl>
                                          <p:spTgt spid="33"/>
                                        </p:tgtEl>
                                        <p:attrNameLst>
                                          <p:attrName>ppt_h</p:attrName>
                                        </p:attrNameLst>
                                      </p:cBhvr>
                                      <p:tavLst>
                                        <p:tav tm="0">
                                          <p:val>
                                            <p:fltVal val="0"/>
                                          </p:val>
                                        </p:tav>
                                        <p:tav tm="100000">
                                          <p:val>
                                            <p:strVal val="#ppt_h"/>
                                          </p:val>
                                        </p:tav>
                                      </p:tavLst>
                                    </p:anim>
                                    <p:animEffect transition="in" filter="fade">
                                      <p:cBhvr>
                                        <p:cTn id="79" dur="500"/>
                                        <p:tgtEl>
                                          <p:spTgt spid="33"/>
                                        </p:tgtEl>
                                      </p:cBhvr>
                                    </p:animEffect>
                                    <p:anim calcmode="lin" valueType="num">
                                      <p:cBhvr>
                                        <p:cTn id="80" dur="500" fill="hold"/>
                                        <p:tgtEl>
                                          <p:spTgt spid="33"/>
                                        </p:tgtEl>
                                        <p:attrNameLst>
                                          <p:attrName>ppt_x</p:attrName>
                                        </p:attrNameLst>
                                      </p:cBhvr>
                                      <p:tavLst>
                                        <p:tav tm="0">
                                          <p:val>
                                            <p:fltVal val="0.5"/>
                                          </p:val>
                                        </p:tav>
                                        <p:tav tm="100000">
                                          <p:val>
                                            <p:strVal val="#ppt_x"/>
                                          </p:val>
                                        </p:tav>
                                      </p:tavLst>
                                    </p:anim>
                                    <p:anim calcmode="lin" valueType="num">
                                      <p:cBhvr>
                                        <p:cTn id="81" dur="500" fill="hold"/>
                                        <p:tgtEl>
                                          <p:spTgt spid="33"/>
                                        </p:tgtEl>
                                        <p:attrNameLst>
                                          <p:attrName>ppt_y</p:attrName>
                                        </p:attrNameLst>
                                      </p:cBhvr>
                                      <p:tavLst>
                                        <p:tav tm="0">
                                          <p:val>
                                            <p:fltVal val="0.5"/>
                                          </p:val>
                                        </p:tav>
                                        <p:tav tm="100000">
                                          <p:val>
                                            <p:strVal val="#ppt_y"/>
                                          </p:val>
                                        </p:tav>
                                      </p:tavLst>
                                    </p:anim>
                                  </p:childTnLst>
                                </p:cTn>
                              </p:par>
                              <p:par>
                                <p:cTn id="82" presetID="49" presetClass="entr" presetSubtype="0" decel="100000" fill="hold" nodeType="withEffect">
                                  <p:stCondLst>
                                    <p:cond delay="0"/>
                                  </p:stCondLst>
                                  <p:childTnLst>
                                    <p:set>
                                      <p:cBhvr>
                                        <p:cTn id="83" dur="1" fill="hold">
                                          <p:stCondLst>
                                            <p:cond delay="0"/>
                                          </p:stCondLst>
                                        </p:cTn>
                                        <p:tgtEl>
                                          <p:spTgt spid="49"/>
                                        </p:tgtEl>
                                        <p:attrNameLst>
                                          <p:attrName>style.visibility</p:attrName>
                                        </p:attrNameLst>
                                      </p:cBhvr>
                                      <p:to>
                                        <p:strVal val="visible"/>
                                      </p:to>
                                    </p:set>
                                    <p:anim calcmode="lin" valueType="num">
                                      <p:cBhvr>
                                        <p:cTn id="84" dur="500" fill="hold"/>
                                        <p:tgtEl>
                                          <p:spTgt spid="49"/>
                                        </p:tgtEl>
                                        <p:attrNameLst>
                                          <p:attrName>ppt_w</p:attrName>
                                        </p:attrNameLst>
                                      </p:cBhvr>
                                      <p:tavLst>
                                        <p:tav tm="0">
                                          <p:val>
                                            <p:fltVal val="0"/>
                                          </p:val>
                                        </p:tav>
                                        <p:tav tm="100000">
                                          <p:val>
                                            <p:strVal val="#ppt_w"/>
                                          </p:val>
                                        </p:tav>
                                      </p:tavLst>
                                    </p:anim>
                                    <p:anim calcmode="lin" valueType="num">
                                      <p:cBhvr>
                                        <p:cTn id="85" dur="500" fill="hold"/>
                                        <p:tgtEl>
                                          <p:spTgt spid="49"/>
                                        </p:tgtEl>
                                        <p:attrNameLst>
                                          <p:attrName>ppt_h</p:attrName>
                                        </p:attrNameLst>
                                      </p:cBhvr>
                                      <p:tavLst>
                                        <p:tav tm="0">
                                          <p:val>
                                            <p:fltVal val="0"/>
                                          </p:val>
                                        </p:tav>
                                        <p:tav tm="100000">
                                          <p:val>
                                            <p:strVal val="#ppt_h"/>
                                          </p:val>
                                        </p:tav>
                                      </p:tavLst>
                                    </p:anim>
                                    <p:anim calcmode="lin" valueType="num">
                                      <p:cBhvr>
                                        <p:cTn id="86" dur="500" fill="hold"/>
                                        <p:tgtEl>
                                          <p:spTgt spid="49"/>
                                        </p:tgtEl>
                                        <p:attrNameLst>
                                          <p:attrName>style.rotation</p:attrName>
                                        </p:attrNameLst>
                                      </p:cBhvr>
                                      <p:tavLst>
                                        <p:tav tm="0">
                                          <p:val>
                                            <p:fltVal val="360"/>
                                          </p:val>
                                        </p:tav>
                                        <p:tav tm="100000">
                                          <p:val>
                                            <p:fltVal val="0"/>
                                          </p:val>
                                        </p:tav>
                                      </p:tavLst>
                                    </p:anim>
                                    <p:animEffect transition="in" filter="fade">
                                      <p:cBhvr>
                                        <p:cTn id="87" dur="500"/>
                                        <p:tgtEl>
                                          <p:spTgt spid="49"/>
                                        </p:tgtEl>
                                      </p:cBhvr>
                                    </p:animEffect>
                                  </p:childTnLst>
                                </p:cTn>
                              </p:par>
                              <p:par>
                                <p:cTn id="88" presetID="53" presetClass="entr" presetSubtype="528" fill="hold" nodeType="withEffect">
                                  <p:stCondLst>
                                    <p:cond delay="0"/>
                                  </p:stCondLst>
                                  <p:childTnLst>
                                    <p:set>
                                      <p:cBhvr>
                                        <p:cTn id="89" dur="1" fill="hold">
                                          <p:stCondLst>
                                            <p:cond delay="0"/>
                                          </p:stCondLst>
                                        </p:cTn>
                                        <p:tgtEl>
                                          <p:spTgt spid="49"/>
                                        </p:tgtEl>
                                        <p:attrNameLst>
                                          <p:attrName>style.visibility</p:attrName>
                                        </p:attrNameLst>
                                      </p:cBhvr>
                                      <p:to>
                                        <p:strVal val="visible"/>
                                      </p:to>
                                    </p:set>
                                    <p:anim calcmode="lin" valueType="num">
                                      <p:cBhvr>
                                        <p:cTn id="90" dur="500" fill="hold"/>
                                        <p:tgtEl>
                                          <p:spTgt spid="49"/>
                                        </p:tgtEl>
                                        <p:attrNameLst>
                                          <p:attrName>ppt_w</p:attrName>
                                        </p:attrNameLst>
                                      </p:cBhvr>
                                      <p:tavLst>
                                        <p:tav tm="0">
                                          <p:val>
                                            <p:fltVal val="0"/>
                                          </p:val>
                                        </p:tav>
                                        <p:tav tm="100000">
                                          <p:val>
                                            <p:strVal val="#ppt_w"/>
                                          </p:val>
                                        </p:tav>
                                      </p:tavLst>
                                    </p:anim>
                                    <p:anim calcmode="lin" valueType="num">
                                      <p:cBhvr>
                                        <p:cTn id="91" dur="500" fill="hold"/>
                                        <p:tgtEl>
                                          <p:spTgt spid="49"/>
                                        </p:tgtEl>
                                        <p:attrNameLst>
                                          <p:attrName>ppt_h</p:attrName>
                                        </p:attrNameLst>
                                      </p:cBhvr>
                                      <p:tavLst>
                                        <p:tav tm="0">
                                          <p:val>
                                            <p:fltVal val="0"/>
                                          </p:val>
                                        </p:tav>
                                        <p:tav tm="100000">
                                          <p:val>
                                            <p:strVal val="#ppt_h"/>
                                          </p:val>
                                        </p:tav>
                                      </p:tavLst>
                                    </p:anim>
                                    <p:animEffect transition="in" filter="fade">
                                      <p:cBhvr>
                                        <p:cTn id="92" dur="500"/>
                                        <p:tgtEl>
                                          <p:spTgt spid="49"/>
                                        </p:tgtEl>
                                      </p:cBhvr>
                                    </p:animEffect>
                                    <p:anim calcmode="lin" valueType="num">
                                      <p:cBhvr>
                                        <p:cTn id="93" dur="500" fill="hold"/>
                                        <p:tgtEl>
                                          <p:spTgt spid="49"/>
                                        </p:tgtEl>
                                        <p:attrNameLst>
                                          <p:attrName>ppt_x</p:attrName>
                                        </p:attrNameLst>
                                      </p:cBhvr>
                                      <p:tavLst>
                                        <p:tav tm="0">
                                          <p:val>
                                            <p:fltVal val="0.5"/>
                                          </p:val>
                                        </p:tav>
                                        <p:tav tm="100000">
                                          <p:val>
                                            <p:strVal val="#ppt_x"/>
                                          </p:val>
                                        </p:tav>
                                      </p:tavLst>
                                    </p:anim>
                                    <p:anim calcmode="lin" valueType="num">
                                      <p:cBhvr>
                                        <p:cTn id="94" dur="500" fill="hold"/>
                                        <p:tgtEl>
                                          <p:spTgt spid="49"/>
                                        </p:tgtEl>
                                        <p:attrNameLst>
                                          <p:attrName>ppt_y</p:attrName>
                                        </p:attrNameLst>
                                      </p:cBhvr>
                                      <p:tavLst>
                                        <p:tav tm="0">
                                          <p:val>
                                            <p:fltVal val="0.5"/>
                                          </p:val>
                                        </p:tav>
                                        <p:tav tm="100000">
                                          <p:val>
                                            <p:strVal val="#ppt_y"/>
                                          </p:val>
                                        </p:tav>
                                      </p:tavLst>
                                    </p:anim>
                                  </p:childTnLst>
                                </p:cTn>
                              </p:par>
                            </p:childTnLst>
                          </p:cTn>
                        </p:par>
                        <p:par>
                          <p:cTn id="95" fill="hold">
                            <p:stCondLst>
                              <p:cond delay="1000"/>
                            </p:stCondLst>
                            <p:childTnLst>
                              <p:par>
                                <p:cTn id="96" presetID="2" presetClass="entr" presetSubtype="8" fill="hold" nodeType="afterEffect">
                                  <p:stCondLst>
                                    <p:cond delay="0"/>
                                  </p:stCondLst>
                                  <p:childTnLst>
                                    <p:set>
                                      <p:cBhvr>
                                        <p:cTn id="97" dur="1" fill="hold">
                                          <p:stCondLst>
                                            <p:cond delay="0"/>
                                          </p:stCondLst>
                                        </p:cTn>
                                        <p:tgtEl>
                                          <p:spTgt spid="58"/>
                                        </p:tgtEl>
                                        <p:attrNameLst>
                                          <p:attrName>style.visibility</p:attrName>
                                        </p:attrNameLst>
                                      </p:cBhvr>
                                      <p:to>
                                        <p:strVal val="visible"/>
                                      </p:to>
                                    </p:set>
                                    <p:anim calcmode="lin" valueType="num">
                                      <p:cBhvr additive="base">
                                        <p:cTn id="98" dur="500" fill="hold"/>
                                        <p:tgtEl>
                                          <p:spTgt spid="58"/>
                                        </p:tgtEl>
                                        <p:attrNameLst>
                                          <p:attrName>ppt_x</p:attrName>
                                        </p:attrNameLst>
                                      </p:cBhvr>
                                      <p:tavLst>
                                        <p:tav tm="0">
                                          <p:val>
                                            <p:strVal val="0-#ppt_w/2"/>
                                          </p:val>
                                        </p:tav>
                                        <p:tav tm="100000">
                                          <p:val>
                                            <p:strVal val="#ppt_x"/>
                                          </p:val>
                                        </p:tav>
                                      </p:tavLst>
                                    </p:anim>
                                    <p:anim calcmode="lin" valueType="num">
                                      <p:cBhvr additive="base">
                                        <p:cTn id="99" dur="500" fill="hold"/>
                                        <p:tgtEl>
                                          <p:spTgt spid="5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矩形 38"/>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40" name="矩形 39"/>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41" name="组合 40"/>
          <p:cNvGrpSpPr/>
          <p:nvPr/>
        </p:nvGrpSpPr>
        <p:grpSpPr>
          <a:xfrm rot="10800000">
            <a:off x="0" y="304408"/>
            <a:ext cx="1010103" cy="857396"/>
            <a:chOff x="-39567" y="0"/>
            <a:chExt cx="1677745" cy="1424104"/>
          </a:xfrm>
        </p:grpSpPr>
        <p:sp>
          <p:nvSpPr>
            <p:cNvPr id="42"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43"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cxnSp>
        <p:nvCxnSpPr>
          <p:cNvPr id="44" name="Straight Connector 54">
            <a:extLst>
              <a:ext uri="{FF2B5EF4-FFF2-40B4-BE49-F238E27FC236}">
                <a16:creationId xmlns:a16="http://schemas.microsoft.com/office/drawing/2014/main" id="{3C43F6A3-BA24-4DAE-81BA-8EFB0398436D}"/>
              </a:ext>
            </a:extLst>
          </p:cNvPr>
          <p:cNvCxnSpPr/>
          <p:nvPr/>
        </p:nvCxnSpPr>
        <p:spPr>
          <a:xfrm>
            <a:off x="2553999" y="4602419"/>
            <a:ext cx="0" cy="1465668"/>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56">
            <a:extLst>
              <a:ext uri="{FF2B5EF4-FFF2-40B4-BE49-F238E27FC236}">
                <a16:creationId xmlns:a16="http://schemas.microsoft.com/office/drawing/2014/main" id="{58029B4C-78BD-4ECF-8C92-BBD3751F9BBA}"/>
              </a:ext>
            </a:extLst>
          </p:cNvPr>
          <p:cNvCxnSpPr/>
          <p:nvPr/>
        </p:nvCxnSpPr>
        <p:spPr>
          <a:xfrm>
            <a:off x="5611620" y="4602419"/>
            <a:ext cx="0" cy="1465668"/>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58">
            <a:extLst>
              <a:ext uri="{FF2B5EF4-FFF2-40B4-BE49-F238E27FC236}">
                <a16:creationId xmlns:a16="http://schemas.microsoft.com/office/drawing/2014/main" id="{AC302CC5-9038-48E1-9F11-549D19D11F66}"/>
              </a:ext>
            </a:extLst>
          </p:cNvPr>
          <p:cNvCxnSpPr/>
          <p:nvPr/>
        </p:nvCxnSpPr>
        <p:spPr>
          <a:xfrm>
            <a:off x="8672541" y="4602419"/>
            <a:ext cx="0" cy="1465668"/>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7" name="Text Placeholder 59">
            <a:extLst>
              <a:ext uri="{FF2B5EF4-FFF2-40B4-BE49-F238E27FC236}">
                <a16:creationId xmlns:a16="http://schemas.microsoft.com/office/drawing/2014/main" id="{E2E5C016-5E5A-4FA8-AA8F-F325D5B4C5E3}"/>
              </a:ext>
            </a:extLst>
          </p:cNvPr>
          <p:cNvSpPr txBox="1"/>
          <p:nvPr/>
        </p:nvSpPr>
        <p:spPr>
          <a:xfrm>
            <a:off x="1024808" y="1700809"/>
            <a:ext cx="2343425" cy="1248139"/>
          </a:xfrm>
          <a:prstGeom prst="rect">
            <a:avLst/>
          </a:prstGeom>
        </p:spPr>
        <p:txBody>
          <a:bodyPr lIns="121907" tIns="60953" rIns="121907" bIns="60953" anchor="t">
            <a:noAutofit/>
          </a:bodyPr>
          <a:lstStyle>
            <a:lvl1pPr marL="0" indent="0" algn="l" defTabSz="914400" rtl="0" eaLnBrk="1" latinLnBrk="0" hangingPunct="1">
              <a:spcBef>
                <a:spcPct val="20000"/>
              </a:spcBef>
              <a:buFont typeface="Arial" panose="020B0604020202020204" pitchFamily="34" charset="0"/>
              <a:buNone/>
              <a:defRPr sz="1800" b="0" kern="1200">
                <a:solidFill>
                  <a:schemeClr val="tx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lnSpc>
                <a:spcPct val="120000"/>
              </a:lnSpc>
            </a:pPr>
            <a:r>
              <a:rPr lang="zh-CN" altLang="en-US" dirty="0">
                <a:solidFill>
                  <a:schemeClr val="tx1">
                    <a:lumMod val="75000"/>
                    <a:lumOff val="25000"/>
                  </a:schemeClr>
                </a:solidFill>
                <a:latin typeface="+mn-lt"/>
                <a:ea typeface="+mn-ea"/>
                <a:cs typeface="+mn-ea"/>
                <a:sym typeface="+mn-lt"/>
              </a:rPr>
              <a:t>添加标题</a:t>
            </a:r>
            <a:endParaRPr lang="en-US" altLang="zh-CN" dirty="0">
              <a:solidFill>
                <a:schemeClr val="tx1">
                  <a:lumMod val="75000"/>
                  <a:lumOff val="25000"/>
                </a:schemeClr>
              </a:solidFill>
              <a:latin typeface="+mn-lt"/>
              <a:ea typeface="+mn-ea"/>
              <a:cs typeface="+mn-ea"/>
              <a:sym typeface="+mn-lt"/>
            </a:endParaRPr>
          </a:p>
          <a:p>
            <a:pPr algn="just">
              <a:lnSpc>
                <a:spcPct val="120000"/>
              </a:lnSpc>
            </a:pPr>
            <a:r>
              <a:rPr lang="zh-CN" altLang="en-US" sz="1200" dirty="0">
                <a:solidFill>
                  <a:schemeClr val="tx1">
                    <a:lumMod val="75000"/>
                    <a:lumOff val="25000"/>
                  </a:schemeClr>
                </a:solidFill>
                <a:latin typeface="+mn-lt"/>
                <a:ea typeface="+mn-ea"/>
                <a:cs typeface="+mn-ea"/>
                <a:sym typeface="+mn-lt"/>
              </a:rPr>
              <a:t>请替换文字内容复制你的内容到此请替换文字内容复制你的内容到此</a:t>
            </a:r>
            <a:endParaRPr lang="en-US" sz="1200" dirty="0">
              <a:solidFill>
                <a:schemeClr val="tx1">
                  <a:lumMod val="75000"/>
                  <a:lumOff val="25000"/>
                </a:schemeClr>
              </a:solidFill>
              <a:latin typeface="+mn-lt"/>
              <a:ea typeface="+mn-ea"/>
              <a:cs typeface="+mn-ea"/>
              <a:sym typeface="+mn-lt"/>
            </a:endParaRPr>
          </a:p>
        </p:txBody>
      </p:sp>
      <p:cxnSp>
        <p:nvCxnSpPr>
          <p:cNvPr id="48" name="Straight Connector 62">
            <a:extLst>
              <a:ext uri="{FF2B5EF4-FFF2-40B4-BE49-F238E27FC236}">
                <a16:creationId xmlns:a16="http://schemas.microsoft.com/office/drawing/2014/main" id="{DF82BCD0-0E12-483E-B487-D04BF7E36A8E}"/>
              </a:ext>
            </a:extLst>
          </p:cNvPr>
          <p:cNvCxnSpPr/>
          <p:nvPr/>
        </p:nvCxnSpPr>
        <p:spPr>
          <a:xfrm>
            <a:off x="1035351" y="1796821"/>
            <a:ext cx="0" cy="1465668"/>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63">
            <a:extLst>
              <a:ext uri="{FF2B5EF4-FFF2-40B4-BE49-F238E27FC236}">
                <a16:creationId xmlns:a16="http://schemas.microsoft.com/office/drawing/2014/main" id="{DB4ECBBF-18F3-4F00-9E15-37E3BE485A14}"/>
              </a:ext>
            </a:extLst>
          </p:cNvPr>
          <p:cNvCxnSpPr/>
          <p:nvPr/>
        </p:nvCxnSpPr>
        <p:spPr>
          <a:xfrm>
            <a:off x="4092539" y="1796821"/>
            <a:ext cx="0" cy="1465668"/>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Connector 64">
            <a:extLst>
              <a:ext uri="{FF2B5EF4-FFF2-40B4-BE49-F238E27FC236}">
                <a16:creationId xmlns:a16="http://schemas.microsoft.com/office/drawing/2014/main" id="{3C4E3589-979A-46B8-9D95-F173F8EB2E2B}"/>
              </a:ext>
            </a:extLst>
          </p:cNvPr>
          <p:cNvCxnSpPr/>
          <p:nvPr/>
        </p:nvCxnSpPr>
        <p:spPr>
          <a:xfrm>
            <a:off x="7147759" y="1796821"/>
            <a:ext cx="0" cy="1465668"/>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51" name="组合 50">
            <a:extLst>
              <a:ext uri="{FF2B5EF4-FFF2-40B4-BE49-F238E27FC236}">
                <a16:creationId xmlns:a16="http://schemas.microsoft.com/office/drawing/2014/main" id="{714837AC-D589-4320-8312-9EEBC8FE473F}"/>
              </a:ext>
            </a:extLst>
          </p:cNvPr>
          <p:cNvGrpSpPr/>
          <p:nvPr/>
        </p:nvGrpSpPr>
        <p:grpSpPr>
          <a:xfrm>
            <a:off x="912124" y="3254699"/>
            <a:ext cx="10390551" cy="1354860"/>
            <a:chOff x="912124" y="3254699"/>
            <a:chExt cx="10390551" cy="1354860"/>
          </a:xfrm>
        </p:grpSpPr>
        <p:sp>
          <p:nvSpPr>
            <p:cNvPr id="52" name="Freeform 8">
              <a:extLst>
                <a:ext uri="{FF2B5EF4-FFF2-40B4-BE49-F238E27FC236}">
                  <a16:creationId xmlns:a16="http://schemas.microsoft.com/office/drawing/2014/main" id="{1CF0725B-EA2B-4BE3-A962-1DDE2A54FB7C}"/>
                </a:ext>
              </a:extLst>
            </p:cNvPr>
            <p:cNvSpPr/>
            <p:nvPr/>
          </p:nvSpPr>
          <p:spPr bwMode="auto">
            <a:xfrm>
              <a:off x="8171139" y="3254700"/>
              <a:ext cx="501403" cy="1354859"/>
            </a:xfrm>
            <a:custGeom>
              <a:avLst/>
              <a:gdLst>
                <a:gd name="T0" fmla="*/ 281 w 281"/>
                <a:gd name="T1" fmla="*/ 278 h 1123"/>
                <a:gd name="T2" fmla="*/ 281 w 281"/>
                <a:gd name="T3" fmla="*/ 1123 h 1123"/>
                <a:gd name="T4" fmla="*/ 0 w 281"/>
                <a:gd name="T5" fmla="*/ 842 h 1123"/>
                <a:gd name="T6" fmla="*/ 0 w 281"/>
                <a:gd name="T7" fmla="*/ 0 h 1123"/>
                <a:gd name="T8" fmla="*/ 279 w 281"/>
                <a:gd name="T9" fmla="*/ 278 h 1123"/>
                <a:gd name="T10" fmla="*/ 281 w 281"/>
                <a:gd name="T11" fmla="*/ 278 h 1123"/>
              </a:gdLst>
              <a:ahLst/>
              <a:cxnLst>
                <a:cxn ang="0">
                  <a:pos x="T0" y="T1"/>
                </a:cxn>
                <a:cxn ang="0">
                  <a:pos x="T2" y="T3"/>
                </a:cxn>
                <a:cxn ang="0">
                  <a:pos x="T4" y="T5"/>
                </a:cxn>
                <a:cxn ang="0">
                  <a:pos x="T6" y="T7"/>
                </a:cxn>
                <a:cxn ang="0">
                  <a:pos x="T8" y="T9"/>
                </a:cxn>
                <a:cxn ang="0">
                  <a:pos x="T10" y="T11"/>
                </a:cxn>
              </a:cxnLst>
              <a:rect l="0" t="0" r="r" b="b"/>
              <a:pathLst>
                <a:path w="281" h="1123">
                  <a:moveTo>
                    <a:pt x="281" y="278"/>
                  </a:moveTo>
                  <a:lnTo>
                    <a:pt x="281" y="1123"/>
                  </a:lnTo>
                  <a:lnTo>
                    <a:pt x="0" y="842"/>
                  </a:lnTo>
                  <a:lnTo>
                    <a:pt x="0" y="0"/>
                  </a:lnTo>
                  <a:lnTo>
                    <a:pt x="279" y="278"/>
                  </a:lnTo>
                  <a:lnTo>
                    <a:pt x="281" y="278"/>
                  </a:lnTo>
                  <a:close/>
                </a:path>
              </a:pathLst>
            </a:custGeom>
            <a:solidFill>
              <a:schemeClr val="accent2">
                <a:lumMod val="20000"/>
                <a:lumOff val="80000"/>
              </a:schemeClr>
            </a:solidFill>
            <a:ln>
              <a:noFill/>
            </a:ln>
          </p:spPr>
          <p:txBody>
            <a:bodyPr vert="horz" wrap="square" lIns="121907" tIns="60953" rIns="121907" bIns="60953" numCol="1" anchor="t" anchorCtr="0" compatLnSpc="1"/>
            <a:lstStyle/>
            <a:p>
              <a:endParaRPr lang="en-US" sz="2400">
                <a:cs typeface="+mn-ea"/>
                <a:sym typeface="+mn-lt"/>
              </a:endParaRPr>
            </a:p>
          </p:txBody>
        </p:sp>
        <p:sp>
          <p:nvSpPr>
            <p:cNvPr id="53" name="Freeform 10">
              <a:extLst>
                <a:ext uri="{FF2B5EF4-FFF2-40B4-BE49-F238E27FC236}">
                  <a16:creationId xmlns:a16="http://schemas.microsoft.com/office/drawing/2014/main" id="{807A942F-EBA1-4B08-A79E-87348A6FBDFD}"/>
                </a:ext>
              </a:extLst>
            </p:cNvPr>
            <p:cNvSpPr/>
            <p:nvPr/>
          </p:nvSpPr>
          <p:spPr bwMode="auto">
            <a:xfrm>
              <a:off x="6641949" y="3254700"/>
              <a:ext cx="501403" cy="1354859"/>
            </a:xfrm>
            <a:custGeom>
              <a:avLst/>
              <a:gdLst>
                <a:gd name="T0" fmla="*/ 281 w 281"/>
                <a:gd name="T1" fmla="*/ 278 h 1123"/>
                <a:gd name="T2" fmla="*/ 281 w 281"/>
                <a:gd name="T3" fmla="*/ 1123 h 1123"/>
                <a:gd name="T4" fmla="*/ 0 w 281"/>
                <a:gd name="T5" fmla="*/ 842 h 1123"/>
                <a:gd name="T6" fmla="*/ 0 w 281"/>
                <a:gd name="T7" fmla="*/ 0 h 1123"/>
                <a:gd name="T8" fmla="*/ 278 w 281"/>
                <a:gd name="T9" fmla="*/ 278 h 1123"/>
                <a:gd name="T10" fmla="*/ 281 w 281"/>
                <a:gd name="T11" fmla="*/ 278 h 1123"/>
              </a:gdLst>
              <a:ahLst/>
              <a:cxnLst>
                <a:cxn ang="0">
                  <a:pos x="T0" y="T1"/>
                </a:cxn>
                <a:cxn ang="0">
                  <a:pos x="T2" y="T3"/>
                </a:cxn>
                <a:cxn ang="0">
                  <a:pos x="T4" y="T5"/>
                </a:cxn>
                <a:cxn ang="0">
                  <a:pos x="T6" y="T7"/>
                </a:cxn>
                <a:cxn ang="0">
                  <a:pos x="T8" y="T9"/>
                </a:cxn>
                <a:cxn ang="0">
                  <a:pos x="T10" y="T11"/>
                </a:cxn>
              </a:cxnLst>
              <a:rect l="0" t="0" r="r" b="b"/>
              <a:pathLst>
                <a:path w="281" h="1123">
                  <a:moveTo>
                    <a:pt x="281" y="278"/>
                  </a:moveTo>
                  <a:lnTo>
                    <a:pt x="281" y="1123"/>
                  </a:lnTo>
                  <a:lnTo>
                    <a:pt x="0" y="842"/>
                  </a:lnTo>
                  <a:lnTo>
                    <a:pt x="0" y="0"/>
                  </a:lnTo>
                  <a:lnTo>
                    <a:pt x="278" y="278"/>
                  </a:lnTo>
                  <a:lnTo>
                    <a:pt x="281" y="278"/>
                  </a:lnTo>
                  <a:close/>
                </a:path>
              </a:pathLst>
            </a:custGeom>
            <a:solidFill>
              <a:schemeClr val="accent2">
                <a:lumMod val="20000"/>
                <a:lumOff val="80000"/>
              </a:schemeClr>
            </a:solidFill>
            <a:ln>
              <a:noFill/>
            </a:ln>
          </p:spPr>
          <p:txBody>
            <a:bodyPr vert="horz" wrap="square" lIns="121907" tIns="60953" rIns="121907" bIns="60953" numCol="1" anchor="t" anchorCtr="0" compatLnSpc="1"/>
            <a:lstStyle/>
            <a:p>
              <a:endParaRPr lang="en-US" sz="2400">
                <a:cs typeface="+mn-ea"/>
                <a:sym typeface="+mn-lt"/>
              </a:endParaRPr>
            </a:p>
          </p:txBody>
        </p:sp>
        <p:sp>
          <p:nvSpPr>
            <p:cNvPr id="54" name="Freeform 12">
              <a:extLst>
                <a:ext uri="{FF2B5EF4-FFF2-40B4-BE49-F238E27FC236}">
                  <a16:creationId xmlns:a16="http://schemas.microsoft.com/office/drawing/2014/main" id="{E723DE79-C4FC-47AB-8C79-8D810EE25FE1}"/>
                </a:ext>
              </a:extLst>
            </p:cNvPr>
            <p:cNvSpPr/>
            <p:nvPr/>
          </p:nvSpPr>
          <p:spPr bwMode="auto">
            <a:xfrm>
              <a:off x="5112760" y="3254700"/>
              <a:ext cx="499617" cy="1354859"/>
            </a:xfrm>
            <a:custGeom>
              <a:avLst/>
              <a:gdLst>
                <a:gd name="T0" fmla="*/ 280 w 280"/>
                <a:gd name="T1" fmla="*/ 278 h 1123"/>
                <a:gd name="T2" fmla="*/ 280 w 280"/>
                <a:gd name="T3" fmla="*/ 1123 h 1123"/>
                <a:gd name="T4" fmla="*/ 0 w 280"/>
                <a:gd name="T5" fmla="*/ 842 h 1123"/>
                <a:gd name="T6" fmla="*/ 0 w 280"/>
                <a:gd name="T7" fmla="*/ 0 h 1123"/>
                <a:gd name="T8" fmla="*/ 278 w 280"/>
                <a:gd name="T9" fmla="*/ 278 h 1123"/>
                <a:gd name="T10" fmla="*/ 280 w 280"/>
                <a:gd name="T11" fmla="*/ 278 h 1123"/>
              </a:gdLst>
              <a:ahLst/>
              <a:cxnLst>
                <a:cxn ang="0">
                  <a:pos x="T0" y="T1"/>
                </a:cxn>
                <a:cxn ang="0">
                  <a:pos x="T2" y="T3"/>
                </a:cxn>
                <a:cxn ang="0">
                  <a:pos x="T4" y="T5"/>
                </a:cxn>
                <a:cxn ang="0">
                  <a:pos x="T6" y="T7"/>
                </a:cxn>
                <a:cxn ang="0">
                  <a:pos x="T8" y="T9"/>
                </a:cxn>
                <a:cxn ang="0">
                  <a:pos x="T10" y="T11"/>
                </a:cxn>
              </a:cxnLst>
              <a:rect l="0" t="0" r="r" b="b"/>
              <a:pathLst>
                <a:path w="280" h="1123">
                  <a:moveTo>
                    <a:pt x="280" y="278"/>
                  </a:moveTo>
                  <a:lnTo>
                    <a:pt x="280" y="1123"/>
                  </a:lnTo>
                  <a:lnTo>
                    <a:pt x="0" y="842"/>
                  </a:lnTo>
                  <a:lnTo>
                    <a:pt x="0" y="0"/>
                  </a:lnTo>
                  <a:lnTo>
                    <a:pt x="278" y="278"/>
                  </a:lnTo>
                  <a:lnTo>
                    <a:pt x="280" y="278"/>
                  </a:lnTo>
                  <a:close/>
                </a:path>
              </a:pathLst>
            </a:custGeom>
            <a:solidFill>
              <a:schemeClr val="accent2">
                <a:lumMod val="20000"/>
                <a:lumOff val="80000"/>
              </a:schemeClr>
            </a:solidFill>
            <a:ln>
              <a:noFill/>
            </a:ln>
          </p:spPr>
          <p:txBody>
            <a:bodyPr vert="horz" wrap="square" lIns="121907" tIns="60953" rIns="121907" bIns="60953" numCol="1" anchor="t" anchorCtr="0" compatLnSpc="1"/>
            <a:lstStyle/>
            <a:p>
              <a:endParaRPr lang="en-US" sz="2400">
                <a:cs typeface="+mn-ea"/>
                <a:sym typeface="+mn-lt"/>
              </a:endParaRPr>
            </a:p>
          </p:txBody>
        </p:sp>
        <p:sp>
          <p:nvSpPr>
            <p:cNvPr id="55" name="Freeform 14">
              <a:extLst>
                <a:ext uri="{FF2B5EF4-FFF2-40B4-BE49-F238E27FC236}">
                  <a16:creationId xmlns:a16="http://schemas.microsoft.com/office/drawing/2014/main" id="{6E8DA9D7-5296-4E82-B8BB-3E3844A54FFA}"/>
                </a:ext>
              </a:extLst>
            </p:cNvPr>
            <p:cNvSpPr/>
            <p:nvPr/>
          </p:nvSpPr>
          <p:spPr bwMode="auto">
            <a:xfrm>
              <a:off x="3583570" y="3254700"/>
              <a:ext cx="499617" cy="1354859"/>
            </a:xfrm>
            <a:custGeom>
              <a:avLst/>
              <a:gdLst>
                <a:gd name="T0" fmla="*/ 280 w 280"/>
                <a:gd name="T1" fmla="*/ 278 h 1123"/>
                <a:gd name="T2" fmla="*/ 280 w 280"/>
                <a:gd name="T3" fmla="*/ 1123 h 1123"/>
                <a:gd name="T4" fmla="*/ 0 w 280"/>
                <a:gd name="T5" fmla="*/ 842 h 1123"/>
                <a:gd name="T6" fmla="*/ 0 w 280"/>
                <a:gd name="T7" fmla="*/ 0 h 1123"/>
                <a:gd name="T8" fmla="*/ 278 w 280"/>
                <a:gd name="T9" fmla="*/ 278 h 1123"/>
                <a:gd name="T10" fmla="*/ 280 w 280"/>
                <a:gd name="T11" fmla="*/ 278 h 1123"/>
              </a:gdLst>
              <a:ahLst/>
              <a:cxnLst>
                <a:cxn ang="0">
                  <a:pos x="T0" y="T1"/>
                </a:cxn>
                <a:cxn ang="0">
                  <a:pos x="T2" y="T3"/>
                </a:cxn>
                <a:cxn ang="0">
                  <a:pos x="T4" y="T5"/>
                </a:cxn>
                <a:cxn ang="0">
                  <a:pos x="T6" y="T7"/>
                </a:cxn>
                <a:cxn ang="0">
                  <a:pos x="T8" y="T9"/>
                </a:cxn>
                <a:cxn ang="0">
                  <a:pos x="T10" y="T11"/>
                </a:cxn>
              </a:cxnLst>
              <a:rect l="0" t="0" r="r" b="b"/>
              <a:pathLst>
                <a:path w="280" h="1123">
                  <a:moveTo>
                    <a:pt x="280" y="278"/>
                  </a:moveTo>
                  <a:lnTo>
                    <a:pt x="280" y="1123"/>
                  </a:lnTo>
                  <a:lnTo>
                    <a:pt x="0" y="842"/>
                  </a:lnTo>
                  <a:lnTo>
                    <a:pt x="0" y="0"/>
                  </a:lnTo>
                  <a:lnTo>
                    <a:pt x="278" y="278"/>
                  </a:lnTo>
                  <a:lnTo>
                    <a:pt x="280" y="278"/>
                  </a:lnTo>
                  <a:close/>
                </a:path>
              </a:pathLst>
            </a:custGeom>
            <a:solidFill>
              <a:schemeClr val="accent2">
                <a:lumMod val="20000"/>
                <a:lumOff val="80000"/>
              </a:schemeClr>
            </a:solidFill>
            <a:ln>
              <a:noFill/>
            </a:ln>
          </p:spPr>
          <p:txBody>
            <a:bodyPr vert="horz" wrap="square" lIns="121907" tIns="60953" rIns="121907" bIns="60953" numCol="1" anchor="t" anchorCtr="0" compatLnSpc="1"/>
            <a:lstStyle/>
            <a:p>
              <a:endParaRPr lang="en-US" sz="2400" dirty="0">
                <a:cs typeface="+mn-ea"/>
                <a:sym typeface="+mn-lt"/>
              </a:endParaRPr>
            </a:p>
          </p:txBody>
        </p:sp>
        <p:sp>
          <p:nvSpPr>
            <p:cNvPr id="56" name="Freeform 16">
              <a:extLst>
                <a:ext uri="{FF2B5EF4-FFF2-40B4-BE49-F238E27FC236}">
                  <a16:creationId xmlns:a16="http://schemas.microsoft.com/office/drawing/2014/main" id="{826BE739-1C7A-48AA-89D5-DC9BB4D9DA73}"/>
                </a:ext>
              </a:extLst>
            </p:cNvPr>
            <p:cNvSpPr/>
            <p:nvPr/>
          </p:nvSpPr>
          <p:spPr bwMode="auto">
            <a:xfrm>
              <a:off x="2054381" y="3254700"/>
              <a:ext cx="499617" cy="1354859"/>
            </a:xfrm>
            <a:custGeom>
              <a:avLst/>
              <a:gdLst>
                <a:gd name="T0" fmla="*/ 280 w 280"/>
                <a:gd name="T1" fmla="*/ 278 h 1123"/>
                <a:gd name="T2" fmla="*/ 280 w 280"/>
                <a:gd name="T3" fmla="*/ 1123 h 1123"/>
                <a:gd name="T4" fmla="*/ 0 w 280"/>
                <a:gd name="T5" fmla="*/ 842 h 1123"/>
                <a:gd name="T6" fmla="*/ 0 w 280"/>
                <a:gd name="T7" fmla="*/ 0 h 1123"/>
                <a:gd name="T8" fmla="*/ 278 w 280"/>
                <a:gd name="T9" fmla="*/ 278 h 1123"/>
                <a:gd name="T10" fmla="*/ 280 w 280"/>
                <a:gd name="T11" fmla="*/ 278 h 1123"/>
              </a:gdLst>
              <a:ahLst/>
              <a:cxnLst>
                <a:cxn ang="0">
                  <a:pos x="T0" y="T1"/>
                </a:cxn>
                <a:cxn ang="0">
                  <a:pos x="T2" y="T3"/>
                </a:cxn>
                <a:cxn ang="0">
                  <a:pos x="T4" y="T5"/>
                </a:cxn>
                <a:cxn ang="0">
                  <a:pos x="T6" y="T7"/>
                </a:cxn>
                <a:cxn ang="0">
                  <a:pos x="T8" y="T9"/>
                </a:cxn>
                <a:cxn ang="0">
                  <a:pos x="T10" y="T11"/>
                </a:cxn>
              </a:cxnLst>
              <a:rect l="0" t="0" r="r" b="b"/>
              <a:pathLst>
                <a:path w="280" h="1123">
                  <a:moveTo>
                    <a:pt x="280" y="278"/>
                  </a:moveTo>
                  <a:lnTo>
                    <a:pt x="280" y="1123"/>
                  </a:lnTo>
                  <a:lnTo>
                    <a:pt x="0" y="842"/>
                  </a:lnTo>
                  <a:lnTo>
                    <a:pt x="0" y="0"/>
                  </a:lnTo>
                  <a:lnTo>
                    <a:pt x="278" y="278"/>
                  </a:lnTo>
                  <a:lnTo>
                    <a:pt x="280" y="278"/>
                  </a:lnTo>
                  <a:close/>
                </a:path>
              </a:pathLst>
            </a:custGeom>
            <a:solidFill>
              <a:schemeClr val="accent2">
                <a:lumMod val="20000"/>
                <a:lumOff val="80000"/>
              </a:schemeClr>
            </a:solidFill>
            <a:ln>
              <a:noFill/>
            </a:ln>
          </p:spPr>
          <p:txBody>
            <a:bodyPr vert="horz" wrap="square" lIns="121907" tIns="60953" rIns="121907" bIns="60953" numCol="1" anchor="t" anchorCtr="0" compatLnSpc="1"/>
            <a:lstStyle/>
            <a:p>
              <a:endParaRPr lang="en-US" sz="2400">
                <a:cs typeface="+mn-ea"/>
                <a:sym typeface="+mn-lt"/>
              </a:endParaRPr>
            </a:p>
          </p:txBody>
        </p:sp>
        <p:grpSp>
          <p:nvGrpSpPr>
            <p:cNvPr id="57" name="组合 56">
              <a:extLst>
                <a:ext uri="{FF2B5EF4-FFF2-40B4-BE49-F238E27FC236}">
                  <a16:creationId xmlns:a16="http://schemas.microsoft.com/office/drawing/2014/main" id="{5B514435-09AB-492D-8D81-F7E64DEFE29F}"/>
                </a:ext>
              </a:extLst>
            </p:cNvPr>
            <p:cNvGrpSpPr/>
            <p:nvPr/>
          </p:nvGrpSpPr>
          <p:grpSpPr>
            <a:xfrm>
              <a:off x="1024809" y="3254700"/>
              <a:ext cx="10277866" cy="1354859"/>
              <a:chOff x="1024809" y="3254700"/>
              <a:chExt cx="10277866" cy="1354859"/>
            </a:xfrm>
            <a:solidFill>
              <a:schemeClr val="accent1">
                <a:lumMod val="60000"/>
                <a:lumOff val="40000"/>
              </a:schemeClr>
            </a:solidFill>
          </p:grpSpPr>
          <p:sp>
            <p:nvSpPr>
              <p:cNvPr id="65" name="Freeform 17">
                <a:extLst>
                  <a:ext uri="{FF2B5EF4-FFF2-40B4-BE49-F238E27FC236}">
                    <a16:creationId xmlns:a16="http://schemas.microsoft.com/office/drawing/2014/main" id="{48420AD9-636D-4DE5-80AC-33BA70C91605}"/>
                  </a:ext>
                </a:extLst>
              </p:cNvPr>
              <p:cNvSpPr/>
              <p:nvPr/>
            </p:nvSpPr>
            <p:spPr bwMode="auto">
              <a:xfrm>
                <a:off x="10201731" y="3429636"/>
                <a:ext cx="1100944" cy="1024288"/>
              </a:xfrm>
              <a:custGeom>
                <a:avLst/>
                <a:gdLst>
                  <a:gd name="T0" fmla="*/ 210 w 617"/>
                  <a:gd name="T1" fmla="*/ 849 h 849"/>
                  <a:gd name="T2" fmla="*/ 210 w 617"/>
                  <a:gd name="T3" fmla="*/ 717 h 849"/>
                  <a:gd name="T4" fmla="*/ 0 w 617"/>
                  <a:gd name="T5" fmla="*/ 717 h 849"/>
                  <a:gd name="T6" fmla="*/ 0 w 617"/>
                  <a:gd name="T7" fmla="*/ 133 h 849"/>
                  <a:gd name="T8" fmla="*/ 210 w 617"/>
                  <a:gd name="T9" fmla="*/ 133 h 849"/>
                  <a:gd name="T10" fmla="*/ 210 w 617"/>
                  <a:gd name="T11" fmla="*/ 0 h 849"/>
                  <a:gd name="T12" fmla="*/ 617 w 617"/>
                  <a:gd name="T13" fmla="*/ 424 h 849"/>
                  <a:gd name="T14" fmla="*/ 210 w 617"/>
                  <a:gd name="T15" fmla="*/ 849 h 84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7" h="849">
                    <a:moveTo>
                      <a:pt x="210" y="849"/>
                    </a:moveTo>
                    <a:lnTo>
                      <a:pt x="210" y="717"/>
                    </a:lnTo>
                    <a:lnTo>
                      <a:pt x="0" y="717"/>
                    </a:lnTo>
                    <a:lnTo>
                      <a:pt x="0" y="133"/>
                    </a:lnTo>
                    <a:lnTo>
                      <a:pt x="210" y="133"/>
                    </a:lnTo>
                    <a:lnTo>
                      <a:pt x="210" y="0"/>
                    </a:lnTo>
                    <a:lnTo>
                      <a:pt x="617" y="424"/>
                    </a:lnTo>
                    <a:lnTo>
                      <a:pt x="210" y="849"/>
                    </a:lnTo>
                    <a:close/>
                  </a:path>
                </a:pathLst>
              </a:custGeom>
              <a:solidFill>
                <a:schemeClr val="accent2">
                  <a:lumMod val="20000"/>
                  <a:lumOff val="80000"/>
                </a:schemeClr>
              </a:solidFill>
              <a:ln>
                <a:noFill/>
              </a:ln>
            </p:spPr>
            <p:txBody>
              <a:bodyPr vert="horz" wrap="square" lIns="121907" tIns="60953" rIns="121907" bIns="60953" numCol="1" anchor="t" anchorCtr="0" compatLnSpc="1"/>
              <a:lstStyle/>
              <a:p>
                <a:endParaRPr lang="en-US" sz="2400">
                  <a:cs typeface="+mn-ea"/>
                  <a:sym typeface="+mn-lt"/>
                </a:endParaRPr>
              </a:p>
            </p:txBody>
          </p:sp>
          <p:sp>
            <p:nvSpPr>
              <p:cNvPr id="66" name="Freeform 15">
                <a:extLst>
                  <a:ext uri="{FF2B5EF4-FFF2-40B4-BE49-F238E27FC236}">
                    <a16:creationId xmlns:a16="http://schemas.microsoft.com/office/drawing/2014/main" id="{6BA3D733-CF43-4916-9CFF-21CA48A1C0C8}"/>
                  </a:ext>
                </a:extLst>
              </p:cNvPr>
              <p:cNvSpPr/>
              <p:nvPr/>
            </p:nvSpPr>
            <p:spPr bwMode="auto">
              <a:xfrm>
                <a:off x="1024809" y="3254701"/>
                <a:ext cx="1029571" cy="1350033"/>
              </a:xfrm>
              <a:custGeom>
                <a:avLst/>
                <a:gdLst>
                  <a:gd name="T0" fmla="*/ 577 w 577"/>
                  <a:gd name="T1" fmla="*/ 0 h 1119"/>
                  <a:gd name="T2" fmla="*/ 577 w 577"/>
                  <a:gd name="T3" fmla="*/ 1119 h 1119"/>
                  <a:gd name="T4" fmla="*/ 288 w 577"/>
                  <a:gd name="T5" fmla="*/ 840 h 1119"/>
                  <a:gd name="T6" fmla="*/ 0 w 577"/>
                  <a:gd name="T7" fmla="*/ 1118 h 1119"/>
                  <a:gd name="T8" fmla="*/ 0 w 577"/>
                  <a:gd name="T9" fmla="*/ 0 h 1119"/>
                  <a:gd name="T10" fmla="*/ 577 w 577"/>
                  <a:gd name="T11" fmla="*/ 0 h 1119"/>
                </a:gdLst>
                <a:ahLst/>
                <a:cxnLst>
                  <a:cxn ang="0">
                    <a:pos x="T0" y="T1"/>
                  </a:cxn>
                  <a:cxn ang="0">
                    <a:pos x="T2" y="T3"/>
                  </a:cxn>
                  <a:cxn ang="0">
                    <a:pos x="T4" y="T5"/>
                  </a:cxn>
                  <a:cxn ang="0">
                    <a:pos x="T6" y="T7"/>
                  </a:cxn>
                  <a:cxn ang="0">
                    <a:pos x="T8" y="T9"/>
                  </a:cxn>
                  <a:cxn ang="0">
                    <a:pos x="T10" y="T11"/>
                  </a:cxn>
                </a:cxnLst>
                <a:rect l="0" t="0" r="r" b="b"/>
                <a:pathLst>
                  <a:path w="577" h="1119">
                    <a:moveTo>
                      <a:pt x="577" y="0"/>
                    </a:moveTo>
                    <a:lnTo>
                      <a:pt x="577" y="1119"/>
                    </a:lnTo>
                    <a:lnTo>
                      <a:pt x="288" y="840"/>
                    </a:lnTo>
                    <a:lnTo>
                      <a:pt x="0" y="1118"/>
                    </a:lnTo>
                    <a:lnTo>
                      <a:pt x="0" y="0"/>
                    </a:lnTo>
                    <a:lnTo>
                      <a:pt x="577" y="0"/>
                    </a:lnTo>
                    <a:close/>
                  </a:path>
                </a:pathLst>
              </a:custGeom>
              <a:solidFill>
                <a:schemeClr val="accent1"/>
              </a:solidFill>
              <a:ln>
                <a:noFill/>
              </a:ln>
            </p:spPr>
            <p:txBody>
              <a:bodyPr vert="horz" wrap="square" lIns="121883" tIns="60941" rIns="121883" bIns="60941" numCol="1" anchor="t" anchorCtr="0" compatLnSpc="1"/>
              <a:lstStyle/>
              <a:p>
                <a:endParaRPr lang="en-US" sz="2400" dirty="0">
                  <a:cs typeface="+mn-ea"/>
                  <a:sym typeface="+mn-lt"/>
                </a:endParaRPr>
              </a:p>
            </p:txBody>
          </p:sp>
          <p:sp>
            <p:nvSpPr>
              <p:cNvPr id="67" name="Rectangle 13">
                <a:extLst>
                  <a:ext uri="{FF2B5EF4-FFF2-40B4-BE49-F238E27FC236}">
                    <a16:creationId xmlns:a16="http://schemas.microsoft.com/office/drawing/2014/main" id="{4EE28176-E45B-4A18-823D-C227B4BF289B}"/>
                  </a:ext>
                </a:extLst>
              </p:cNvPr>
              <p:cNvSpPr>
                <a:spLocks noChangeArrowheads="1"/>
              </p:cNvSpPr>
              <p:nvPr/>
            </p:nvSpPr>
            <p:spPr bwMode="auto">
              <a:xfrm>
                <a:off x="2553999" y="3254700"/>
                <a:ext cx="1029571" cy="1354859"/>
              </a:xfrm>
              <a:prstGeom prst="rect">
                <a:avLst/>
              </a:prstGeom>
              <a:solidFill>
                <a:schemeClr val="accent2"/>
              </a:solidFill>
              <a:ln>
                <a:noFill/>
              </a:ln>
            </p:spPr>
            <p:txBody>
              <a:bodyPr vert="horz" wrap="square" lIns="121883" tIns="60941" rIns="121883" bIns="60941" numCol="1" anchor="t" anchorCtr="0" compatLnSpc="1"/>
              <a:lstStyle/>
              <a:p>
                <a:endParaRPr lang="en-US" sz="2400">
                  <a:cs typeface="+mn-ea"/>
                  <a:sym typeface="+mn-lt"/>
                </a:endParaRPr>
              </a:p>
            </p:txBody>
          </p:sp>
          <p:sp>
            <p:nvSpPr>
              <p:cNvPr id="68" name="Rectangle 11">
                <a:extLst>
                  <a:ext uri="{FF2B5EF4-FFF2-40B4-BE49-F238E27FC236}">
                    <a16:creationId xmlns:a16="http://schemas.microsoft.com/office/drawing/2014/main" id="{0D6BDF9F-3571-4A7E-B0A3-8FA6269E4D36}"/>
                  </a:ext>
                </a:extLst>
              </p:cNvPr>
              <p:cNvSpPr>
                <a:spLocks noChangeArrowheads="1"/>
              </p:cNvSpPr>
              <p:nvPr/>
            </p:nvSpPr>
            <p:spPr bwMode="auto">
              <a:xfrm>
                <a:off x="4083188" y="3254700"/>
                <a:ext cx="1029571" cy="1354859"/>
              </a:xfrm>
              <a:prstGeom prst="rect">
                <a:avLst/>
              </a:prstGeom>
              <a:solidFill>
                <a:schemeClr val="accent1"/>
              </a:solidFill>
              <a:ln>
                <a:noFill/>
              </a:ln>
            </p:spPr>
            <p:txBody>
              <a:bodyPr vert="horz" wrap="square" lIns="121883" tIns="60941" rIns="121883" bIns="60941" numCol="1" anchor="t" anchorCtr="0" compatLnSpc="1"/>
              <a:lstStyle/>
              <a:p>
                <a:endParaRPr lang="en-US" sz="2400" dirty="0">
                  <a:cs typeface="+mn-ea"/>
                  <a:sym typeface="+mn-lt"/>
                </a:endParaRPr>
              </a:p>
            </p:txBody>
          </p:sp>
          <p:sp>
            <p:nvSpPr>
              <p:cNvPr id="69" name="Rectangle 9">
                <a:extLst>
                  <a:ext uri="{FF2B5EF4-FFF2-40B4-BE49-F238E27FC236}">
                    <a16:creationId xmlns:a16="http://schemas.microsoft.com/office/drawing/2014/main" id="{010E3836-4C30-432E-B8E8-98AA60CCE991}"/>
                  </a:ext>
                </a:extLst>
              </p:cNvPr>
              <p:cNvSpPr>
                <a:spLocks noChangeArrowheads="1"/>
              </p:cNvSpPr>
              <p:nvPr/>
            </p:nvSpPr>
            <p:spPr bwMode="auto">
              <a:xfrm>
                <a:off x="5612379" y="3254700"/>
                <a:ext cx="1029571" cy="1354859"/>
              </a:xfrm>
              <a:prstGeom prst="rect">
                <a:avLst/>
              </a:prstGeom>
              <a:solidFill>
                <a:schemeClr val="accent2"/>
              </a:solidFill>
              <a:ln>
                <a:noFill/>
              </a:ln>
            </p:spPr>
            <p:txBody>
              <a:bodyPr vert="horz" wrap="square" lIns="121883" tIns="60941" rIns="121883" bIns="60941" numCol="1" anchor="t" anchorCtr="0" compatLnSpc="1"/>
              <a:lstStyle/>
              <a:p>
                <a:endParaRPr lang="en-US" sz="2400" dirty="0">
                  <a:cs typeface="+mn-ea"/>
                  <a:sym typeface="+mn-lt"/>
                </a:endParaRPr>
              </a:p>
            </p:txBody>
          </p:sp>
          <p:sp>
            <p:nvSpPr>
              <p:cNvPr id="70" name="Rectangle 7">
                <a:extLst>
                  <a:ext uri="{FF2B5EF4-FFF2-40B4-BE49-F238E27FC236}">
                    <a16:creationId xmlns:a16="http://schemas.microsoft.com/office/drawing/2014/main" id="{B0FE12E8-9258-4486-B158-4F9E203F160A}"/>
                  </a:ext>
                </a:extLst>
              </p:cNvPr>
              <p:cNvSpPr>
                <a:spLocks noChangeArrowheads="1"/>
              </p:cNvSpPr>
              <p:nvPr/>
            </p:nvSpPr>
            <p:spPr bwMode="auto">
              <a:xfrm>
                <a:off x="7143351" y="3254700"/>
                <a:ext cx="1027787" cy="1354859"/>
              </a:xfrm>
              <a:prstGeom prst="rect">
                <a:avLst/>
              </a:prstGeom>
              <a:solidFill>
                <a:schemeClr val="accent1"/>
              </a:solidFill>
              <a:ln>
                <a:noFill/>
              </a:ln>
            </p:spPr>
            <p:txBody>
              <a:bodyPr vert="horz" wrap="square" lIns="121883" tIns="60941" rIns="121883" bIns="60941" numCol="1" anchor="t" anchorCtr="0" compatLnSpc="1"/>
              <a:lstStyle/>
              <a:p>
                <a:endParaRPr lang="en-US" sz="2400" dirty="0">
                  <a:cs typeface="+mn-ea"/>
                  <a:sym typeface="+mn-lt"/>
                </a:endParaRPr>
              </a:p>
            </p:txBody>
          </p:sp>
          <p:sp>
            <p:nvSpPr>
              <p:cNvPr id="71" name="Rectangle 6">
                <a:extLst>
                  <a:ext uri="{FF2B5EF4-FFF2-40B4-BE49-F238E27FC236}">
                    <a16:creationId xmlns:a16="http://schemas.microsoft.com/office/drawing/2014/main" id="{4BD2F684-2E51-4EFC-A6AE-C6821C7E2C0E}"/>
                  </a:ext>
                </a:extLst>
              </p:cNvPr>
              <p:cNvSpPr>
                <a:spLocks noChangeArrowheads="1"/>
              </p:cNvSpPr>
              <p:nvPr/>
            </p:nvSpPr>
            <p:spPr bwMode="auto">
              <a:xfrm>
                <a:off x="8672541" y="3254700"/>
                <a:ext cx="1029571" cy="1354859"/>
              </a:xfrm>
              <a:prstGeom prst="rect">
                <a:avLst/>
              </a:prstGeom>
              <a:solidFill>
                <a:schemeClr val="accent2"/>
              </a:solidFill>
              <a:ln>
                <a:noFill/>
              </a:ln>
            </p:spPr>
            <p:txBody>
              <a:bodyPr vert="horz" wrap="square" lIns="121883" tIns="60941" rIns="121883" bIns="60941" numCol="1" anchor="t" anchorCtr="0" compatLnSpc="1"/>
              <a:lstStyle/>
              <a:p>
                <a:endParaRPr lang="en-US" sz="2400" dirty="0">
                  <a:cs typeface="+mn-ea"/>
                  <a:sym typeface="+mn-lt"/>
                </a:endParaRPr>
              </a:p>
            </p:txBody>
          </p:sp>
        </p:grpSp>
        <p:sp>
          <p:nvSpPr>
            <p:cNvPr id="58" name="Freeform 5">
              <a:extLst>
                <a:ext uri="{FF2B5EF4-FFF2-40B4-BE49-F238E27FC236}">
                  <a16:creationId xmlns:a16="http://schemas.microsoft.com/office/drawing/2014/main" id="{8C4CF98D-4893-4B4A-92E9-B900734DA13D}"/>
                </a:ext>
              </a:extLst>
            </p:cNvPr>
            <p:cNvSpPr/>
            <p:nvPr/>
          </p:nvSpPr>
          <p:spPr bwMode="auto">
            <a:xfrm>
              <a:off x="9702113" y="3254699"/>
              <a:ext cx="499617" cy="1039972"/>
            </a:xfrm>
            <a:custGeom>
              <a:avLst/>
              <a:gdLst>
                <a:gd name="T0" fmla="*/ 280 w 280"/>
                <a:gd name="T1" fmla="*/ 278 h 862"/>
                <a:gd name="T2" fmla="*/ 280 w 280"/>
                <a:gd name="T3" fmla="*/ 862 h 862"/>
                <a:gd name="T4" fmla="*/ 0 w 280"/>
                <a:gd name="T5" fmla="*/ 582 h 862"/>
                <a:gd name="T6" fmla="*/ 0 w 280"/>
                <a:gd name="T7" fmla="*/ 0 h 862"/>
                <a:gd name="T8" fmla="*/ 3 w 280"/>
                <a:gd name="T9" fmla="*/ 0 h 862"/>
                <a:gd name="T10" fmla="*/ 280 w 280"/>
                <a:gd name="T11" fmla="*/ 278 h 862"/>
              </a:gdLst>
              <a:ahLst/>
              <a:cxnLst>
                <a:cxn ang="0">
                  <a:pos x="T0" y="T1"/>
                </a:cxn>
                <a:cxn ang="0">
                  <a:pos x="T2" y="T3"/>
                </a:cxn>
                <a:cxn ang="0">
                  <a:pos x="T4" y="T5"/>
                </a:cxn>
                <a:cxn ang="0">
                  <a:pos x="T6" y="T7"/>
                </a:cxn>
                <a:cxn ang="0">
                  <a:pos x="T8" y="T9"/>
                </a:cxn>
                <a:cxn ang="0">
                  <a:pos x="T10" y="T11"/>
                </a:cxn>
              </a:cxnLst>
              <a:rect l="0" t="0" r="r" b="b"/>
              <a:pathLst>
                <a:path w="280" h="862">
                  <a:moveTo>
                    <a:pt x="280" y="278"/>
                  </a:moveTo>
                  <a:lnTo>
                    <a:pt x="280" y="862"/>
                  </a:lnTo>
                  <a:lnTo>
                    <a:pt x="0" y="582"/>
                  </a:lnTo>
                  <a:lnTo>
                    <a:pt x="0" y="0"/>
                  </a:lnTo>
                  <a:lnTo>
                    <a:pt x="3" y="0"/>
                  </a:lnTo>
                  <a:lnTo>
                    <a:pt x="280" y="278"/>
                  </a:lnTo>
                  <a:close/>
                </a:path>
              </a:pathLst>
            </a:custGeom>
            <a:solidFill>
              <a:schemeClr val="accent2">
                <a:lumMod val="20000"/>
                <a:lumOff val="80000"/>
              </a:schemeClr>
            </a:solidFill>
            <a:ln>
              <a:noFill/>
            </a:ln>
          </p:spPr>
          <p:txBody>
            <a:bodyPr vert="horz" wrap="square" lIns="121907" tIns="60953" rIns="121907" bIns="60953" numCol="1" anchor="t" anchorCtr="0" compatLnSpc="1"/>
            <a:lstStyle/>
            <a:p>
              <a:endParaRPr lang="en-US" sz="2400">
                <a:cs typeface="+mn-ea"/>
                <a:sym typeface="+mn-lt"/>
              </a:endParaRPr>
            </a:p>
          </p:txBody>
        </p:sp>
        <p:sp>
          <p:nvSpPr>
            <p:cNvPr id="59" name="Text Placeholder 59">
              <a:extLst>
                <a:ext uri="{FF2B5EF4-FFF2-40B4-BE49-F238E27FC236}">
                  <a16:creationId xmlns:a16="http://schemas.microsoft.com/office/drawing/2014/main" id="{9F831213-2323-4E62-A904-30B34724BF4D}"/>
                </a:ext>
              </a:extLst>
            </p:cNvPr>
            <p:cNvSpPr txBox="1"/>
            <p:nvPr/>
          </p:nvSpPr>
          <p:spPr>
            <a:xfrm>
              <a:off x="912124" y="3416702"/>
              <a:ext cx="1279381" cy="903085"/>
            </a:xfrm>
            <a:prstGeom prst="rect">
              <a:avLst/>
            </a:prstGeom>
          </p:spPr>
          <p:txBody>
            <a:bodyPr anchor="ctr">
              <a:noAutofit/>
            </a:bodyPr>
            <a:lstStyle>
              <a:lvl1pPr marL="0" indent="0" algn="ctr" defTabSz="914400" rtl="0" eaLnBrk="1" latinLnBrk="0" hangingPunct="1">
                <a:spcBef>
                  <a:spcPct val="20000"/>
                </a:spcBef>
                <a:buFont typeface="Arial" panose="020B0604020202020204" pitchFamily="34" charset="0"/>
                <a:buNone/>
                <a:defRPr sz="2000" b="0" kern="1200">
                  <a:solidFill>
                    <a:schemeClr val="bg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altLang="zh-CN" sz="2667" dirty="0">
                  <a:latin typeface="+mn-lt"/>
                  <a:ea typeface="+mn-ea"/>
                  <a:cs typeface="+mn-ea"/>
                  <a:sym typeface="+mn-lt"/>
                </a:rPr>
                <a:t>01</a:t>
              </a:r>
              <a:endParaRPr lang="en-US" sz="2667" dirty="0">
                <a:latin typeface="+mn-lt"/>
                <a:ea typeface="+mn-ea"/>
                <a:cs typeface="+mn-ea"/>
                <a:sym typeface="+mn-lt"/>
              </a:endParaRPr>
            </a:p>
          </p:txBody>
        </p:sp>
        <p:sp>
          <p:nvSpPr>
            <p:cNvPr id="60" name="Text Placeholder 59">
              <a:extLst>
                <a:ext uri="{FF2B5EF4-FFF2-40B4-BE49-F238E27FC236}">
                  <a16:creationId xmlns:a16="http://schemas.microsoft.com/office/drawing/2014/main" id="{DE81CB57-DE67-40CC-A2EB-263F40AB841E}"/>
                </a:ext>
              </a:extLst>
            </p:cNvPr>
            <p:cNvSpPr txBox="1"/>
            <p:nvPr/>
          </p:nvSpPr>
          <p:spPr>
            <a:xfrm>
              <a:off x="2441314" y="3416701"/>
              <a:ext cx="1279381" cy="903086"/>
            </a:xfrm>
            <a:prstGeom prst="rect">
              <a:avLst/>
            </a:prstGeom>
          </p:spPr>
          <p:txBody>
            <a:bodyPr anchor="ctr">
              <a:noAutofit/>
            </a:bodyPr>
            <a:lstStyle>
              <a:lvl1pPr marL="0" indent="0" algn="ctr" defTabSz="914400" rtl="0" eaLnBrk="1" latinLnBrk="0" hangingPunct="1">
                <a:spcBef>
                  <a:spcPct val="20000"/>
                </a:spcBef>
                <a:buFont typeface="Arial" panose="020B0604020202020204" pitchFamily="34" charset="0"/>
                <a:buNone/>
                <a:defRPr sz="2000" b="0" kern="1200">
                  <a:solidFill>
                    <a:schemeClr val="bg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altLang="zh-CN" sz="2667" dirty="0">
                  <a:latin typeface="+mn-lt"/>
                  <a:ea typeface="+mn-ea"/>
                  <a:cs typeface="+mn-ea"/>
                  <a:sym typeface="+mn-lt"/>
                </a:rPr>
                <a:t>02</a:t>
              </a:r>
              <a:endParaRPr lang="en-US" sz="2667" dirty="0">
                <a:latin typeface="+mn-lt"/>
                <a:ea typeface="+mn-ea"/>
                <a:cs typeface="+mn-ea"/>
                <a:sym typeface="+mn-lt"/>
              </a:endParaRPr>
            </a:p>
          </p:txBody>
        </p:sp>
        <p:sp>
          <p:nvSpPr>
            <p:cNvPr id="61" name="Text Placeholder 59">
              <a:extLst>
                <a:ext uri="{FF2B5EF4-FFF2-40B4-BE49-F238E27FC236}">
                  <a16:creationId xmlns:a16="http://schemas.microsoft.com/office/drawing/2014/main" id="{01DF0C62-0BC7-45FE-BEF3-6B99A52717A2}"/>
                </a:ext>
              </a:extLst>
            </p:cNvPr>
            <p:cNvSpPr txBox="1"/>
            <p:nvPr/>
          </p:nvSpPr>
          <p:spPr>
            <a:xfrm>
              <a:off x="3970503" y="3416701"/>
              <a:ext cx="1279381" cy="903086"/>
            </a:xfrm>
            <a:prstGeom prst="rect">
              <a:avLst/>
            </a:prstGeom>
          </p:spPr>
          <p:txBody>
            <a:bodyPr anchor="ctr">
              <a:noAutofit/>
            </a:bodyPr>
            <a:lstStyle>
              <a:lvl1pPr marL="0" indent="0" algn="ctr" defTabSz="914400" rtl="0" eaLnBrk="1" latinLnBrk="0" hangingPunct="1">
                <a:spcBef>
                  <a:spcPct val="20000"/>
                </a:spcBef>
                <a:buFont typeface="Arial" panose="020B0604020202020204" pitchFamily="34" charset="0"/>
                <a:buNone/>
                <a:defRPr sz="2000" b="0" kern="1200">
                  <a:solidFill>
                    <a:schemeClr val="bg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altLang="zh-CN" sz="2667" dirty="0">
                  <a:latin typeface="+mn-lt"/>
                  <a:ea typeface="+mn-ea"/>
                  <a:cs typeface="+mn-ea"/>
                  <a:sym typeface="+mn-lt"/>
                </a:rPr>
                <a:t>03</a:t>
              </a:r>
              <a:endParaRPr lang="en-US" sz="2667" dirty="0">
                <a:latin typeface="+mn-lt"/>
                <a:ea typeface="+mn-ea"/>
                <a:cs typeface="+mn-ea"/>
                <a:sym typeface="+mn-lt"/>
              </a:endParaRPr>
            </a:p>
          </p:txBody>
        </p:sp>
        <p:sp>
          <p:nvSpPr>
            <p:cNvPr id="62" name="Text Placeholder 59">
              <a:extLst>
                <a:ext uri="{FF2B5EF4-FFF2-40B4-BE49-F238E27FC236}">
                  <a16:creationId xmlns:a16="http://schemas.microsoft.com/office/drawing/2014/main" id="{1E8AC540-802C-43AD-9EA2-2560B25913B4}"/>
                </a:ext>
              </a:extLst>
            </p:cNvPr>
            <p:cNvSpPr txBox="1"/>
            <p:nvPr/>
          </p:nvSpPr>
          <p:spPr>
            <a:xfrm>
              <a:off x="5499694" y="3416701"/>
              <a:ext cx="1279381" cy="903086"/>
            </a:xfrm>
            <a:prstGeom prst="rect">
              <a:avLst/>
            </a:prstGeom>
          </p:spPr>
          <p:txBody>
            <a:bodyPr anchor="ctr">
              <a:noAutofit/>
            </a:bodyPr>
            <a:lstStyle>
              <a:lvl1pPr marL="0" indent="0" algn="ctr" defTabSz="914400" rtl="0" eaLnBrk="1" latinLnBrk="0" hangingPunct="1">
                <a:spcBef>
                  <a:spcPct val="20000"/>
                </a:spcBef>
                <a:buFont typeface="Arial" panose="020B0604020202020204" pitchFamily="34" charset="0"/>
                <a:buNone/>
                <a:defRPr sz="2000" b="0" kern="1200">
                  <a:solidFill>
                    <a:schemeClr val="accent5"/>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altLang="zh-CN" sz="2667" dirty="0">
                  <a:solidFill>
                    <a:schemeClr val="bg1"/>
                  </a:solidFill>
                  <a:latin typeface="+mn-lt"/>
                  <a:ea typeface="+mn-ea"/>
                  <a:cs typeface="+mn-ea"/>
                  <a:sym typeface="+mn-lt"/>
                </a:rPr>
                <a:t>04</a:t>
              </a:r>
              <a:endParaRPr lang="en-US" sz="2667" dirty="0">
                <a:solidFill>
                  <a:schemeClr val="bg1"/>
                </a:solidFill>
                <a:latin typeface="+mn-lt"/>
                <a:ea typeface="+mn-ea"/>
                <a:cs typeface="+mn-ea"/>
                <a:sym typeface="+mn-lt"/>
              </a:endParaRPr>
            </a:p>
          </p:txBody>
        </p:sp>
        <p:sp>
          <p:nvSpPr>
            <p:cNvPr id="63" name="Text Placeholder 59">
              <a:extLst>
                <a:ext uri="{FF2B5EF4-FFF2-40B4-BE49-F238E27FC236}">
                  <a16:creationId xmlns:a16="http://schemas.microsoft.com/office/drawing/2014/main" id="{982C7525-154E-4088-B0DA-05714A817ACF}"/>
                </a:ext>
              </a:extLst>
            </p:cNvPr>
            <p:cNvSpPr txBox="1"/>
            <p:nvPr/>
          </p:nvSpPr>
          <p:spPr>
            <a:xfrm>
              <a:off x="7025520" y="3416701"/>
              <a:ext cx="1279381" cy="903086"/>
            </a:xfrm>
            <a:prstGeom prst="rect">
              <a:avLst/>
            </a:prstGeom>
          </p:spPr>
          <p:txBody>
            <a:bodyPr anchor="ctr">
              <a:noAutofit/>
            </a:bodyPr>
            <a:lstStyle>
              <a:lvl1pPr marL="0" indent="0" algn="ctr" defTabSz="914400" rtl="0" eaLnBrk="1" latinLnBrk="0" hangingPunct="1">
                <a:spcBef>
                  <a:spcPct val="20000"/>
                </a:spcBef>
                <a:buFont typeface="Arial" panose="020B0604020202020204" pitchFamily="34" charset="0"/>
                <a:buNone/>
                <a:defRPr sz="2000" b="0" kern="1200">
                  <a:solidFill>
                    <a:schemeClr val="bg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altLang="zh-CN" sz="2667" dirty="0">
                  <a:latin typeface="+mn-lt"/>
                  <a:ea typeface="+mn-ea"/>
                  <a:cs typeface="+mn-ea"/>
                  <a:sym typeface="+mn-lt"/>
                </a:rPr>
                <a:t>05</a:t>
              </a:r>
              <a:endParaRPr lang="en-US" sz="2667" dirty="0">
                <a:latin typeface="+mn-lt"/>
                <a:ea typeface="+mn-ea"/>
                <a:cs typeface="+mn-ea"/>
                <a:sym typeface="+mn-lt"/>
              </a:endParaRPr>
            </a:p>
          </p:txBody>
        </p:sp>
        <p:sp>
          <p:nvSpPr>
            <p:cNvPr id="64" name="Text Placeholder 59">
              <a:extLst>
                <a:ext uri="{FF2B5EF4-FFF2-40B4-BE49-F238E27FC236}">
                  <a16:creationId xmlns:a16="http://schemas.microsoft.com/office/drawing/2014/main" id="{D309A1FD-CB2E-4DBD-BE1A-DE5F7C656F51}"/>
                </a:ext>
              </a:extLst>
            </p:cNvPr>
            <p:cNvSpPr txBox="1"/>
            <p:nvPr/>
          </p:nvSpPr>
          <p:spPr>
            <a:xfrm>
              <a:off x="8559856" y="3416701"/>
              <a:ext cx="1279381" cy="903086"/>
            </a:xfrm>
            <a:prstGeom prst="rect">
              <a:avLst/>
            </a:prstGeom>
          </p:spPr>
          <p:txBody>
            <a:bodyPr anchor="ctr">
              <a:noAutofit/>
            </a:bodyPr>
            <a:lstStyle>
              <a:lvl1pPr marL="0" indent="0" algn="ctr" defTabSz="914400" rtl="0" eaLnBrk="1" latinLnBrk="0" hangingPunct="1">
                <a:spcBef>
                  <a:spcPct val="20000"/>
                </a:spcBef>
                <a:buFont typeface="Arial" panose="020B0604020202020204" pitchFamily="34" charset="0"/>
                <a:buNone/>
                <a:defRPr sz="2000" b="0" kern="1200">
                  <a:solidFill>
                    <a:schemeClr val="bg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altLang="zh-CN" sz="2667" dirty="0">
                  <a:latin typeface="+mn-lt"/>
                  <a:ea typeface="+mn-ea"/>
                  <a:cs typeface="+mn-ea"/>
                  <a:sym typeface="+mn-lt"/>
                </a:rPr>
                <a:t>06</a:t>
              </a:r>
              <a:endParaRPr lang="en-US" sz="2667" dirty="0">
                <a:latin typeface="+mn-lt"/>
                <a:ea typeface="+mn-ea"/>
                <a:cs typeface="+mn-ea"/>
                <a:sym typeface="+mn-lt"/>
              </a:endParaRPr>
            </a:p>
          </p:txBody>
        </p:sp>
      </p:grpSp>
      <p:sp>
        <p:nvSpPr>
          <p:cNvPr id="72" name="Text Placeholder 59">
            <a:extLst>
              <a:ext uri="{FF2B5EF4-FFF2-40B4-BE49-F238E27FC236}">
                <a16:creationId xmlns:a16="http://schemas.microsoft.com/office/drawing/2014/main" id="{788A5768-00B0-4070-904A-CE9363EBEC1C}"/>
              </a:ext>
            </a:extLst>
          </p:cNvPr>
          <p:cNvSpPr txBox="1"/>
          <p:nvPr/>
        </p:nvSpPr>
        <p:spPr>
          <a:xfrm>
            <a:off x="2503600" y="4915311"/>
            <a:ext cx="2343425" cy="1248139"/>
          </a:xfrm>
          <a:prstGeom prst="rect">
            <a:avLst/>
          </a:prstGeom>
        </p:spPr>
        <p:txBody>
          <a:bodyPr lIns="121907" tIns="60953" rIns="121907" bIns="60953" anchor="t">
            <a:noAutofit/>
          </a:bodyPr>
          <a:lstStyle>
            <a:lvl1pPr marL="0" indent="0" algn="l" defTabSz="914400" rtl="0" eaLnBrk="1" latinLnBrk="0" hangingPunct="1">
              <a:spcBef>
                <a:spcPct val="20000"/>
              </a:spcBef>
              <a:buFont typeface="Arial" panose="020B0604020202020204" pitchFamily="34" charset="0"/>
              <a:buNone/>
              <a:defRPr sz="1800" b="0" kern="1200">
                <a:solidFill>
                  <a:schemeClr val="tx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lnSpc>
                <a:spcPct val="120000"/>
              </a:lnSpc>
            </a:pPr>
            <a:r>
              <a:rPr lang="zh-CN" altLang="en-US" dirty="0">
                <a:solidFill>
                  <a:schemeClr val="tx1">
                    <a:lumMod val="75000"/>
                    <a:lumOff val="25000"/>
                  </a:schemeClr>
                </a:solidFill>
                <a:latin typeface="+mn-lt"/>
                <a:ea typeface="+mn-ea"/>
                <a:cs typeface="+mn-ea"/>
                <a:sym typeface="+mn-lt"/>
              </a:rPr>
              <a:t>添加标题</a:t>
            </a:r>
            <a:endParaRPr lang="en-US" altLang="zh-CN" dirty="0">
              <a:solidFill>
                <a:schemeClr val="tx1">
                  <a:lumMod val="75000"/>
                  <a:lumOff val="25000"/>
                </a:schemeClr>
              </a:solidFill>
              <a:latin typeface="+mn-lt"/>
              <a:ea typeface="+mn-ea"/>
              <a:cs typeface="+mn-ea"/>
              <a:sym typeface="+mn-lt"/>
            </a:endParaRPr>
          </a:p>
          <a:p>
            <a:pPr algn="just">
              <a:lnSpc>
                <a:spcPct val="120000"/>
              </a:lnSpc>
            </a:pPr>
            <a:r>
              <a:rPr lang="zh-CN" altLang="en-US" sz="1200" dirty="0">
                <a:solidFill>
                  <a:schemeClr val="tx1">
                    <a:lumMod val="75000"/>
                    <a:lumOff val="25000"/>
                  </a:schemeClr>
                </a:solidFill>
                <a:latin typeface="+mn-lt"/>
                <a:ea typeface="+mn-ea"/>
                <a:cs typeface="+mn-ea"/>
                <a:sym typeface="+mn-lt"/>
              </a:rPr>
              <a:t>请替换文字内容复制你的内容到此请替换文字内容复制你的内容到此</a:t>
            </a:r>
            <a:endParaRPr lang="en-US" sz="1200" dirty="0">
              <a:solidFill>
                <a:schemeClr val="tx1">
                  <a:lumMod val="75000"/>
                  <a:lumOff val="25000"/>
                </a:schemeClr>
              </a:solidFill>
              <a:latin typeface="+mn-lt"/>
              <a:ea typeface="+mn-ea"/>
              <a:cs typeface="+mn-ea"/>
              <a:sym typeface="+mn-lt"/>
            </a:endParaRPr>
          </a:p>
        </p:txBody>
      </p:sp>
      <p:sp>
        <p:nvSpPr>
          <p:cNvPr id="73" name="Text Placeholder 59">
            <a:extLst>
              <a:ext uri="{FF2B5EF4-FFF2-40B4-BE49-F238E27FC236}">
                <a16:creationId xmlns:a16="http://schemas.microsoft.com/office/drawing/2014/main" id="{91957CD2-FB32-471E-AE07-2EF7736EF9EB}"/>
              </a:ext>
            </a:extLst>
          </p:cNvPr>
          <p:cNvSpPr txBox="1"/>
          <p:nvPr/>
        </p:nvSpPr>
        <p:spPr>
          <a:xfrm>
            <a:off x="4136040" y="1708799"/>
            <a:ext cx="2343425" cy="1248139"/>
          </a:xfrm>
          <a:prstGeom prst="rect">
            <a:avLst/>
          </a:prstGeom>
        </p:spPr>
        <p:txBody>
          <a:bodyPr lIns="121907" tIns="60953" rIns="121907" bIns="60953" anchor="t">
            <a:noAutofit/>
          </a:bodyPr>
          <a:lstStyle>
            <a:lvl1pPr marL="0" indent="0" algn="l" defTabSz="914400" rtl="0" eaLnBrk="1" latinLnBrk="0" hangingPunct="1">
              <a:spcBef>
                <a:spcPct val="20000"/>
              </a:spcBef>
              <a:buFont typeface="Arial" panose="020B0604020202020204" pitchFamily="34" charset="0"/>
              <a:buNone/>
              <a:defRPr sz="1800" b="0" kern="1200">
                <a:solidFill>
                  <a:schemeClr val="tx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lnSpc>
                <a:spcPct val="120000"/>
              </a:lnSpc>
            </a:pPr>
            <a:r>
              <a:rPr lang="zh-CN" altLang="en-US" dirty="0">
                <a:solidFill>
                  <a:schemeClr val="tx1">
                    <a:lumMod val="75000"/>
                    <a:lumOff val="25000"/>
                  </a:schemeClr>
                </a:solidFill>
                <a:latin typeface="+mn-lt"/>
                <a:ea typeface="+mn-ea"/>
                <a:cs typeface="+mn-ea"/>
                <a:sym typeface="+mn-lt"/>
              </a:rPr>
              <a:t>添加标题</a:t>
            </a:r>
            <a:endParaRPr lang="en-US" altLang="zh-CN" dirty="0">
              <a:solidFill>
                <a:schemeClr val="tx1">
                  <a:lumMod val="75000"/>
                  <a:lumOff val="25000"/>
                </a:schemeClr>
              </a:solidFill>
              <a:latin typeface="+mn-lt"/>
              <a:ea typeface="+mn-ea"/>
              <a:cs typeface="+mn-ea"/>
              <a:sym typeface="+mn-lt"/>
            </a:endParaRPr>
          </a:p>
          <a:p>
            <a:pPr algn="just">
              <a:lnSpc>
                <a:spcPct val="120000"/>
              </a:lnSpc>
            </a:pPr>
            <a:r>
              <a:rPr lang="zh-CN" altLang="en-US" sz="1200" dirty="0">
                <a:solidFill>
                  <a:schemeClr val="tx1">
                    <a:lumMod val="75000"/>
                    <a:lumOff val="25000"/>
                  </a:schemeClr>
                </a:solidFill>
                <a:latin typeface="+mn-lt"/>
                <a:ea typeface="+mn-ea"/>
                <a:cs typeface="+mn-ea"/>
                <a:sym typeface="+mn-lt"/>
              </a:rPr>
              <a:t>请替换文字内容复制你的内容到此请替换文字内容复制你的内容到此</a:t>
            </a:r>
            <a:endParaRPr lang="en-US" sz="1200" dirty="0">
              <a:solidFill>
                <a:schemeClr val="tx1">
                  <a:lumMod val="75000"/>
                  <a:lumOff val="25000"/>
                </a:schemeClr>
              </a:solidFill>
              <a:latin typeface="+mn-lt"/>
              <a:ea typeface="+mn-ea"/>
              <a:cs typeface="+mn-ea"/>
              <a:sym typeface="+mn-lt"/>
            </a:endParaRPr>
          </a:p>
        </p:txBody>
      </p:sp>
      <p:sp>
        <p:nvSpPr>
          <p:cNvPr id="74" name="Text Placeholder 59">
            <a:extLst>
              <a:ext uri="{FF2B5EF4-FFF2-40B4-BE49-F238E27FC236}">
                <a16:creationId xmlns:a16="http://schemas.microsoft.com/office/drawing/2014/main" id="{2D518BB2-7F58-4327-BB7D-C4A3B38C9A32}"/>
              </a:ext>
            </a:extLst>
          </p:cNvPr>
          <p:cNvSpPr txBox="1"/>
          <p:nvPr/>
        </p:nvSpPr>
        <p:spPr>
          <a:xfrm>
            <a:off x="7191259" y="1700420"/>
            <a:ext cx="2343425" cy="1248139"/>
          </a:xfrm>
          <a:prstGeom prst="rect">
            <a:avLst/>
          </a:prstGeom>
        </p:spPr>
        <p:txBody>
          <a:bodyPr lIns="121907" tIns="60953" rIns="121907" bIns="60953" anchor="t">
            <a:noAutofit/>
          </a:bodyPr>
          <a:lstStyle>
            <a:lvl1pPr marL="0" indent="0" algn="l" defTabSz="914400" rtl="0" eaLnBrk="1" latinLnBrk="0" hangingPunct="1">
              <a:spcBef>
                <a:spcPct val="20000"/>
              </a:spcBef>
              <a:buFont typeface="Arial" panose="020B0604020202020204" pitchFamily="34" charset="0"/>
              <a:buNone/>
              <a:defRPr sz="1800" b="0" kern="1200">
                <a:solidFill>
                  <a:schemeClr val="tx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lnSpc>
                <a:spcPct val="120000"/>
              </a:lnSpc>
            </a:pPr>
            <a:r>
              <a:rPr lang="zh-CN" altLang="en-US" dirty="0">
                <a:solidFill>
                  <a:schemeClr val="tx1">
                    <a:lumMod val="75000"/>
                    <a:lumOff val="25000"/>
                  </a:schemeClr>
                </a:solidFill>
                <a:latin typeface="+mn-lt"/>
                <a:ea typeface="+mn-ea"/>
                <a:cs typeface="+mn-ea"/>
                <a:sym typeface="+mn-lt"/>
              </a:rPr>
              <a:t>添加标题</a:t>
            </a:r>
            <a:endParaRPr lang="en-US" altLang="zh-CN" dirty="0">
              <a:solidFill>
                <a:schemeClr val="tx1">
                  <a:lumMod val="75000"/>
                  <a:lumOff val="25000"/>
                </a:schemeClr>
              </a:solidFill>
              <a:latin typeface="+mn-lt"/>
              <a:ea typeface="+mn-ea"/>
              <a:cs typeface="+mn-ea"/>
              <a:sym typeface="+mn-lt"/>
            </a:endParaRPr>
          </a:p>
          <a:p>
            <a:pPr algn="just">
              <a:lnSpc>
                <a:spcPct val="120000"/>
              </a:lnSpc>
            </a:pPr>
            <a:r>
              <a:rPr lang="zh-CN" altLang="en-US" sz="1200" dirty="0">
                <a:solidFill>
                  <a:schemeClr val="tx1">
                    <a:lumMod val="75000"/>
                    <a:lumOff val="25000"/>
                  </a:schemeClr>
                </a:solidFill>
                <a:latin typeface="+mn-lt"/>
                <a:ea typeface="+mn-ea"/>
                <a:cs typeface="+mn-ea"/>
                <a:sym typeface="+mn-lt"/>
              </a:rPr>
              <a:t>请替换文字内容复制你的内容到此请替换文字内容复制你的内容到此</a:t>
            </a:r>
            <a:endParaRPr lang="en-US" sz="1200" dirty="0">
              <a:solidFill>
                <a:schemeClr val="tx1">
                  <a:lumMod val="75000"/>
                  <a:lumOff val="25000"/>
                </a:schemeClr>
              </a:solidFill>
              <a:latin typeface="+mn-lt"/>
              <a:ea typeface="+mn-ea"/>
              <a:cs typeface="+mn-ea"/>
              <a:sym typeface="+mn-lt"/>
            </a:endParaRPr>
          </a:p>
        </p:txBody>
      </p:sp>
      <p:sp>
        <p:nvSpPr>
          <p:cNvPr id="75" name="Text Placeholder 59">
            <a:extLst>
              <a:ext uri="{FF2B5EF4-FFF2-40B4-BE49-F238E27FC236}">
                <a16:creationId xmlns:a16="http://schemas.microsoft.com/office/drawing/2014/main" id="{AE0E73AB-211E-4241-A651-08AD753E5DD5}"/>
              </a:ext>
            </a:extLst>
          </p:cNvPr>
          <p:cNvSpPr txBox="1"/>
          <p:nvPr/>
        </p:nvSpPr>
        <p:spPr>
          <a:xfrm>
            <a:off x="5630097" y="4915311"/>
            <a:ext cx="2343425" cy="1248139"/>
          </a:xfrm>
          <a:prstGeom prst="rect">
            <a:avLst/>
          </a:prstGeom>
        </p:spPr>
        <p:txBody>
          <a:bodyPr lIns="121907" tIns="60953" rIns="121907" bIns="60953" anchor="t">
            <a:noAutofit/>
          </a:bodyPr>
          <a:lstStyle>
            <a:lvl1pPr marL="0" indent="0" algn="l" defTabSz="914400" rtl="0" eaLnBrk="1" latinLnBrk="0" hangingPunct="1">
              <a:spcBef>
                <a:spcPct val="20000"/>
              </a:spcBef>
              <a:buFont typeface="Arial" panose="020B0604020202020204" pitchFamily="34" charset="0"/>
              <a:buNone/>
              <a:defRPr sz="1800" b="0" kern="1200">
                <a:solidFill>
                  <a:schemeClr val="tx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lnSpc>
                <a:spcPct val="120000"/>
              </a:lnSpc>
            </a:pPr>
            <a:r>
              <a:rPr lang="zh-CN" altLang="en-US" dirty="0">
                <a:solidFill>
                  <a:schemeClr val="tx1">
                    <a:lumMod val="75000"/>
                    <a:lumOff val="25000"/>
                  </a:schemeClr>
                </a:solidFill>
                <a:latin typeface="+mn-lt"/>
                <a:ea typeface="+mn-ea"/>
                <a:cs typeface="+mn-ea"/>
                <a:sym typeface="+mn-lt"/>
              </a:rPr>
              <a:t>添加标题</a:t>
            </a:r>
            <a:endParaRPr lang="en-US" altLang="zh-CN" dirty="0">
              <a:solidFill>
                <a:schemeClr val="tx1">
                  <a:lumMod val="75000"/>
                  <a:lumOff val="25000"/>
                </a:schemeClr>
              </a:solidFill>
              <a:latin typeface="+mn-lt"/>
              <a:ea typeface="+mn-ea"/>
              <a:cs typeface="+mn-ea"/>
              <a:sym typeface="+mn-lt"/>
            </a:endParaRPr>
          </a:p>
          <a:p>
            <a:pPr algn="just">
              <a:lnSpc>
                <a:spcPct val="120000"/>
              </a:lnSpc>
            </a:pPr>
            <a:r>
              <a:rPr lang="zh-CN" altLang="en-US" sz="1200" dirty="0">
                <a:solidFill>
                  <a:schemeClr val="tx1">
                    <a:lumMod val="75000"/>
                    <a:lumOff val="25000"/>
                  </a:schemeClr>
                </a:solidFill>
                <a:latin typeface="+mn-lt"/>
                <a:ea typeface="+mn-ea"/>
                <a:cs typeface="+mn-ea"/>
                <a:sym typeface="+mn-lt"/>
              </a:rPr>
              <a:t>请替换文字内容复制你的内容到此请替换文字内容复制你的内容到此</a:t>
            </a:r>
            <a:endParaRPr lang="en-US" sz="1200" dirty="0">
              <a:solidFill>
                <a:schemeClr val="tx1">
                  <a:lumMod val="75000"/>
                  <a:lumOff val="25000"/>
                </a:schemeClr>
              </a:solidFill>
              <a:latin typeface="+mn-lt"/>
              <a:ea typeface="+mn-ea"/>
              <a:cs typeface="+mn-ea"/>
              <a:sym typeface="+mn-lt"/>
            </a:endParaRPr>
          </a:p>
        </p:txBody>
      </p:sp>
      <p:sp>
        <p:nvSpPr>
          <p:cNvPr id="76" name="Text Placeholder 59">
            <a:extLst>
              <a:ext uri="{FF2B5EF4-FFF2-40B4-BE49-F238E27FC236}">
                <a16:creationId xmlns:a16="http://schemas.microsoft.com/office/drawing/2014/main" id="{92D840E0-AFDE-437B-A003-AE86922809B6}"/>
              </a:ext>
            </a:extLst>
          </p:cNvPr>
          <p:cNvSpPr txBox="1"/>
          <p:nvPr/>
        </p:nvSpPr>
        <p:spPr>
          <a:xfrm>
            <a:off x="8780208" y="4915311"/>
            <a:ext cx="2343425" cy="1248139"/>
          </a:xfrm>
          <a:prstGeom prst="rect">
            <a:avLst/>
          </a:prstGeom>
        </p:spPr>
        <p:txBody>
          <a:bodyPr lIns="121907" tIns="60953" rIns="121907" bIns="60953" anchor="t">
            <a:noAutofit/>
          </a:bodyPr>
          <a:lstStyle>
            <a:lvl1pPr marL="0" indent="0" algn="l" defTabSz="914400" rtl="0" eaLnBrk="1" latinLnBrk="0" hangingPunct="1">
              <a:spcBef>
                <a:spcPct val="20000"/>
              </a:spcBef>
              <a:buFont typeface="Arial" panose="020B0604020202020204" pitchFamily="34" charset="0"/>
              <a:buNone/>
              <a:defRPr sz="1800" b="0" kern="1200">
                <a:solidFill>
                  <a:schemeClr val="tx1"/>
                </a:solidFill>
                <a:latin typeface="Roboto Light" panose="02000000000000000000" pitchFamily="2" charset="0"/>
                <a:ea typeface="Roboto Light" panose="02000000000000000000" pitchFamily="2" charset="0"/>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lnSpc>
                <a:spcPct val="120000"/>
              </a:lnSpc>
            </a:pPr>
            <a:r>
              <a:rPr lang="zh-CN" altLang="en-US" dirty="0">
                <a:solidFill>
                  <a:schemeClr val="tx1">
                    <a:lumMod val="75000"/>
                    <a:lumOff val="25000"/>
                  </a:schemeClr>
                </a:solidFill>
                <a:latin typeface="+mn-lt"/>
                <a:ea typeface="+mn-ea"/>
                <a:cs typeface="+mn-ea"/>
                <a:sym typeface="+mn-lt"/>
              </a:rPr>
              <a:t>添加标题</a:t>
            </a:r>
            <a:endParaRPr lang="en-US" altLang="zh-CN" dirty="0">
              <a:solidFill>
                <a:schemeClr val="tx1">
                  <a:lumMod val="75000"/>
                  <a:lumOff val="25000"/>
                </a:schemeClr>
              </a:solidFill>
              <a:latin typeface="+mn-lt"/>
              <a:ea typeface="+mn-ea"/>
              <a:cs typeface="+mn-ea"/>
              <a:sym typeface="+mn-lt"/>
            </a:endParaRPr>
          </a:p>
          <a:p>
            <a:pPr algn="just">
              <a:lnSpc>
                <a:spcPct val="120000"/>
              </a:lnSpc>
            </a:pPr>
            <a:r>
              <a:rPr lang="zh-CN" altLang="en-US" sz="1200" dirty="0">
                <a:solidFill>
                  <a:schemeClr val="tx1">
                    <a:lumMod val="75000"/>
                    <a:lumOff val="25000"/>
                  </a:schemeClr>
                </a:solidFill>
                <a:latin typeface="+mn-lt"/>
                <a:ea typeface="+mn-ea"/>
                <a:cs typeface="+mn-ea"/>
                <a:sym typeface="+mn-lt"/>
              </a:rPr>
              <a:t>请替换文字内容复制你的内容到此请替换文字内容复制你的内容到此</a:t>
            </a:r>
            <a:endParaRPr lang="en-US" sz="1200" dirty="0">
              <a:solidFill>
                <a:schemeClr val="tx1">
                  <a:lumMod val="75000"/>
                  <a:lumOff val="25000"/>
                </a:schemeClr>
              </a:solidFill>
              <a:latin typeface="+mn-lt"/>
              <a:ea typeface="+mn-ea"/>
              <a:cs typeface="+mn-ea"/>
              <a:sym typeface="+mn-lt"/>
            </a:endParaRPr>
          </a:p>
        </p:txBody>
      </p:sp>
    </p:spTree>
    <p:extLst>
      <p:ext uri="{BB962C8B-B14F-4D97-AF65-F5344CB8AC3E}">
        <p14:creationId xmlns:p14="http://schemas.microsoft.com/office/powerpoint/2010/main" val="3278022151"/>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left)">
                                      <p:cBhvr>
                                        <p:cTn id="7" dur="500"/>
                                        <p:tgtEl>
                                          <p:spTgt spid="5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500"/>
                                        <p:tgtEl>
                                          <p:spTgt spid="48"/>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animEffect transition="in" filter="wipe(left)">
                                      <p:cBhvr>
                                        <p:cTn id="15" dur="500"/>
                                        <p:tgtEl>
                                          <p:spTgt spid="47"/>
                                        </p:tgtEl>
                                      </p:cBhvr>
                                    </p:animEffect>
                                  </p:childTnLst>
                                </p:cTn>
                              </p:par>
                            </p:childTnLst>
                          </p:cTn>
                        </p:par>
                        <p:par>
                          <p:cTn id="16" fill="hold">
                            <p:stCondLst>
                              <p:cond delay="1500"/>
                            </p:stCondLst>
                            <p:childTnLst>
                              <p:par>
                                <p:cTn id="17" presetID="22" presetClass="entr" presetSubtype="1" fill="hold" nodeType="afterEffect">
                                  <p:stCondLst>
                                    <p:cond delay="0"/>
                                  </p:stCondLst>
                                  <p:childTnLst>
                                    <p:set>
                                      <p:cBhvr>
                                        <p:cTn id="18" dur="1" fill="hold">
                                          <p:stCondLst>
                                            <p:cond delay="0"/>
                                          </p:stCondLst>
                                        </p:cTn>
                                        <p:tgtEl>
                                          <p:spTgt spid="44"/>
                                        </p:tgtEl>
                                        <p:attrNameLst>
                                          <p:attrName>style.visibility</p:attrName>
                                        </p:attrNameLst>
                                      </p:cBhvr>
                                      <p:to>
                                        <p:strVal val="visible"/>
                                      </p:to>
                                    </p:set>
                                    <p:animEffect transition="in" filter="wipe(up)">
                                      <p:cBhvr>
                                        <p:cTn id="19" dur="500"/>
                                        <p:tgtEl>
                                          <p:spTgt spid="44"/>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wipe(down)">
                                      <p:cBhvr>
                                        <p:cTn id="23" dur="500"/>
                                        <p:tgtEl>
                                          <p:spTgt spid="49"/>
                                        </p:tgtEl>
                                      </p:cBhvr>
                                    </p:animEffect>
                                  </p:childTnLst>
                                </p:cTn>
                              </p:par>
                            </p:childTnLst>
                          </p:cTn>
                        </p:par>
                        <p:par>
                          <p:cTn id="24" fill="hold">
                            <p:stCondLst>
                              <p:cond delay="2500"/>
                            </p:stCondLst>
                            <p:childTnLst>
                              <p:par>
                                <p:cTn id="25" presetID="22" presetClass="entr" presetSubtype="1" fill="hold" nodeType="afterEffect">
                                  <p:stCondLst>
                                    <p:cond delay="0"/>
                                  </p:stCondLst>
                                  <p:childTnLst>
                                    <p:set>
                                      <p:cBhvr>
                                        <p:cTn id="26" dur="1" fill="hold">
                                          <p:stCondLst>
                                            <p:cond delay="0"/>
                                          </p:stCondLst>
                                        </p:cTn>
                                        <p:tgtEl>
                                          <p:spTgt spid="45"/>
                                        </p:tgtEl>
                                        <p:attrNameLst>
                                          <p:attrName>style.visibility</p:attrName>
                                        </p:attrNameLst>
                                      </p:cBhvr>
                                      <p:to>
                                        <p:strVal val="visible"/>
                                      </p:to>
                                    </p:set>
                                    <p:animEffect transition="in" filter="wipe(up)">
                                      <p:cBhvr>
                                        <p:cTn id="27" dur="500"/>
                                        <p:tgtEl>
                                          <p:spTgt spid="45"/>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wipe(down)">
                                      <p:cBhvr>
                                        <p:cTn id="31" dur="500"/>
                                        <p:tgtEl>
                                          <p:spTgt spid="50"/>
                                        </p:tgtEl>
                                      </p:cBhvr>
                                    </p:animEffect>
                                  </p:childTnLst>
                                </p:cTn>
                              </p:par>
                            </p:childTnLst>
                          </p:cTn>
                        </p:par>
                        <p:par>
                          <p:cTn id="32" fill="hold">
                            <p:stCondLst>
                              <p:cond delay="3500"/>
                            </p:stCondLst>
                            <p:childTnLst>
                              <p:par>
                                <p:cTn id="33" presetID="22" presetClass="entr" presetSubtype="1" fill="hold" nodeType="after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wipe(up)">
                                      <p:cBhvr>
                                        <p:cTn id="35" dur="500"/>
                                        <p:tgtEl>
                                          <p:spTgt spid="46"/>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72"/>
                                        </p:tgtEl>
                                        <p:attrNameLst>
                                          <p:attrName>style.visibility</p:attrName>
                                        </p:attrNameLst>
                                      </p:cBhvr>
                                      <p:to>
                                        <p:strVal val="visible"/>
                                      </p:to>
                                    </p:set>
                                    <p:animEffect transition="in" filter="wipe(left)">
                                      <p:cBhvr>
                                        <p:cTn id="39" dur="500"/>
                                        <p:tgtEl>
                                          <p:spTgt spid="72"/>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73"/>
                                        </p:tgtEl>
                                        <p:attrNameLst>
                                          <p:attrName>style.visibility</p:attrName>
                                        </p:attrNameLst>
                                      </p:cBhvr>
                                      <p:to>
                                        <p:strVal val="visible"/>
                                      </p:to>
                                    </p:set>
                                    <p:animEffect transition="in" filter="wipe(left)">
                                      <p:cBhvr>
                                        <p:cTn id="43" dur="500"/>
                                        <p:tgtEl>
                                          <p:spTgt spid="73"/>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74"/>
                                        </p:tgtEl>
                                        <p:attrNameLst>
                                          <p:attrName>style.visibility</p:attrName>
                                        </p:attrNameLst>
                                      </p:cBhvr>
                                      <p:to>
                                        <p:strVal val="visible"/>
                                      </p:to>
                                    </p:set>
                                    <p:animEffect transition="in" filter="wipe(left)">
                                      <p:cBhvr>
                                        <p:cTn id="47" dur="500"/>
                                        <p:tgtEl>
                                          <p:spTgt spid="74"/>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75"/>
                                        </p:tgtEl>
                                        <p:attrNameLst>
                                          <p:attrName>style.visibility</p:attrName>
                                        </p:attrNameLst>
                                      </p:cBhvr>
                                      <p:to>
                                        <p:strVal val="visible"/>
                                      </p:to>
                                    </p:set>
                                    <p:animEffect transition="in" filter="wipe(left)">
                                      <p:cBhvr>
                                        <p:cTn id="51" dur="500"/>
                                        <p:tgtEl>
                                          <p:spTgt spid="75"/>
                                        </p:tgtEl>
                                      </p:cBhvr>
                                    </p:animEffect>
                                  </p:childTnLst>
                                </p:cTn>
                              </p:par>
                            </p:childTnLst>
                          </p:cTn>
                        </p:par>
                        <p:par>
                          <p:cTn id="52" fill="hold">
                            <p:stCondLst>
                              <p:cond delay="6000"/>
                            </p:stCondLst>
                            <p:childTnLst>
                              <p:par>
                                <p:cTn id="53" presetID="22" presetClass="entr" presetSubtype="8" fill="hold" grpId="0" nodeType="afterEffect">
                                  <p:stCondLst>
                                    <p:cond delay="0"/>
                                  </p:stCondLst>
                                  <p:childTnLst>
                                    <p:set>
                                      <p:cBhvr>
                                        <p:cTn id="54" dur="1" fill="hold">
                                          <p:stCondLst>
                                            <p:cond delay="0"/>
                                          </p:stCondLst>
                                        </p:cTn>
                                        <p:tgtEl>
                                          <p:spTgt spid="76"/>
                                        </p:tgtEl>
                                        <p:attrNameLst>
                                          <p:attrName>style.visibility</p:attrName>
                                        </p:attrNameLst>
                                      </p:cBhvr>
                                      <p:to>
                                        <p:strVal val="visible"/>
                                      </p:to>
                                    </p:set>
                                    <p:animEffect transition="in" filter="wipe(left)">
                                      <p:cBhvr>
                                        <p:cTn id="55" dur="5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P spid="72" grpId="0"/>
      <p:bldP spid="73" grpId="0"/>
      <p:bldP spid="74" grpId="0"/>
      <p:bldP spid="75" grpId="0"/>
      <p:bldP spid="7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矩形 46"/>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50" name="矩形 49"/>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51" name="组合 50"/>
          <p:cNvGrpSpPr/>
          <p:nvPr/>
        </p:nvGrpSpPr>
        <p:grpSpPr>
          <a:xfrm rot="10800000">
            <a:off x="0" y="304408"/>
            <a:ext cx="1010103" cy="857396"/>
            <a:chOff x="-39567" y="0"/>
            <a:chExt cx="1677745" cy="1424104"/>
          </a:xfrm>
        </p:grpSpPr>
        <p:sp>
          <p:nvSpPr>
            <p:cNvPr id="54"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55"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57" name="Freeform 14">
            <a:extLst>
              <a:ext uri="{FF2B5EF4-FFF2-40B4-BE49-F238E27FC236}">
                <a16:creationId xmlns:a16="http://schemas.microsoft.com/office/drawing/2014/main" id="{3DF004C3-4060-44DF-B972-D52C43E2E488}"/>
              </a:ext>
            </a:extLst>
          </p:cNvPr>
          <p:cNvSpPr>
            <a:spLocks/>
          </p:cNvSpPr>
          <p:nvPr/>
        </p:nvSpPr>
        <p:spPr bwMode="auto">
          <a:xfrm rot="13500000">
            <a:off x="3656798" y="2676703"/>
            <a:ext cx="1227119" cy="2042165"/>
          </a:xfrm>
          <a:custGeom>
            <a:avLst/>
            <a:gdLst>
              <a:gd name="T0" fmla="*/ 329 w 486"/>
              <a:gd name="T1" fmla="*/ 0 h 799"/>
              <a:gd name="T2" fmla="*/ 378 w 486"/>
              <a:gd name="T3" fmla="*/ 1 h 799"/>
              <a:gd name="T4" fmla="*/ 430 w 486"/>
              <a:gd name="T5" fmla="*/ 7 h 799"/>
              <a:gd name="T6" fmla="*/ 486 w 486"/>
              <a:gd name="T7" fmla="*/ 19 h 799"/>
              <a:gd name="T8" fmla="*/ 483 w 486"/>
              <a:gd name="T9" fmla="*/ 30 h 799"/>
              <a:gd name="T10" fmla="*/ 428 w 486"/>
              <a:gd name="T11" fmla="*/ 19 h 799"/>
              <a:gd name="T12" fmla="*/ 376 w 486"/>
              <a:gd name="T13" fmla="*/ 13 h 799"/>
              <a:gd name="T14" fmla="*/ 329 w 486"/>
              <a:gd name="T15" fmla="*/ 12 h 799"/>
              <a:gd name="T16" fmla="*/ 278 w 486"/>
              <a:gd name="T17" fmla="*/ 15 h 799"/>
              <a:gd name="T18" fmla="*/ 231 w 486"/>
              <a:gd name="T19" fmla="*/ 22 h 799"/>
              <a:gd name="T20" fmla="*/ 191 w 486"/>
              <a:gd name="T21" fmla="*/ 36 h 799"/>
              <a:gd name="T22" fmla="*/ 153 w 486"/>
              <a:gd name="T23" fmla="*/ 53 h 799"/>
              <a:gd name="T24" fmla="*/ 122 w 486"/>
              <a:gd name="T25" fmla="*/ 74 h 799"/>
              <a:gd name="T26" fmla="*/ 94 w 486"/>
              <a:gd name="T27" fmla="*/ 101 h 799"/>
              <a:gd name="T28" fmla="*/ 72 w 486"/>
              <a:gd name="T29" fmla="*/ 129 h 799"/>
              <a:gd name="T30" fmla="*/ 52 w 486"/>
              <a:gd name="T31" fmla="*/ 162 h 799"/>
              <a:gd name="T32" fmla="*/ 38 w 486"/>
              <a:gd name="T33" fmla="*/ 198 h 799"/>
              <a:gd name="T34" fmla="*/ 27 w 486"/>
              <a:gd name="T35" fmla="*/ 235 h 799"/>
              <a:gd name="T36" fmla="*/ 18 w 486"/>
              <a:gd name="T37" fmla="*/ 275 h 799"/>
              <a:gd name="T38" fmla="*/ 14 w 486"/>
              <a:gd name="T39" fmla="*/ 317 h 799"/>
              <a:gd name="T40" fmla="*/ 12 w 486"/>
              <a:gd name="T41" fmla="*/ 361 h 799"/>
              <a:gd name="T42" fmla="*/ 17 w 486"/>
              <a:gd name="T43" fmla="*/ 434 h 799"/>
              <a:gd name="T44" fmla="*/ 27 w 486"/>
              <a:gd name="T45" fmla="*/ 510 h 799"/>
              <a:gd name="T46" fmla="*/ 45 w 486"/>
              <a:gd name="T47" fmla="*/ 584 h 799"/>
              <a:gd name="T48" fmla="*/ 67 w 486"/>
              <a:gd name="T49" fmla="*/ 657 h 799"/>
              <a:gd name="T50" fmla="*/ 95 w 486"/>
              <a:gd name="T51" fmla="*/ 727 h 799"/>
              <a:gd name="T52" fmla="*/ 127 w 486"/>
              <a:gd name="T53" fmla="*/ 793 h 799"/>
              <a:gd name="T54" fmla="*/ 127 w 486"/>
              <a:gd name="T55" fmla="*/ 793 h 799"/>
              <a:gd name="T56" fmla="*/ 115 w 486"/>
              <a:gd name="T57" fmla="*/ 799 h 799"/>
              <a:gd name="T58" fmla="*/ 84 w 486"/>
              <a:gd name="T59" fmla="*/ 733 h 799"/>
              <a:gd name="T60" fmla="*/ 55 w 486"/>
              <a:gd name="T61" fmla="*/ 662 h 799"/>
              <a:gd name="T62" fmla="*/ 33 w 486"/>
              <a:gd name="T63" fmla="*/ 587 h 799"/>
              <a:gd name="T64" fmla="*/ 15 w 486"/>
              <a:gd name="T65" fmla="*/ 512 h 799"/>
              <a:gd name="T66" fmla="*/ 5 w 486"/>
              <a:gd name="T67" fmla="*/ 436 h 799"/>
              <a:gd name="T68" fmla="*/ 0 w 486"/>
              <a:gd name="T69" fmla="*/ 361 h 799"/>
              <a:gd name="T70" fmla="*/ 2 w 486"/>
              <a:gd name="T71" fmla="*/ 312 h 799"/>
              <a:gd name="T72" fmla="*/ 8 w 486"/>
              <a:gd name="T73" fmla="*/ 266 h 799"/>
              <a:gd name="T74" fmla="*/ 17 w 486"/>
              <a:gd name="T75" fmla="*/ 222 h 799"/>
              <a:gd name="T76" fmla="*/ 32 w 486"/>
              <a:gd name="T77" fmla="*/ 180 h 799"/>
              <a:gd name="T78" fmla="*/ 49 w 486"/>
              <a:gd name="T79" fmla="*/ 143 h 799"/>
              <a:gd name="T80" fmla="*/ 73 w 486"/>
              <a:gd name="T81" fmla="*/ 107 h 799"/>
              <a:gd name="T82" fmla="*/ 97 w 486"/>
              <a:gd name="T83" fmla="*/ 80 h 799"/>
              <a:gd name="T84" fmla="*/ 125 w 486"/>
              <a:gd name="T85" fmla="*/ 56 h 799"/>
              <a:gd name="T86" fmla="*/ 158 w 486"/>
              <a:gd name="T87" fmla="*/ 37 h 799"/>
              <a:gd name="T88" fmla="*/ 194 w 486"/>
              <a:gd name="T89" fmla="*/ 21 h 799"/>
              <a:gd name="T90" fmla="*/ 235 w 486"/>
              <a:gd name="T91" fmla="*/ 9 h 799"/>
              <a:gd name="T92" fmla="*/ 280 w 486"/>
              <a:gd name="T93" fmla="*/ 1 h 799"/>
              <a:gd name="T94" fmla="*/ 329 w 486"/>
              <a:gd name="T95" fmla="*/ 0 h 7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486" h="799">
                <a:moveTo>
                  <a:pt x="329" y="0"/>
                </a:moveTo>
                <a:lnTo>
                  <a:pt x="378" y="1"/>
                </a:lnTo>
                <a:lnTo>
                  <a:pt x="430" y="7"/>
                </a:lnTo>
                <a:lnTo>
                  <a:pt x="486" y="19"/>
                </a:lnTo>
                <a:lnTo>
                  <a:pt x="483" y="30"/>
                </a:lnTo>
                <a:lnTo>
                  <a:pt x="428" y="19"/>
                </a:lnTo>
                <a:lnTo>
                  <a:pt x="376" y="13"/>
                </a:lnTo>
                <a:lnTo>
                  <a:pt x="329" y="12"/>
                </a:lnTo>
                <a:lnTo>
                  <a:pt x="278" y="15"/>
                </a:lnTo>
                <a:lnTo>
                  <a:pt x="231" y="22"/>
                </a:lnTo>
                <a:lnTo>
                  <a:pt x="191" y="36"/>
                </a:lnTo>
                <a:lnTo>
                  <a:pt x="153" y="53"/>
                </a:lnTo>
                <a:lnTo>
                  <a:pt x="122" y="74"/>
                </a:lnTo>
                <a:lnTo>
                  <a:pt x="94" y="101"/>
                </a:lnTo>
                <a:lnTo>
                  <a:pt x="72" y="129"/>
                </a:lnTo>
                <a:lnTo>
                  <a:pt x="52" y="162"/>
                </a:lnTo>
                <a:lnTo>
                  <a:pt x="38" y="198"/>
                </a:lnTo>
                <a:lnTo>
                  <a:pt x="27" y="235"/>
                </a:lnTo>
                <a:lnTo>
                  <a:pt x="18" y="275"/>
                </a:lnTo>
                <a:lnTo>
                  <a:pt x="14" y="317"/>
                </a:lnTo>
                <a:lnTo>
                  <a:pt x="12" y="361"/>
                </a:lnTo>
                <a:lnTo>
                  <a:pt x="17" y="434"/>
                </a:lnTo>
                <a:lnTo>
                  <a:pt x="27" y="510"/>
                </a:lnTo>
                <a:lnTo>
                  <a:pt x="45" y="584"/>
                </a:lnTo>
                <a:lnTo>
                  <a:pt x="67" y="657"/>
                </a:lnTo>
                <a:lnTo>
                  <a:pt x="95" y="727"/>
                </a:lnTo>
                <a:lnTo>
                  <a:pt x="127" y="793"/>
                </a:lnTo>
                <a:lnTo>
                  <a:pt x="127" y="793"/>
                </a:lnTo>
                <a:lnTo>
                  <a:pt x="115" y="799"/>
                </a:lnTo>
                <a:lnTo>
                  <a:pt x="84" y="733"/>
                </a:lnTo>
                <a:lnTo>
                  <a:pt x="55" y="662"/>
                </a:lnTo>
                <a:lnTo>
                  <a:pt x="33" y="587"/>
                </a:lnTo>
                <a:lnTo>
                  <a:pt x="15" y="512"/>
                </a:lnTo>
                <a:lnTo>
                  <a:pt x="5" y="436"/>
                </a:lnTo>
                <a:lnTo>
                  <a:pt x="0" y="361"/>
                </a:lnTo>
                <a:lnTo>
                  <a:pt x="2" y="312"/>
                </a:lnTo>
                <a:lnTo>
                  <a:pt x="8" y="266"/>
                </a:lnTo>
                <a:lnTo>
                  <a:pt x="17" y="222"/>
                </a:lnTo>
                <a:lnTo>
                  <a:pt x="32" y="180"/>
                </a:lnTo>
                <a:lnTo>
                  <a:pt x="49" y="143"/>
                </a:lnTo>
                <a:lnTo>
                  <a:pt x="73" y="107"/>
                </a:lnTo>
                <a:lnTo>
                  <a:pt x="97" y="80"/>
                </a:lnTo>
                <a:lnTo>
                  <a:pt x="125" y="56"/>
                </a:lnTo>
                <a:lnTo>
                  <a:pt x="158" y="37"/>
                </a:lnTo>
                <a:lnTo>
                  <a:pt x="194" y="21"/>
                </a:lnTo>
                <a:lnTo>
                  <a:pt x="235" y="9"/>
                </a:lnTo>
                <a:lnTo>
                  <a:pt x="280" y="1"/>
                </a:lnTo>
                <a:lnTo>
                  <a:pt x="329" y="0"/>
                </a:lnTo>
                <a:close/>
              </a:path>
            </a:pathLst>
          </a:custGeom>
          <a:solidFill>
            <a:schemeClr val="accent2"/>
          </a:solidFill>
          <a:ln w="0">
            <a:noFill/>
            <a:prstDash val="solid"/>
            <a:round/>
            <a:headEnd/>
            <a:tailEnd/>
          </a:ln>
          <a:effectLst>
            <a:outerShdw blurRad="50800" dist="50800" dir="5400000" algn="ctr" rotWithShape="0">
              <a:srgbClr val="000000">
                <a:alpha val="0"/>
              </a:srgbClr>
            </a:outerShdw>
          </a:effectLst>
        </p:spPr>
        <p:txBody>
          <a:bodyPr vert="horz" wrap="square" lIns="130943" tIns="65472" rIns="130943" bIns="65472" numCol="1" anchor="t" anchorCtr="0" compatLnSpc="1">
            <a:prstTxWarp prst="textNoShape">
              <a:avLst/>
            </a:prstTxWarp>
          </a:bodyPr>
          <a:lstStyle/>
          <a:p>
            <a:pPr algn="ctr" defTabSz="1219170" fontAlgn="base">
              <a:spcBef>
                <a:spcPct val="0"/>
              </a:spcBef>
              <a:spcAft>
                <a:spcPct val="0"/>
              </a:spcAft>
              <a:defRPr/>
            </a:pPr>
            <a:endParaRPr lang="en-US" sz="2933" kern="0" dirty="0">
              <a:solidFill>
                <a:srgbClr val="000000"/>
              </a:solidFill>
              <a:cs typeface="+mn-ea"/>
              <a:sym typeface="+mn-lt"/>
            </a:endParaRPr>
          </a:p>
        </p:txBody>
      </p:sp>
      <p:sp>
        <p:nvSpPr>
          <p:cNvPr id="58" name="Freeform 6">
            <a:extLst>
              <a:ext uri="{FF2B5EF4-FFF2-40B4-BE49-F238E27FC236}">
                <a16:creationId xmlns:a16="http://schemas.microsoft.com/office/drawing/2014/main" id="{8D00AFF1-5CB1-4F5E-BD9E-F10D90634A98}"/>
              </a:ext>
            </a:extLst>
          </p:cNvPr>
          <p:cNvSpPr>
            <a:spLocks/>
          </p:cNvSpPr>
          <p:nvPr/>
        </p:nvSpPr>
        <p:spPr bwMode="auto">
          <a:xfrm>
            <a:off x="-30499" y="2446469"/>
            <a:ext cx="12529027" cy="3284944"/>
          </a:xfrm>
          <a:custGeom>
            <a:avLst/>
            <a:gdLst>
              <a:gd name="T0" fmla="*/ 4415 w 4902"/>
              <a:gd name="T1" fmla="*/ 13 h 1301"/>
              <a:gd name="T2" fmla="*/ 4658 w 4902"/>
              <a:gd name="T3" fmla="*/ 87 h 1301"/>
              <a:gd name="T4" fmla="*/ 4902 w 4902"/>
              <a:gd name="T5" fmla="*/ 238 h 1301"/>
              <a:gd name="T6" fmla="*/ 4734 w 4902"/>
              <a:gd name="T7" fmla="*/ 139 h 1301"/>
              <a:gd name="T8" fmla="*/ 4492 w 4902"/>
              <a:gd name="T9" fmla="*/ 41 h 1301"/>
              <a:gd name="T10" fmla="*/ 4253 w 4902"/>
              <a:gd name="T11" fmla="*/ 11 h 1301"/>
              <a:gd name="T12" fmla="*/ 3954 w 4902"/>
              <a:gd name="T13" fmla="*/ 55 h 1301"/>
              <a:gd name="T14" fmla="*/ 3670 w 4902"/>
              <a:gd name="T15" fmla="*/ 165 h 1301"/>
              <a:gd name="T16" fmla="*/ 3409 w 4902"/>
              <a:gd name="T17" fmla="*/ 321 h 1301"/>
              <a:gd name="T18" fmla="*/ 3177 w 4902"/>
              <a:gd name="T19" fmla="*/ 495 h 1301"/>
              <a:gd name="T20" fmla="*/ 2982 w 4902"/>
              <a:gd name="T21" fmla="*/ 664 h 1301"/>
              <a:gd name="T22" fmla="*/ 2820 w 4902"/>
              <a:gd name="T23" fmla="*/ 812 h 1301"/>
              <a:gd name="T24" fmla="*/ 2635 w 4902"/>
              <a:gd name="T25" fmla="*/ 977 h 1301"/>
              <a:gd name="T26" fmla="*/ 2426 w 4902"/>
              <a:gd name="T27" fmla="*/ 1134 h 1301"/>
              <a:gd name="T28" fmla="*/ 2204 w 4902"/>
              <a:gd name="T29" fmla="*/ 1255 h 1301"/>
              <a:gd name="T30" fmla="*/ 1973 w 4902"/>
              <a:gd name="T31" fmla="*/ 1301 h 1301"/>
              <a:gd name="T32" fmla="*/ 1822 w 4902"/>
              <a:gd name="T33" fmla="*/ 1277 h 1301"/>
              <a:gd name="T34" fmla="*/ 1675 w 4902"/>
              <a:gd name="T35" fmla="*/ 1198 h 1301"/>
              <a:gd name="T36" fmla="*/ 1532 w 4902"/>
              <a:gd name="T37" fmla="*/ 1056 h 1301"/>
              <a:gd name="T38" fmla="*/ 1397 w 4902"/>
              <a:gd name="T39" fmla="*/ 841 h 1301"/>
              <a:gd name="T40" fmla="*/ 1242 w 4902"/>
              <a:gd name="T41" fmla="*/ 586 h 1301"/>
              <a:gd name="T42" fmla="*/ 1083 w 4902"/>
              <a:gd name="T43" fmla="*/ 409 h 1301"/>
              <a:gd name="T44" fmla="*/ 923 w 4902"/>
              <a:gd name="T45" fmla="*/ 301 h 1301"/>
              <a:gd name="T46" fmla="*/ 762 w 4902"/>
              <a:gd name="T47" fmla="*/ 257 h 1301"/>
              <a:gd name="T48" fmla="*/ 559 w 4902"/>
              <a:gd name="T49" fmla="*/ 275 h 1301"/>
              <a:gd name="T50" fmla="*/ 342 w 4902"/>
              <a:gd name="T51" fmla="*/ 379 h 1301"/>
              <a:gd name="T52" fmla="*/ 137 w 4902"/>
              <a:gd name="T53" fmla="*/ 547 h 1301"/>
              <a:gd name="T54" fmla="*/ 0 w 4902"/>
              <a:gd name="T55" fmla="*/ 676 h 1301"/>
              <a:gd name="T56" fmla="*/ 177 w 4902"/>
              <a:gd name="T57" fmla="*/ 492 h 1301"/>
              <a:gd name="T58" fmla="*/ 367 w 4902"/>
              <a:gd name="T59" fmla="*/ 348 h 1301"/>
              <a:gd name="T60" fmla="*/ 569 w 4902"/>
              <a:gd name="T61" fmla="*/ 260 h 1301"/>
              <a:gd name="T62" fmla="*/ 764 w 4902"/>
              <a:gd name="T63" fmla="*/ 245 h 1301"/>
              <a:gd name="T64" fmla="*/ 927 w 4902"/>
              <a:gd name="T65" fmla="*/ 291 h 1301"/>
              <a:gd name="T66" fmla="*/ 1091 w 4902"/>
              <a:gd name="T67" fmla="*/ 400 h 1301"/>
              <a:gd name="T68" fmla="*/ 1251 w 4902"/>
              <a:gd name="T69" fmla="*/ 578 h 1301"/>
              <a:gd name="T70" fmla="*/ 1407 w 4902"/>
              <a:gd name="T71" fmla="*/ 835 h 1301"/>
              <a:gd name="T72" fmla="*/ 1541 w 4902"/>
              <a:gd name="T73" fmla="*/ 1048 h 1301"/>
              <a:gd name="T74" fmla="*/ 1682 w 4902"/>
              <a:gd name="T75" fmla="*/ 1188 h 1301"/>
              <a:gd name="T76" fmla="*/ 1826 w 4902"/>
              <a:gd name="T77" fmla="*/ 1265 h 1301"/>
              <a:gd name="T78" fmla="*/ 1973 w 4902"/>
              <a:gd name="T79" fmla="*/ 1289 h 1301"/>
              <a:gd name="T80" fmla="*/ 2199 w 4902"/>
              <a:gd name="T81" fmla="*/ 1243 h 1301"/>
              <a:gd name="T82" fmla="*/ 2421 w 4902"/>
              <a:gd name="T83" fmla="*/ 1125 h 1301"/>
              <a:gd name="T84" fmla="*/ 2627 w 4902"/>
              <a:gd name="T85" fmla="*/ 968 h 1301"/>
              <a:gd name="T86" fmla="*/ 2811 w 4902"/>
              <a:gd name="T87" fmla="*/ 803 h 1301"/>
              <a:gd name="T88" fmla="*/ 2975 w 4902"/>
              <a:gd name="T89" fmla="*/ 655 h 1301"/>
              <a:gd name="T90" fmla="*/ 3169 w 4902"/>
              <a:gd name="T91" fmla="*/ 486 h 1301"/>
              <a:gd name="T92" fmla="*/ 3403 w 4902"/>
              <a:gd name="T93" fmla="*/ 310 h 1301"/>
              <a:gd name="T94" fmla="*/ 3664 w 4902"/>
              <a:gd name="T95" fmla="*/ 154 h 1301"/>
              <a:gd name="T96" fmla="*/ 3951 w 4902"/>
              <a:gd name="T97" fmla="*/ 43 h 1301"/>
              <a:gd name="T98" fmla="*/ 4253 w 4902"/>
              <a:gd name="T99" fmla="*/ 0 h 13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902" h="1301">
                <a:moveTo>
                  <a:pt x="4253" y="0"/>
                </a:moveTo>
                <a:lnTo>
                  <a:pt x="4333" y="3"/>
                </a:lnTo>
                <a:lnTo>
                  <a:pt x="4415" y="13"/>
                </a:lnTo>
                <a:lnTo>
                  <a:pt x="4495" y="29"/>
                </a:lnTo>
                <a:lnTo>
                  <a:pt x="4577" y="55"/>
                </a:lnTo>
                <a:lnTo>
                  <a:pt x="4658" y="87"/>
                </a:lnTo>
                <a:lnTo>
                  <a:pt x="4740" y="129"/>
                </a:lnTo>
                <a:lnTo>
                  <a:pt x="4822" y="178"/>
                </a:lnTo>
                <a:lnTo>
                  <a:pt x="4902" y="238"/>
                </a:lnTo>
                <a:lnTo>
                  <a:pt x="4895" y="246"/>
                </a:lnTo>
                <a:lnTo>
                  <a:pt x="4814" y="188"/>
                </a:lnTo>
                <a:lnTo>
                  <a:pt x="4734" y="139"/>
                </a:lnTo>
                <a:lnTo>
                  <a:pt x="4654" y="98"/>
                </a:lnTo>
                <a:lnTo>
                  <a:pt x="4572" y="66"/>
                </a:lnTo>
                <a:lnTo>
                  <a:pt x="4492" y="41"/>
                </a:lnTo>
                <a:lnTo>
                  <a:pt x="4412" y="25"/>
                </a:lnTo>
                <a:lnTo>
                  <a:pt x="4333" y="14"/>
                </a:lnTo>
                <a:lnTo>
                  <a:pt x="4253" y="11"/>
                </a:lnTo>
                <a:lnTo>
                  <a:pt x="4152" y="16"/>
                </a:lnTo>
                <a:lnTo>
                  <a:pt x="4052" y="31"/>
                </a:lnTo>
                <a:lnTo>
                  <a:pt x="3954" y="55"/>
                </a:lnTo>
                <a:lnTo>
                  <a:pt x="3857" y="84"/>
                </a:lnTo>
                <a:lnTo>
                  <a:pt x="3762" y="121"/>
                </a:lnTo>
                <a:lnTo>
                  <a:pt x="3670" y="165"/>
                </a:lnTo>
                <a:lnTo>
                  <a:pt x="3580" y="214"/>
                </a:lnTo>
                <a:lnTo>
                  <a:pt x="3493" y="266"/>
                </a:lnTo>
                <a:lnTo>
                  <a:pt x="3409" y="321"/>
                </a:lnTo>
                <a:lnTo>
                  <a:pt x="3328" y="377"/>
                </a:lnTo>
                <a:lnTo>
                  <a:pt x="3251" y="437"/>
                </a:lnTo>
                <a:lnTo>
                  <a:pt x="3177" y="495"/>
                </a:lnTo>
                <a:lnTo>
                  <a:pt x="3109" y="553"/>
                </a:lnTo>
                <a:lnTo>
                  <a:pt x="3043" y="609"/>
                </a:lnTo>
                <a:lnTo>
                  <a:pt x="2982" y="664"/>
                </a:lnTo>
                <a:lnTo>
                  <a:pt x="2926" y="715"/>
                </a:lnTo>
                <a:lnTo>
                  <a:pt x="2875" y="761"/>
                </a:lnTo>
                <a:lnTo>
                  <a:pt x="2820" y="812"/>
                </a:lnTo>
                <a:lnTo>
                  <a:pt x="2761" y="865"/>
                </a:lnTo>
                <a:lnTo>
                  <a:pt x="2700" y="920"/>
                </a:lnTo>
                <a:lnTo>
                  <a:pt x="2635" y="977"/>
                </a:lnTo>
                <a:lnTo>
                  <a:pt x="2568" y="1032"/>
                </a:lnTo>
                <a:lnTo>
                  <a:pt x="2498" y="1085"/>
                </a:lnTo>
                <a:lnTo>
                  <a:pt x="2426" y="1134"/>
                </a:lnTo>
                <a:lnTo>
                  <a:pt x="2354" y="1181"/>
                </a:lnTo>
                <a:lnTo>
                  <a:pt x="2279" y="1221"/>
                </a:lnTo>
                <a:lnTo>
                  <a:pt x="2204" y="1255"/>
                </a:lnTo>
                <a:lnTo>
                  <a:pt x="2128" y="1280"/>
                </a:lnTo>
                <a:lnTo>
                  <a:pt x="2051" y="1297"/>
                </a:lnTo>
                <a:lnTo>
                  <a:pt x="1973" y="1301"/>
                </a:lnTo>
                <a:lnTo>
                  <a:pt x="1923" y="1300"/>
                </a:lnTo>
                <a:lnTo>
                  <a:pt x="1872" y="1291"/>
                </a:lnTo>
                <a:lnTo>
                  <a:pt x="1822" y="1277"/>
                </a:lnTo>
                <a:lnTo>
                  <a:pt x="1773" y="1258"/>
                </a:lnTo>
                <a:lnTo>
                  <a:pt x="1724" y="1231"/>
                </a:lnTo>
                <a:lnTo>
                  <a:pt x="1675" y="1198"/>
                </a:lnTo>
                <a:lnTo>
                  <a:pt x="1626" y="1158"/>
                </a:lnTo>
                <a:lnTo>
                  <a:pt x="1578" y="1111"/>
                </a:lnTo>
                <a:lnTo>
                  <a:pt x="1532" y="1056"/>
                </a:lnTo>
                <a:lnTo>
                  <a:pt x="1486" y="993"/>
                </a:lnTo>
                <a:lnTo>
                  <a:pt x="1441" y="922"/>
                </a:lnTo>
                <a:lnTo>
                  <a:pt x="1397" y="841"/>
                </a:lnTo>
                <a:lnTo>
                  <a:pt x="1346" y="746"/>
                </a:lnTo>
                <a:lnTo>
                  <a:pt x="1294" y="661"/>
                </a:lnTo>
                <a:lnTo>
                  <a:pt x="1242" y="586"/>
                </a:lnTo>
                <a:lnTo>
                  <a:pt x="1189" y="519"/>
                </a:lnTo>
                <a:lnTo>
                  <a:pt x="1137" y="461"/>
                </a:lnTo>
                <a:lnTo>
                  <a:pt x="1083" y="409"/>
                </a:lnTo>
                <a:lnTo>
                  <a:pt x="1030" y="365"/>
                </a:lnTo>
                <a:lnTo>
                  <a:pt x="976" y="331"/>
                </a:lnTo>
                <a:lnTo>
                  <a:pt x="923" y="301"/>
                </a:lnTo>
                <a:lnTo>
                  <a:pt x="869" y="281"/>
                </a:lnTo>
                <a:lnTo>
                  <a:pt x="816" y="266"/>
                </a:lnTo>
                <a:lnTo>
                  <a:pt x="762" y="257"/>
                </a:lnTo>
                <a:lnTo>
                  <a:pt x="709" y="254"/>
                </a:lnTo>
                <a:lnTo>
                  <a:pt x="633" y="260"/>
                </a:lnTo>
                <a:lnTo>
                  <a:pt x="559" y="275"/>
                </a:lnTo>
                <a:lnTo>
                  <a:pt x="486" y="301"/>
                </a:lnTo>
                <a:lnTo>
                  <a:pt x="413" y="336"/>
                </a:lnTo>
                <a:lnTo>
                  <a:pt x="342" y="379"/>
                </a:lnTo>
                <a:lnTo>
                  <a:pt x="272" y="428"/>
                </a:lnTo>
                <a:lnTo>
                  <a:pt x="202" y="484"/>
                </a:lnTo>
                <a:lnTo>
                  <a:pt x="137" y="547"/>
                </a:lnTo>
                <a:lnTo>
                  <a:pt x="71" y="612"/>
                </a:lnTo>
                <a:lnTo>
                  <a:pt x="9" y="684"/>
                </a:lnTo>
                <a:lnTo>
                  <a:pt x="0" y="676"/>
                </a:lnTo>
                <a:lnTo>
                  <a:pt x="56" y="611"/>
                </a:lnTo>
                <a:lnTo>
                  <a:pt x="116" y="550"/>
                </a:lnTo>
                <a:lnTo>
                  <a:pt x="177" y="492"/>
                </a:lnTo>
                <a:lnTo>
                  <a:pt x="239" y="438"/>
                </a:lnTo>
                <a:lnTo>
                  <a:pt x="303" y="391"/>
                </a:lnTo>
                <a:lnTo>
                  <a:pt x="367" y="348"/>
                </a:lnTo>
                <a:lnTo>
                  <a:pt x="434" y="312"/>
                </a:lnTo>
                <a:lnTo>
                  <a:pt x="501" y="282"/>
                </a:lnTo>
                <a:lnTo>
                  <a:pt x="569" y="260"/>
                </a:lnTo>
                <a:lnTo>
                  <a:pt x="639" y="246"/>
                </a:lnTo>
                <a:lnTo>
                  <a:pt x="709" y="242"/>
                </a:lnTo>
                <a:lnTo>
                  <a:pt x="764" y="245"/>
                </a:lnTo>
                <a:lnTo>
                  <a:pt x="819" y="254"/>
                </a:lnTo>
                <a:lnTo>
                  <a:pt x="872" y="269"/>
                </a:lnTo>
                <a:lnTo>
                  <a:pt x="927" y="291"/>
                </a:lnTo>
                <a:lnTo>
                  <a:pt x="982" y="321"/>
                </a:lnTo>
                <a:lnTo>
                  <a:pt x="1037" y="357"/>
                </a:lnTo>
                <a:lnTo>
                  <a:pt x="1091" y="400"/>
                </a:lnTo>
                <a:lnTo>
                  <a:pt x="1146" y="452"/>
                </a:lnTo>
                <a:lnTo>
                  <a:pt x="1199" y="511"/>
                </a:lnTo>
                <a:lnTo>
                  <a:pt x="1251" y="578"/>
                </a:lnTo>
                <a:lnTo>
                  <a:pt x="1305" y="655"/>
                </a:lnTo>
                <a:lnTo>
                  <a:pt x="1357" y="740"/>
                </a:lnTo>
                <a:lnTo>
                  <a:pt x="1407" y="835"/>
                </a:lnTo>
                <a:lnTo>
                  <a:pt x="1452" y="914"/>
                </a:lnTo>
                <a:lnTo>
                  <a:pt x="1496" y="986"/>
                </a:lnTo>
                <a:lnTo>
                  <a:pt x="1541" y="1048"/>
                </a:lnTo>
                <a:lnTo>
                  <a:pt x="1587" y="1103"/>
                </a:lnTo>
                <a:lnTo>
                  <a:pt x="1634" y="1149"/>
                </a:lnTo>
                <a:lnTo>
                  <a:pt x="1682" y="1188"/>
                </a:lnTo>
                <a:lnTo>
                  <a:pt x="1730" y="1221"/>
                </a:lnTo>
                <a:lnTo>
                  <a:pt x="1777" y="1246"/>
                </a:lnTo>
                <a:lnTo>
                  <a:pt x="1826" y="1265"/>
                </a:lnTo>
                <a:lnTo>
                  <a:pt x="1875" y="1279"/>
                </a:lnTo>
                <a:lnTo>
                  <a:pt x="1924" y="1288"/>
                </a:lnTo>
                <a:lnTo>
                  <a:pt x="1973" y="1289"/>
                </a:lnTo>
                <a:lnTo>
                  <a:pt x="2049" y="1285"/>
                </a:lnTo>
                <a:lnTo>
                  <a:pt x="2125" y="1268"/>
                </a:lnTo>
                <a:lnTo>
                  <a:pt x="2199" y="1243"/>
                </a:lnTo>
                <a:lnTo>
                  <a:pt x="2273" y="1210"/>
                </a:lnTo>
                <a:lnTo>
                  <a:pt x="2348" y="1170"/>
                </a:lnTo>
                <a:lnTo>
                  <a:pt x="2421" y="1125"/>
                </a:lnTo>
                <a:lnTo>
                  <a:pt x="2490" y="1075"/>
                </a:lnTo>
                <a:lnTo>
                  <a:pt x="2560" y="1023"/>
                </a:lnTo>
                <a:lnTo>
                  <a:pt x="2627" y="968"/>
                </a:lnTo>
                <a:lnTo>
                  <a:pt x="2691" y="911"/>
                </a:lnTo>
                <a:lnTo>
                  <a:pt x="2753" y="856"/>
                </a:lnTo>
                <a:lnTo>
                  <a:pt x="2811" y="803"/>
                </a:lnTo>
                <a:lnTo>
                  <a:pt x="2868" y="752"/>
                </a:lnTo>
                <a:lnTo>
                  <a:pt x="2918" y="706"/>
                </a:lnTo>
                <a:lnTo>
                  <a:pt x="2975" y="655"/>
                </a:lnTo>
                <a:lnTo>
                  <a:pt x="3034" y="600"/>
                </a:lnTo>
                <a:lnTo>
                  <a:pt x="3100" y="544"/>
                </a:lnTo>
                <a:lnTo>
                  <a:pt x="3169" y="486"/>
                </a:lnTo>
                <a:lnTo>
                  <a:pt x="3244" y="426"/>
                </a:lnTo>
                <a:lnTo>
                  <a:pt x="3321" y="368"/>
                </a:lnTo>
                <a:lnTo>
                  <a:pt x="3403" y="310"/>
                </a:lnTo>
                <a:lnTo>
                  <a:pt x="3486" y="255"/>
                </a:lnTo>
                <a:lnTo>
                  <a:pt x="3574" y="203"/>
                </a:lnTo>
                <a:lnTo>
                  <a:pt x="3664" y="154"/>
                </a:lnTo>
                <a:lnTo>
                  <a:pt x="3758" y="111"/>
                </a:lnTo>
                <a:lnTo>
                  <a:pt x="3853" y="74"/>
                </a:lnTo>
                <a:lnTo>
                  <a:pt x="3951" y="43"/>
                </a:lnTo>
                <a:lnTo>
                  <a:pt x="4049" y="19"/>
                </a:lnTo>
                <a:lnTo>
                  <a:pt x="4150" y="4"/>
                </a:lnTo>
                <a:lnTo>
                  <a:pt x="4253" y="0"/>
                </a:lnTo>
                <a:close/>
              </a:path>
            </a:pathLst>
          </a:custGeom>
          <a:solidFill>
            <a:schemeClr val="accent2"/>
          </a:solidFill>
          <a:ln w="0">
            <a:noFill/>
            <a:prstDash val="solid"/>
            <a:round/>
            <a:headEnd/>
            <a:tailEnd/>
          </a:ln>
          <a:effectLst>
            <a:outerShdw algn="tl" rotWithShape="0">
              <a:srgbClr val="FFFFFF"/>
            </a:outerShdw>
          </a:effectLst>
        </p:spPr>
        <p:txBody>
          <a:bodyPr vert="horz" wrap="square" lIns="130943" tIns="65472" rIns="130943" bIns="65472" numCol="1" anchor="t" anchorCtr="0" compatLnSpc="1">
            <a:prstTxWarp prst="textNoShape">
              <a:avLst/>
            </a:prstTxWarp>
          </a:bodyPr>
          <a:lstStyle/>
          <a:p>
            <a:pPr algn="ctr" defTabSz="1219170" fontAlgn="base">
              <a:spcBef>
                <a:spcPct val="0"/>
              </a:spcBef>
              <a:spcAft>
                <a:spcPct val="0"/>
              </a:spcAft>
              <a:defRPr/>
            </a:pPr>
            <a:endParaRPr lang="en-US" sz="2933" kern="0" dirty="0">
              <a:solidFill>
                <a:srgbClr val="000000"/>
              </a:solidFill>
              <a:cs typeface="+mn-ea"/>
              <a:sym typeface="+mn-lt"/>
            </a:endParaRPr>
          </a:p>
        </p:txBody>
      </p:sp>
      <p:sp>
        <p:nvSpPr>
          <p:cNvPr id="59" name="Freeform 13">
            <a:extLst>
              <a:ext uri="{FF2B5EF4-FFF2-40B4-BE49-F238E27FC236}">
                <a16:creationId xmlns:a16="http://schemas.microsoft.com/office/drawing/2014/main" id="{C32858B5-C8BF-4BFB-8ED9-FD0A25931979}"/>
              </a:ext>
            </a:extLst>
          </p:cNvPr>
          <p:cNvSpPr>
            <a:spLocks/>
          </p:cNvSpPr>
          <p:nvPr/>
        </p:nvSpPr>
        <p:spPr bwMode="auto">
          <a:xfrm>
            <a:off x="7397931" y="3892415"/>
            <a:ext cx="1815123" cy="462064"/>
          </a:xfrm>
          <a:custGeom>
            <a:avLst/>
            <a:gdLst>
              <a:gd name="T0" fmla="*/ 461 w 962"/>
              <a:gd name="T1" fmla="*/ 0 h 183"/>
              <a:gd name="T2" fmla="*/ 531 w 962"/>
              <a:gd name="T3" fmla="*/ 3 h 183"/>
              <a:gd name="T4" fmla="*/ 601 w 962"/>
              <a:gd name="T5" fmla="*/ 12 h 183"/>
              <a:gd name="T6" fmla="*/ 672 w 962"/>
              <a:gd name="T7" fmla="*/ 28 h 183"/>
              <a:gd name="T8" fmla="*/ 745 w 962"/>
              <a:gd name="T9" fmla="*/ 52 h 183"/>
              <a:gd name="T10" fmla="*/ 818 w 962"/>
              <a:gd name="T11" fmla="*/ 83 h 183"/>
              <a:gd name="T12" fmla="*/ 889 w 962"/>
              <a:gd name="T13" fmla="*/ 124 h 183"/>
              <a:gd name="T14" fmla="*/ 962 w 962"/>
              <a:gd name="T15" fmla="*/ 173 h 183"/>
              <a:gd name="T16" fmla="*/ 954 w 962"/>
              <a:gd name="T17" fmla="*/ 183 h 183"/>
              <a:gd name="T18" fmla="*/ 883 w 962"/>
              <a:gd name="T19" fmla="*/ 134 h 183"/>
              <a:gd name="T20" fmla="*/ 812 w 962"/>
              <a:gd name="T21" fmla="*/ 95 h 183"/>
              <a:gd name="T22" fmla="*/ 740 w 962"/>
              <a:gd name="T23" fmla="*/ 64 h 183"/>
              <a:gd name="T24" fmla="*/ 669 w 962"/>
              <a:gd name="T25" fmla="*/ 40 h 183"/>
              <a:gd name="T26" fmla="*/ 599 w 962"/>
              <a:gd name="T27" fmla="*/ 24 h 183"/>
              <a:gd name="T28" fmla="*/ 529 w 962"/>
              <a:gd name="T29" fmla="*/ 15 h 183"/>
              <a:gd name="T30" fmla="*/ 461 w 962"/>
              <a:gd name="T31" fmla="*/ 12 h 183"/>
              <a:gd name="T32" fmla="*/ 387 w 962"/>
              <a:gd name="T33" fmla="*/ 15 h 183"/>
              <a:gd name="T34" fmla="*/ 314 w 962"/>
              <a:gd name="T35" fmla="*/ 25 h 183"/>
              <a:gd name="T36" fmla="*/ 246 w 962"/>
              <a:gd name="T37" fmla="*/ 42 h 183"/>
              <a:gd name="T38" fmla="*/ 180 w 962"/>
              <a:gd name="T39" fmla="*/ 64 h 183"/>
              <a:gd name="T40" fmla="*/ 118 w 962"/>
              <a:gd name="T41" fmla="*/ 91 h 183"/>
              <a:gd name="T42" fmla="*/ 60 w 962"/>
              <a:gd name="T43" fmla="*/ 121 h 183"/>
              <a:gd name="T44" fmla="*/ 8 w 962"/>
              <a:gd name="T45" fmla="*/ 155 h 183"/>
              <a:gd name="T46" fmla="*/ 8 w 962"/>
              <a:gd name="T47" fmla="*/ 155 h 183"/>
              <a:gd name="T48" fmla="*/ 0 w 962"/>
              <a:gd name="T49" fmla="*/ 144 h 183"/>
              <a:gd name="T50" fmla="*/ 54 w 962"/>
              <a:gd name="T51" fmla="*/ 110 h 183"/>
              <a:gd name="T52" fmla="*/ 112 w 962"/>
              <a:gd name="T53" fmla="*/ 79 h 183"/>
              <a:gd name="T54" fmla="*/ 176 w 962"/>
              <a:gd name="T55" fmla="*/ 52 h 183"/>
              <a:gd name="T56" fmla="*/ 243 w 962"/>
              <a:gd name="T57" fmla="*/ 30 h 183"/>
              <a:gd name="T58" fmla="*/ 312 w 962"/>
              <a:gd name="T59" fmla="*/ 14 h 183"/>
              <a:gd name="T60" fmla="*/ 385 w 962"/>
              <a:gd name="T61" fmla="*/ 3 h 183"/>
              <a:gd name="T62" fmla="*/ 461 w 962"/>
              <a:gd name="T63" fmla="*/ 0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2" h="183">
                <a:moveTo>
                  <a:pt x="461" y="0"/>
                </a:moveTo>
                <a:lnTo>
                  <a:pt x="531" y="3"/>
                </a:lnTo>
                <a:lnTo>
                  <a:pt x="601" y="12"/>
                </a:lnTo>
                <a:lnTo>
                  <a:pt x="672" y="28"/>
                </a:lnTo>
                <a:lnTo>
                  <a:pt x="745" y="52"/>
                </a:lnTo>
                <a:lnTo>
                  <a:pt x="818" y="83"/>
                </a:lnTo>
                <a:lnTo>
                  <a:pt x="889" y="124"/>
                </a:lnTo>
                <a:lnTo>
                  <a:pt x="962" y="173"/>
                </a:lnTo>
                <a:lnTo>
                  <a:pt x="954" y="183"/>
                </a:lnTo>
                <a:lnTo>
                  <a:pt x="883" y="134"/>
                </a:lnTo>
                <a:lnTo>
                  <a:pt x="812" y="95"/>
                </a:lnTo>
                <a:lnTo>
                  <a:pt x="740" y="64"/>
                </a:lnTo>
                <a:lnTo>
                  <a:pt x="669" y="40"/>
                </a:lnTo>
                <a:lnTo>
                  <a:pt x="599" y="24"/>
                </a:lnTo>
                <a:lnTo>
                  <a:pt x="529" y="15"/>
                </a:lnTo>
                <a:lnTo>
                  <a:pt x="461" y="12"/>
                </a:lnTo>
                <a:lnTo>
                  <a:pt x="387" y="15"/>
                </a:lnTo>
                <a:lnTo>
                  <a:pt x="314" y="25"/>
                </a:lnTo>
                <a:lnTo>
                  <a:pt x="246" y="42"/>
                </a:lnTo>
                <a:lnTo>
                  <a:pt x="180" y="64"/>
                </a:lnTo>
                <a:lnTo>
                  <a:pt x="118" y="91"/>
                </a:lnTo>
                <a:lnTo>
                  <a:pt x="60" y="121"/>
                </a:lnTo>
                <a:lnTo>
                  <a:pt x="8" y="155"/>
                </a:lnTo>
                <a:lnTo>
                  <a:pt x="8" y="155"/>
                </a:lnTo>
                <a:lnTo>
                  <a:pt x="0" y="144"/>
                </a:lnTo>
                <a:lnTo>
                  <a:pt x="54" y="110"/>
                </a:lnTo>
                <a:lnTo>
                  <a:pt x="112" y="79"/>
                </a:lnTo>
                <a:lnTo>
                  <a:pt x="176" y="52"/>
                </a:lnTo>
                <a:lnTo>
                  <a:pt x="243" y="30"/>
                </a:lnTo>
                <a:lnTo>
                  <a:pt x="312" y="14"/>
                </a:lnTo>
                <a:lnTo>
                  <a:pt x="385" y="3"/>
                </a:lnTo>
                <a:lnTo>
                  <a:pt x="461" y="0"/>
                </a:lnTo>
                <a:close/>
              </a:path>
            </a:pathLst>
          </a:custGeom>
          <a:solidFill>
            <a:schemeClr val="accent2"/>
          </a:solidFill>
          <a:ln w="0">
            <a:noFill/>
            <a:prstDash val="solid"/>
            <a:round/>
            <a:headEnd/>
            <a:tailEnd/>
          </a:ln>
          <a:effectLst>
            <a:outerShdw blurRad="50800" dist="50800" dir="5400000" algn="ctr" rotWithShape="0">
              <a:srgbClr val="000000">
                <a:alpha val="0"/>
              </a:srgbClr>
            </a:outerShdw>
          </a:effectLst>
        </p:spPr>
        <p:txBody>
          <a:bodyPr vert="horz" wrap="square" lIns="130943" tIns="65472" rIns="130943" bIns="65472" numCol="1" anchor="t" anchorCtr="0" compatLnSpc="1">
            <a:prstTxWarp prst="textNoShape">
              <a:avLst/>
            </a:prstTxWarp>
          </a:bodyPr>
          <a:lstStyle/>
          <a:p>
            <a:pPr algn="ctr" defTabSz="1219170" fontAlgn="base">
              <a:spcBef>
                <a:spcPct val="0"/>
              </a:spcBef>
              <a:spcAft>
                <a:spcPct val="0"/>
              </a:spcAft>
              <a:defRPr/>
            </a:pPr>
            <a:endParaRPr lang="en-US" sz="2933" kern="0" dirty="0">
              <a:solidFill>
                <a:srgbClr val="000000"/>
              </a:solidFill>
              <a:cs typeface="+mn-ea"/>
              <a:sym typeface="+mn-lt"/>
            </a:endParaRPr>
          </a:p>
        </p:txBody>
      </p:sp>
      <p:grpSp>
        <p:nvGrpSpPr>
          <p:cNvPr id="60" name="Group 19">
            <a:extLst>
              <a:ext uri="{FF2B5EF4-FFF2-40B4-BE49-F238E27FC236}">
                <a16:creationId xmlns:a16="http://schemas.microsoft.com/office/drawing/2014/main" id="{2077EBA9-872C-4C9C-92DD-FE360AE954AB}"/>
              </a:ext>
            </a:extLst>
          </p:cNvPr>
          <p:cNvGrpSpPr/>
          <p:nvPr/>
        </p:nvGrpSpPr>
        <p:grpSpPr>
          <a:xfrm>
            <a:off x="832733" y="3659783"/>
            <a:ext cx="1897436" cy="1377787"/>
            <a:chOff x="616792" y="2667382"/>
            <a:chExt cx="1405403" cy="1033020"/>
          </a:xfrm>
          <a:effectLst>
            <a:outerShdw blurRad="50800" dist="50800" dir="5400000" algn="ctr" rotWithShape="0">
              <a:srgbClr val="000000">
                <a:alpha val="0"/>
              </a:srgbClr>
            </a:outerShdw>
          </a:effectLst>
        </p:grpSpPr>
        <p:sp>
          <p:nvSpPr>
            <p:cNvPr id="61" name="Rectangle 26">
              <a:extLst>
                <a:ext uri="{FF2B5EF4-FFF2-40B4-BE49-F238E27FC236}">
                  <a16:creationId xmlns:a16="http://schemas.microsoft.com/office/drawing/2014/main" id="{D5A9E068-CD2A-43D0-A5B9-4351AD23A4EA}"/>
                </a:ext>
              </a:extLst>
            </p:cNvPr>
            <p:cNvSpPr>
              <a:spLocks/>
            </p:cNvSpPr>
            <p:nvPr/>
          </p:nvSpPr>
          <p:spPr bwMode="auto">
            <a:xfrm>
              <a:off x="616792" y="2954983"/>
              <a:ext cx="1405403" cy="745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sz="1200" dirty="0">
                <a:solidFill>
                  <a:schemeClr val="tx1">
                    <a:lumMod val="75000"/>
                    <a:lumOff val="25000"/>
                  </a:schemeClr>
                </a:solidFill>
                <a:cs typeface="+mn-ea"/>
                <a:sym typeface="+mn-lt"/>
              </a:endParaRPr>
            </a:p>
          </p:txBody>
        </p:sp>
        <p:sp>
          <p:nvSpPr>
            <p:cNvPr id="62" name="Rectangle 27">
              <a:extLst>
                <a:ext uri="{FF2B5EF4-FFF2-40B4-BE49-F238E27FC236}">
                  <a16:creationId xmlns:a16="http://schemas.microsoft.com/office/drawing/2014/main" id="{95BD8972-BEDA-40FD-8504-27C58C558F5B}"/>
                </a:ext>
              </a:extLst>
            </p:cNvPr>
            <p:cNvSpPr>
              <a:spLocks/>
            </p:cNvSpPr>
            <p:nvPr/>
          </p:nvSpPr>
          <p:spPr bwMode="auto">
            <a:xfrm>
              <a:off x="620524" y="2667382"/>
              <a:ext cx="1362945" cy="170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fontAlgn="base">
                <a:lnSpc>
                  <a:spcPct val="120000"/>
                </a:lnSpc>
                <a:spcBef>
                  <a:spcPct val="0"/>
                </a:spcBef>
                <a:spcAft>
                  <a:spcPct val="0"/>
                </a:spcAft>
                <a:defRPr/>
              </a:pPr>
              <a:r>
                <a:rPr lang="zh-CN" altLang="en-US" dirty="0">
                  <a:solidFill>
                    <a:schemeClr val="tx1">
                      <a:lumMod val="75000"/>
                      <a:lumOff val="25000"/>
                    </a:schemeClr>
                  </a:solidFill>
                  <a:cs typeface="+mn-ea"/>
                  <a:sym typeface="+mn-lt"/>
                </a:rPr>
                <a:t>添加标题</a:t>
              </a:r>
              <a:endParaRPr lang="en-US" altLang="zh-CN" dirty="0">
                <a:solidFill>
                  <a:schemeClr val="tx1">
                    <a:lumMod val="75000"/>
                    <a:lumOff val="25000"/>
                  </a:schemeClr>
                </a:solidFill>
                <a:cs typeface="+mn-ea"/>
                <a:sym typeface="+mn-lt"/>
              </a:endParaRPr>
            </a:p>
          </p:txBody>
        </p:sp>
      </p:grpSp>
      <p:sp>
        <p:nvSpPr>
          <p:cNvPr id="63" name="Freeform 13">
            <a:extLst>
              <a:ext uri="{FF2B5EF4-FFF2-40B4-BE49-F238E27FC236}">
                <a16:creationId xmlns:a16="http://schemas.microsoft.com/office/drawing/2014/main" id="{D618A4CA-8156-428C-9840-F7D74994DEDC}"/>
              </a:ext>
            </a:extLst>
          </p:cNvPr>
          <p:cNvSpPr>
            <a:spLocks/>
          </p:cNvSpPr>
          <p:nvPr/>
        </p:nvSpPr>
        <p:spPr bwMode="auto">
          <a:xfrm rot="5910658">
            <a:off x="8191283" y="2452975"/>
            <a:ext cx="1374965" cy="467731"/>
          </a:xfrm>
          <a:custGeom>
            <a:avLst/>
            <a:gdLst>
              <a:gd name="T0" fmla="*/ 461 w 962"/>
              <a:gd name="T1" fmla="*/ 0 h 183"/>
              <a:gd name="T2" fmla="*/ 531 w 962"/>
              <a:gd name="T3" fmla="*/ 3 h 183"/>
              <a:gd name="T4" fmla="*/ 601 w 962"/>
              <a:gd name="T5" fmla="*/ 12 h 183"/>
              <a:gd name="T6" fmla="*/ 672 w 962"/>
              <a:gd name="T7" fmla="*/ 28 h 183"/>
              <a:gd name="T8" fmla="*/ 745 w 962"/>
              <a:gd name="T9" fmla="*/ 52 h 183"/>
              <a:gd name="T10" fmla="*/ 818 w 962"/>
              <a:gd name="T11" fmla="*/ 83 h 183"/>
              <a:gd name="T12" fmla="*/ 889 w 962"/>
              <a:gd name="T13" fmla="*/ 124 h 183"/>
              <a:gd name="T14" fmla="*/ 962 w 962"/>
              <a:gd name="T15" fmla="*/ 173 h 183"/>
              <a:gd name="T16" fmla="*/ 954 w 962"/>
              <a:gd name="T17" fmla="*/ 183 h 183"/>
              <a:gd name="T18" fmla="*/ 883 w 962"/>
              <a:gd name="T19" fmla="*/ 134 h 183"/>
              <a:gd name="T20" fmla="*/ 812 w 962"/>
              <a:gd name="T21" fmla="*/ 95 h 183"/>
              <a:gd name="T22" fmla="*/ 740 w 962"/>
              <a:gd name="T23" fmla="*/ 64 h 183"/>
              <a:gd name="T24" fmla="*/ 669 w 962"/>
              <a:gd name="T25" fmla="*/ 40 h 183"/>
              <a:gd name="T26" fmla="*/ 599 w 962"/>
              <a:gd name="T27" fmla="*/ 24 h 183"/>
              <a:gd name="T28" fmla="*/ 529 w 962"/>
              <a:gd name="T29" fmla="*/ 15 h 183"/>
              <a:gd name="T30" fmla="*/ 461 w 962"/>
              <a:gd name="T31" fmla="*/ 12 h 183"/>
              <a:gd name="T32" fmla="*/ 387 w 962"/>
              <a:gd name="T33" fmla="*/ 15 h 183"/>
              <a:gd name="T34" fmla="*/ 314 w 962"/>
              <a:gd name="T35" fmla="*/ 25 h 183"/>
              <a:gd name="T36" fmla="*/ 246 w 962"/>
              <a:gd name="T37" fmla="*/ 42 h 183"/>
              <a:gd name="T38" fmla="*/ 180 w 962"/>
              <a:gd name="T39" fmla="*/ 64 h 183"/>
              <a:gd name="T40" fmla="*/ 118 w 962"/>
              <a:gd name="T41" fmla="*/ 91 h 183"/>
              <a:gd name="T42" fmla="*/ 60 w 962"/>
              <a:gd name="T43" fmla="*/ 121 h 183"/>
              <a:gd name="T44" fmla="*/ 8 w 962"/>
              <a:gd name="T45" fmla="*/ 155 h 183"/>
              <a:gd name="T46" fmla="*/ 8 w 962"/>
              <a:gd name="T47" fmla="*/ 155 h 183"/>
              <a:gd name="T48" fmla="*/ 0 w 962"/>
              <a:gd name="T49" fmla="*/ 144 h 183"/>
              <a:gd name="T50" fmla="*/ 54 w 962"/>
              <a:gd name="T51" fmla="*/ 110 h 183"/>
              <a:gd name="T52" fmla="*/ 112 w 962"/>
              <a:gd name="T53" fmla="*/ 79 h 183"/>
              <a:gd name="T54" fmla="*/ 176 w 962"/>
              <a:gd name="T55" fmla="*/ 52 h 183"/>
              <a:gd name="T56" fmla="*/ 243 w 962"/>
              <a:gd name="T57" fmla="*/ 30 h 183"/>
              <a:gd name="T58" fmla="*/ 312 w 962"/>
              <a:gd name="T59" fmla="*/ 14 h 183"/>
              <a:gd name="T60" fmla="*/ 385 w 962"/>
              <a:gd name="T61" fmla="*/ 3 h 183"/>
              <a:gd name="T62" fmla="*/ 461 w 962"/>
              <a:gd name="T63" fmla="*/ 0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2" h="183">
                <a:moveTo>
                  <a:pt x="461" y="0"/>
                </a:moveTo>
                <a:lnTo>
                  <a:pt x="531" y="3"/>
                </a:lnTo>
                <a:lnTo>
                  <a:pt x="601" y="12"/>
                </a:lnTo>
                <a:lnTo>
                  <a:pt x="672" y="28"/>
                </a:lnTo>
                <a:lnTo>
                  <a:pt x="745" y="52"/>
                </a:lnTo>
                <a:lnTo>
                  <a:pt x="818" y="83"/>
                </a:lnTo>
                <a:lnTo>
                  <a:pt x="889" y="124"/>
                </a:lnTo>
                <a:lnTo>
                  <a:pt x="962" y="173"/>
                </a:lnTo>
                <a:lnTo>
                  <a:pt x="954" y="183"/>
                </a:lnTo>
                <a:lnTo>
                  <a:pt x="883" y="134"/>
                </a:lnTo>
                <a:lnTo>
                  <a:pt x="812" y="95"/>
                </a:lnTo>
                <a:lnTo>
                  <a:pt x="740" y="64"/>
                </a:lnTo>
                <a:lnTo>
                  <a:pt x="669" y="40"/>
                </a:lnTo>
                <a:lnTo>
                  <a:pt x="599" y="24"/>
                </a:lnTo>
                <a:lnTo>
                  <a:pt x="529" y="15"/>
                </a:lnTo>
                <a:lnTo>
                  <a:pt x="461" y="12"/>
                </a:lnTo>
                <a:lnTo>
                  <a:pt x="387" y="15"/>
                </a:lnTo>
                <a:lnTo>
                  <a:pt x="314" y="25"/>
                </a:lnTo>
                <a:lnTo>
                  <a:pt x="246" y="42"/>
                </a:lnTo>
                <a:lnTo>
                  <a:pt x="180" y="64"/>
                </a:lnTo>
                <a:lnTo>
                  <a:pt x="118" y="91"/>
                </a:lnTo>
                <a:lnTo>
                  <a:pt x="60" y="121"/>
                </a:lnTo>
                <a:lnTo>
                  <a:pt x="8" y="155"/>
                </a:lnTo>
                <a:lnTo>
                  <a:pt x="8" y="155"/>
                </a:lnTo>
                <a:lnTo>
                  <a:pt x="0" y="144"/>
                </a:lnTo>
                <a:lnTo>
                  <a:pt x="54" y="110"/>
                </a:lnTo>
                <a:lnTo>
                  <a:pt x="112" y="79"/>
                </a:lnTo>
                <a:lnTo>
                  <a:pt x="176" y="52"/>
                </a:lnTo>
                <a:lnTo>
                  <a:pt x="243" y="30"/>
                </a:lnTo>
                <a:lnTo>
                  <a:pt x="312" y="14"/>
                </a:lnTo>
                <a:lnTo>
                  <a:pt x="385" y="3"/>
                </a:lnTo>
                <a:lnTo>
                  <a:pt x="461" y="0"/>
                </a:lnTo>
                <a:close/>
              </a:path>
            </a:pathLst>
          </a:custGeom>
          <a:solidFill>
            <a:schemeClr val="accent2"/>
          </a:solidFill>
          <a:ln w="0">
            <a:noFill/>
            <a:prstDash val="solid"/>
            <a:round/>
            <a:headEnd/>
            <a:tailEnd/>
          </a:ln>
          <a:effectLst>
            <a:outerShdw blurRad="50800" dist="50800" dir="5400000" algn="ctr" rotWithShape="0">
              <a:srgbClr val="000000">
                <a:alpha val="0"/>
              </a:srgbClr>
            </a:outerShdw>
          </a:effectLst>
        </p:spPr>
        <p:txBody>
          <a:bodyPr vert="horz" wrap="square" lIns="130943" tIns="65472" rIns="130943" bIns="65472" numCol="1" anchor="t" anchorCtr="0" compatLnSpc="1">
            <a:prstTxWarp prst="textNoShape">
              <a:avLst/>
            </a:prstTxWarp>
          </a:bodyPr>
          <a:lstStyle/>
          <a:p>
            <a:pPr algn="ctr" defTabSz="1219170" fontAlgn="base">
              <a:spcBef>
                <a:spcPct val="0"/>
              </a:spcBef>
              <a:spcAft>
                <a:spcPct val="0"/>
              </a:spcAft>
              <a:defRPr/>
            </a:pPr>
            <a:endParaRPr lang="en-US" sz="2933" kern="0" dirty="0">
              <a:solidFill>
                <a:srgbClr val="000000"/>
              </a:solidFill>
              <a:cs typeface="+mn-ea"/>
              <a:sym typeface="+mn-lt"/>
            </a:endParaRPr>
          </a:p>
        </p:txBody>
      </p:sp>
      <p:grpSp>
        <p:nvGrpSpPr>
          <p:cNvPr id="64" name="Group 129">
            <a:extLst>
              <a:ext uri="{FF2B5EF4-FFF2-40B4-BE49-F238E27FC236}">
                <a16:creationId xmlns:a16="http://schemas.microsoft.com/office/drawing/2014/main" id="{0F2E4582-CB39-4E4C-8ABC-3B51D603BCE4}"/>
              </a:ext>
            </a:extLst>
          </p:cNvPr>
          <p:cNvGrpSpPr/>
          <p:nvPr/>
        </p:nvGrpSpPr>
        <p:grpSpPr>
          <a:xfrm>
            <a:off x="2818056" y="2300158"/>
            <a:ext cx="1846556" cy="1168718"/>
            <a:chOff x="695197" y="2546952"/>
            <a:chExt cx="1367717" cy="876268"/>
          </a:xfrm>
          <a:effectLst>
            <a:outerShdw blurRad="50800" dist="50800" dir="5400000" algn="ctr" rotWithShape="0">
              <a:srgbClr val="000000">
                <a:alpha val="0"/>
              </a:srgbClr>
            </a:outerShdw>
          </a:effectLst>
        </p:grpSpPr>
        <p:sp>
          <p:nvSpPr>
            <p:cNvPr id="65" name="Rectangle 26">
              <a:extLst>
                <a:ext uri="{FF2B5EF4-FFF2-40B4-BE49-F238E27FC236}">
                  <a16:creationId xmlns:a16="http://schemas.microsoft.com/office/drawing/2014/main" id="{8D526853-177A-438E-99A0-DCE9AAC12225}"/>
                </a:ext>
              </a:extLst>
            </p:cNvPr>
            <p:cNvSpPr>
              <a:spLocks/>
            </p:cNvSpPr>
            <p:nvPr/>
          </p:nvSpPr>
          <p:spPr bwMode="auto">
            <a:xfrm>
              <a:off x="695197" y="2824382"/>
              <a:ext cx="1354892" cy="598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sz="1200" kern="0" dirty="0">
                <a:solidFill>
                  <a:schemeClr val="tx1">
                    <a:lumMod val="75000"/>
                    <a:lumOff val="25000"/>
                  </a:schemeClr>
                </a:solidFill>
                <a:cs typeface="+mn-ea"/>
                <a:sym typeface="+mn-lt"/>
              </a:endParaRPr>
            </a:p>
          </p:txBody>
        </p:sp>
        <p:sp>
          <p:nvSpPr>
            <p:cNvPr id="66" name="Rectangle 27">
              <a:extLst>
                <a:ext uri="{FF2B5EF4-FFF2-40B4-BE49-F238E27FC236}">
                  <a16:creationId xmlns:a16="http://schemas.microsoft.com/office/drawing/2014/main" id="{A2A63D71-28B4-4675-9224-F78A4DADB858}"/>
                </a:ext>
              </a:extLst>
            </p:cNvPr>
            <p:cNvSpPr>
              <a:spLocks/>
            </p:cNvSpPr>
            <p:nvPr/>
          </p:nvSpPr>
          <p:spPr bwMode="auto">
            <a:xfrm>
              <a:off x="699969" y="2546952"/>
              <a:ext cx="1362945" cy="170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a:lnSpc>
                  <a:spcPct val="120000"/>
                </a:lnSpc>
                <a:defRPr/>
              </a:pPr>
              <a:r>
                <a:rPr lang="zh-CN" altLang="en-US" dirty="0">
                  <a:solidFill>
                    <a:schemeClr val="tx1">
                      <a:lumMod val="75000"/>
                      <a:lumOff val="25000"/>
                    </a:schemeClr>
                  </a:solidFill>
                  <a:cs typeface="+mn-ea"/>
                  <a:sym typeface="+mn-lt"/>
                </a:rPr>
                <a:t>添加标题</a:t>
              </a:r>
              <a:endParaRPr lang="en-US" altLang="zh-CN" dirty="0">
                <a:solidFill>
                  <a:schemeClr val="tx1">
                    <a:lumMod val="75000"/>
                    <a:lumOff val="25000"/>
                  </a:schemeClr>
                </a:solidFill>
                <a:cs typeface="+mn-ea"/>
                <a:sym typeface="+mn-lt"/>
              </a:endParaRPr>
            </a:p>
          </p:txBody>
        </p:sp>
      </p:grpSp>
      <p:grpSp>
        <p:nvGrpSpPr>
          <p:cNvPr id="67" name="Group 132">
            <a:extLst>
              <a:ext uri="{FF2B5EF4-FFF2-40B4-BE49-F238E27FC236}">
                <a16:creationId xmlns:a16="http://schemas.microsoft.com/office/drawing/2014/main" id="{6C957F59-C7CD-4BBF-86CC-1E0337E157A6}"/>
              </a:ext>
            </a:extLst>
          </p:cNvPr>
          <p:cNvGrpSpPr/>
          <p:nvPr/>
        </p:nvGrpSpPr>
        <p:grpSpPr>
          <a:xfrm>
            <a:off x="6559436" y="1796280"/>
            <a:ext cx="1840113" cy="1156827"/>
            <a:chOff x="696724" y="2667382"/>
            <a:chExt cx="1362945" cy="867353"/>
          </a:xfrm>
          <a:effectLst>
            <a:outerShdw blurRad="50800" dist="50800" dir="5400000" algn="ctr" rotWithShape="0">
              <a:srgbClr val="000000">
                <a:alpha val="0"/>
              </a:srgbClr>
            </a:outerShdw>
          </a:effectLst>
        </p:grpSpPr>
        <p:sp>
          <p:nvSpPr>
            <p:cNvPr id="68" name="Rectangle 26">
              <a:extLst>
                <a:ext uri="{FF2B5EF4-FFF2-40B4-BE49-F238E27FC236}">
                  <a16:creationId xmlns:a16="http://schemas.microsoft.com/office/drawing/2014/main" id="{3BBD347B-7F03-4859-B4D4-C19877ED46ED}"/>
                </a:ext>
              </a:extLst>
            </p:cNvPr>
            <p:cNvSpPr>
              <a:spLocks/>
            </p:cNvSpPr>
            <p:nvPr/>
          </p:nvSpPr>
          <p:spPr bwMode="auto">
            <a:xfrm>
              <a:off x="696724" y="2935897"/>
              <a:ext cx="1354892" cy="598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sz="1200" dirty="0">
                <a:solidFill>
                  <a:schemeClr val="tx1">
                    <a:lumMod val="75000"/>
                    <a:lumOff val="25000"/>
                  </a:schemeClr>
                </a:solidFill>
                <a:cs typeface="+mn-ea"/>
                <a:sym typeface="+mn-lt"/>
              </a:endParaRPr>
            </a:p>
          </p:txBody>
        </p:sp>
        <p:sp>
          <p:nvSpPr>
            <p:cNvPr id="69" name="Rectangle 27">
              <a:extLst>
                <a:ext uri="{FF2B5EF4-FFF2-40B4-BE49-F238E27FC236}">
                  <a16:creationId xmlns:a16="http://schemas.microsoft.com/office/drawing/2014/main" id="{8ED6298C-F4AC-4E1F-A097-B8419B41100C}"/>
                </a:ext>
              </a:extLst>
            </p:cNvPr>
            <p:cNvSpPr>
              <a:spLocks/>
            </p:cNvSpPr>
            <p:nvPr/>
          </p:nvSpPr>
          <p:spPr bwMode="auto">
            <a:xfrm>
              <a:off x="696724" y="2667382"/>
              <a:ext cx="1362945" cy="170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a:lnSpc>
                  <a:spcPct val="120000"/>
                </a:lnSpc>
                <a:defRPr/>
              </a:pPr>
              <a:r>
                <a:rPr lang="zh-CN" altLang="en-US" dirty="0">
                  <a:solidFill>
                    <a:schemeClr val="tx1">
                      <a:lumMod val="75000"/>
                      <a:lumOff val="25000"/>
                    </a:schemeClr>
                  </a:solidFill>
                  <a:cs typeface="+mn-ea"/>
                  <a:sym typeface="+mn-lt"/>
                </a:rPr>
                <a:t>添加标题</a:t>
              </a:r>
              <a:endParaRPr lang="en-US" altLang="zh-CN" dirty="0">
                <a:solidFill>
                  <a:schemeClr val="tx1">
                    <a:lumMod val="75000"/>
                    <a:lumOff val="25000"/>
                  </a:schemeClr>
                </a:solidFill>
                <a:cs typeface="+mn-ea"/>
                <a:sym typeface="+mn-lt"/>
              </a:endParaRPr>
            </a:p>
          </p:txBody>
        </p:sp>
      </p:grpSp>
      <p:grpSp>
        <p:nvGrpSpPr>
          <p:cNvPr id="70" name="Group 135">
            <a:extLst>
              <a:ext uri="{FF2B5EF4-FFF2-40B4-BE49-F238E27FC236}">
                <a16:creationId xmlns:a16="http://schemas.microsoft.com/office/drawing/2014/main" id="{A86BE12E-D169-4499-A5BE-32FA8BFCC238}"/>
              </a:ext>
            </a:extLst>
          </p:cNvPr>
          <p:cNvGrpSpPr/>
          <p:nvPr/>
        </p:nvGrpSpPr>
        <p:grpSpPr>
          <a:xfrm>
            <a:off x="5976406" y="5504354"/>
            <a:ext cx="2024125" cy="1166367"/>
            <a:chOff x="620524" y="2667382"/>
            <a:chExt cx="1499240" cy="874506"/>
          </a:xfrm>
          <a:effectLst>
            <a:outerShdw blurRad="50800" dist="50800" dir="5400000" algn="ctr" rotWithShape="0">
              <a:srgbClr val="000000">
                <a:alpha val="0"/>
              </a:srgbClr>
            </a:outerShdw>
          </a:effectLst>
        </p:grpSpPr>
        <p:sp>
          <p:nvSpPr>
            <p:cNvPr id="71" name="Rectangle 26">
              <a:extLst>
                <a:ext uri="{FF2B5EF4-FFF2-40B4-BE49-F238E27FC236}">
                  <a16:creationId xmlns:a16="http://schemas.microsoft.com/office/drawing/2014/main" id="{21C48758-788D-4713-8EEC-2A31C367B437}"/>
                </a:ext>
              </a:extLst>
            </p:cNvPr>
            <p:cNvSpPr>
              <a:spLocks/>
            </p:cNvSpPr>
            <p:nvPr/>
          </p:nvSpPr>
          <p:spPr bwMode="auto">
            <a:xfrm>
              <a:off x="620524" y="2951375"/>
              <a:ext cx="1499240" cy="5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sz="1200" dirty="0">
                <a:solidFill>
                  <a:schemeClr val="tx1">
                    <a:lumMod val="75000"/>
                    <a:lumOff val="25000"/>
                  </a:schemeClr>
                </a:solidFill>
                <a:cs typeface="+mn-ea"/>
                <a:sym typeface="+mn-lt"/>
              </a:endParaRPr>
            </a:p>
          </p:txBody>
        </p:sp>
        <p:sp>
          <p:nvSpPr>
            <p:cNvPr id="72" name="Rectangle 27">
              <a:extLst>
                <a:ext uri="{FF2B5EF4-FFF2-40B4-BE49-F238E27FC236}">
                  <a16:creationId xmlns:a16="http://schemas.microsoft.com/office/drawing/2014/main" id="{6E43D11E-A406-41D5-BEFD-46603A7A03E3}"/>
                </a:ext>
              </a:extLst>
            </p:cNvPr>
            <p:cNvSpPr>
              <a:spLocks/>
            </p:cNvSpPr>
            <p:nvPr/>
          </p:nvSpPr>
          <p:spPr bwMode="auto">
            <a:xfrm>
              <a:off x="620524" y="2667382"/>
              <a:ext cx="1362945" cy="170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a:lnSpc>
                  <a:spcPct val="120000"/>
                </a:lnSpc>
                <a:defRPr/>
              </a:pPr>
              <a:r>
                <a:rPr lang="zh-CN" altLang="en-US" dirty="0">
                  <a:solidFill>
                    <a:schemeClr val="tx1">
                      <a:lumMod val="75000"/>
                      <a:lumOff val="25000"/>
                    </a:schemeClr>
                  </a:solidFill>
                  <a:cs typeface="+mn-ea"/>
                  <a:sym typeface="+mn-lt"/>
                </a:rPr>
                <a:t>添加标题</a:t>
              </a:r>
              <a:endParaRPr lang="en-US" altLang="zh-CN" dirty="0">
                <a:solidFill>
                  <a:schemeClr val="tx1">
                    <a:lumMod val="75000"/>
                    <a:lumOff val="25000"/>
                  </a:schemeClr>
                </a:solidFill>
                <a:cs typeface="+mn-ea"/>
                <a:sym typeface="+mn-lt"/>
              </a:endParaRPr>
            </a:p>
          </p:txBody>
        </p:sp>
      </p:grpSp>
      <p:grpSp>
        <p:nvGrpSpPr>
          <p:cNvPr id="73" name="Group 138">
            <a:extLst>
              <a:ext uri="{FF2B5EF4-FFF2-40B4-BE49-F238E27FC236}">
                <a16:creationId xmlns:a16="http://schemas.microsoft.com/office/drawing/2014/main" id="{742C5C17-586A-44BC-9E92-59469BF36717}"/>
              </a:ext>
            </a:extLst>
          </p:cNvPr>
          <p:cNvGrpSpPr/>
          <p:nvPr/>
        </p:nvGrpSpPr>
        <p:grpSpPr>
          <a:xfrm>
            <a:off x="8381542" y="4892593"/>
            <a:ext cx="2024125" cy="1159766"/>
            <a:chOff x="620524" y="2667382"/>
            <a:chExt cx="1499240" cy="869557"/>
          </a:xfrm>
          <a:effectLst>
            <a:outerShdw blurRad="50800" dist="50800" dir="5400000" algn="ctr" rotWithShape="0">
              <a:srgbClr val="000000">
                <a:alpha val="0"/>
              </a:srgbClr>
            </a:outerShdw>
          </a:effectLst>
        </p:grpSpPr>
        <p:sp>
          <p:nvSpPr>
            <p:cNvPr id="74" name="Rectangle 26">
              <a:extLst>
                <a:ext uri="{FF2B5EF4-FFF2-40B4-BE49-F238E27FC236}">
                  <a16:creationId xmlns:a16="http://schemas.microsoft.com/office/drawing/2014/main" id="{A0ADBF00-D512-46EC-B2FC-E95E287F5518}"/>
                </a:ext>
              </a:extLst>
            </p:cNvPr>
            <p:cNvSpPr>
              <a:spLocks/>
            </p:cNvSpPr>
            <p:nvPr/>
          </p:nvSpPr>
          <p:spPr bwMode="auto">
            <a:xfrm>
              <a:off x="620524" y="2946426"/>
              <a:ext cx="1499240" cy="5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sz="1200" dirty="0">
                <a:solidFill>
                  <a:schemeClr val="tx1">
                    <a:lumMod val="75000"/>
                    <a:lumOff val="25000"/>
                  </a:schemeClr>
                </a:solidFill>
                <a:cs typeface="+mn-ea"/>
                <a:sym typeface="+mn-lt"/>
              </a:endParaRPr>
            </a:p>
          </p:txBody>
        </p:sp>
        <p:sp>
          <p:nvSpPr>
            <p:cNvPr id="75" name="Rectangle 27">
              <a:extLst>
                <a:ext uri="{FF2B5EF4-FFF2-40B4-BE49-F238E27FC236}">
                  <a16:creationId xmlns:a16="http://schemas.microsoft.com/office/drawing/2014/main" id="{678A7FC8-CC7F-49E3-A7FA-A51C43A1326E}"/>
                </a:ext>
              </a:extLst>
            </p:cNvPr>
            <p:cNvSpPr>
              <a:spLocks/>
            </p:cNvSpPr>
            <p:nvPr/>
          </p:nvSpPr>
          <p:spPr bwMode="auto">
            <a:xfrm>
              <a:off x="620524" y="2667382"/>
              <a:ext cx="1362945" cy="170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a:lnSpc>
                  <a:spcPct val="120000"/>
                </a:lnSpc>
                <a:defRPr/>
              </a:pPr>
              <a:r>
                <a:rPr lang="zh-CN" altLang="en-US" dirty="0">
                  <a:solidFill>
                    <a:schemeClr val="tx1">
                      <a:lumMod val="75000"/>
                      <a:lumOff val="25000"/>
                    </a:schemeClr>
                  </a:solidFill>
                  <a:cs typeface="+mn-ea"/>
                  <a:sym typeface="+mn-lt"/>
                </a:rPr>
                <a:t>添加标题</a:t>
              </a:r>
              <a:endParaRPr lang="en-US" altLang="zh-CN" dirty="0">
                <a:solidFill>
                  <a:schemeClr val="tx1">
                    <a:lumMod val="75000"/>
                    <a:lumOff val="25000"/>
                  </a:schemeClr>
                </a:solidFill>
                <a:cs typeface="+mn-ea"/>
                <a:sym typeface="+mn-lt"/>
              </a:endParaRPr>
            </a:p>
          </p:txBody>
        </p:sp>
      </p:grpSp>
      <p:grpSp>
        <p:nvGrpSpPr>
          <p:cNvPr id="76" name="Group 141">
            <a:extLst>
              <a:ext uri="{FF2B5EF4-FFF2-40B4-BE49-F238E27FC236}">
                <a16:creationId xmlns:a16="http://schemas.microsoft.com/office/drawing/2014/main" id="{A42E2321-A878-4886-A870-D074C82CEEB6}"/>
              </a:ext>
            </a:extLst>
          </p:cNvPr>
          <p:cNvGrpSpPr/>
          <p:nvPr/>
        </p:nvGrpSpPr>
        <p:grpSpPr>
          <a:xfrm>
            <a:off x="9864198" y="3054664"/>
            <a:ext cx="2024125" cy="1169006"/>
            <a:chOff x="599144" y="2667382"/>
            <a:chExt cx="1499240" cy="876485"/>
          </a:xfrm>
          <a:effectLst>
            <a:outerShdw blurRad="50800" dist="50800" dir="5400000" algn="ctr" rotWithShape="0">
              <a:srgbClr val="000000">
                <a:alpha val="0"/>
              </a:srgbClr>
            </a:outerShdw>
          </a:effectLst>
        </p:grpSpPr>
        <p:sp>
          <p:nvSpPr>
            <p:cNvPr id="77" name="Rectangle 26">
              <a:extLst>
                <a:ext uri="{FF2B5EF4-FFF2-40B4-BE49-F238E27FC236}">
                  <a16:creationId xmlns:a16="http://schemas.microsoft.com/office/drawing/2014/main" id="{8528FE49-F35C-49B4-A828-05737B95EAFC}"/>
                </a:ext>
              </a:extLst>
            </p:cNvPr>
            <p:cNvSpPr>
              <a:spLocks/>
            </p:cNvSpPr>
            <p:nvPr/>
          </p:nvSpPr>
          <p:spPr bwMode="auto">
            <a:xfrm>
              <a:off x="599144" y="2953354"/>
              <a:ext cx="1499240" cy="590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sz="1200" dirty="0">
                <a:solidFill>
                  <a:schemeClr val="tx1">
                    <a:lumMod val="75000"/>
                    <a:lumOff val="25000"/>
                  </a:schemeClr>
                </a:solidFill>
                <a:cs typeface="+mn-ea"/>
                <a:sym typeface="+mn-lt"/>
              </a:endParaRPr>
            </a:p>
          </p:txBody>
        </p:sp>
        <p:sp>
          <p:nvSpPr>
            <p:cNvPr id="78" name="Rectangle 27">
              <a:extLst>
                <a:ext uri="{FF2B5EF4-FFF2-40B4-BE49-F238E27FC236}">
                  <a16:creationId xmlns:a16="http://schemas.microsoft.com/office/drawing/2014/main" id="{31EA9BDD-6B10-4E32-805D-B1277EAEF6DD}"/>
                </a:ext>
              </a:extLst>
            </p:cNvPr>
            <p:cNvSpPr>
              <a:spLocks/>
            </p:cNvSpPr>
            <p:nvPr/>
          </p:nvSpPr>
          <p:spPr bwMode="auto">
            <a:xfrm>
              <a:off x="620524" y="2667382"/>
              <a:ext cx="1362945" cy="170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a:solidFill>
                    <a:schemeClr val="tx1"/>
                  </a:solidFill>
                  <a:miter lim="800000"/>
                  <a:headEnd type="none" w="med" len="med"/>
                  <a:tailEnd type="none" w="med" len="med"/>
                </a14:hiddenLine>
              </a:ext>
            </a:extLst>
          </p:spPr>
          <p:txBody>
            <a:bodyPr lIns="0" tIns="0" rIns="0" bIns="0" anchor="t"/>
            <a:lstStyle/>
            <a:p>
              <a:pPr>
                <a:lnSpc>
                  <a:spcPct val="120000"/>
                </a:lnSpc>
                <a:defRPr/>
              </a:pPr>
              <a:r>
                <a:rPr lang="zh-CN" altLang="en-US" dirty="0">
                  <a:solidFill>
                    <a:schemeClr val="tx1">
                      <a:lumMod val="75000"/>
                      <a:lumOff val="25000"/>
                    </a:schemeClr>
                  </a:solidFill>
                  <a:cs typeface="+mn-ea"/>
                  <a:sym typeface="+mn-lt"/>
                </a:rPr>
                <a:t>添加标题</a:t>
              </a:r>
              <a:endParaRPr lang="en-US" altLang="zh-CN" dirty="0">
                <a:solidFill>
                  <a:schemeClr val="tx1">
                    <a:lumMod val="75000"/>
                    <a:lumOff val="25000"/>
                  </a:schemeClr>
                </a:solidFill>
                <a:cs typeface="+mn-ea"/>
                <a:sym typeface="+mn-lt"/>
              </a:endParaRPr>
            </a:p>
          </p:txBody>
        </p:sp>
      </p:grpSp>
      <p:grpSp>
        <p:nvGrpSpPr>
          <p:cNvPr id="79" name="组合 78">
            <a:extLst>
              <a:ext uri="{FF2B5EF4-FFF2-40B4-BE49-F238E27FC236}">
                <a16:creationId xmlns:a16="http://schemas.microsoft.com/office/drawing/2014/main" id="{98AAFA37-4A63-4537-AB9F-B7E5793D625E}"/>
              </a:ext>
            </a:extLst>
          </p:cNvPr>
          <p:cNvGrpSpPr/>
          <p:nvPr/>
        </p:nvGrpSpPr>
        <p:grpSpPr>
          <a:xfrm>
            <a:off x="1417626" y="2599170"/>
            <a:ext cx="817991" cy="817989"/>
            <a:chOff x="304800" y="673100"/>
            <a:chExt cx="4000500" cy="4000500"/>
          </a:xfrm>
          <a:effectLst>
            <a:outerShdw blurRad="50800" dist="50800" dir="5400000" algn="ctr" rotWithShape="0">
              <a:srgbClr val="000000">
                <a:alpha val="0"/>
              </a:srgbClr>
            </a:outerShdw>
          </a:effectLst>
        </p:grpSpPr>
        <p:sp>
          <p:nvSpPr>
            <p:cNvPr id="80" name="同心圆 25">
              <a:extLst>
                <a:ext uri="{FF2B5EF4-FFF2-40B4-BE49-F238E27FC236}">
                  <a16:creationId xmlns:a16="http://schemas.microsoft.com/office/drawing/2014/main" id="{C0F1AD9F-478F-450A-9D18-802DA40985E0}"/>
                </a:ext>
              </a:extLst>
            </p:cNvPr>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9170">
                <a:defRPr/>
              </a:pPr>
              <a:endParaRPr lang="zh-CN" altLang="en-US" sz="2400" kern="0" dirty="0">
                <a:solidFill>
                  <a:sysClr val="windowText" lastClr="000000"/>
                </a:solidFill>
                <a:cs typeface="+mn-ea"/>
                <a:sym typeface="+mn-lt"/>
              </a:endParaRPr>
            </a:p>
          </p:txBody>
        </p:sp>
        <p:sp>
          <p:nvSpPr>
            <p:cNvPr id="81" name="椭圆 80">
              <a:extLst>
                <a:ext uri="{FF2B5EF4-FFF2-40B4-BE49-F238E27FC236}">
                  <a16:creationId xmlns:a16="http://schemas.microsoft.com/office/drawing/2014/main" id="{D537F2BE-8E49-443C-ADAC-33D8B7B7E7AD}"/>
                </a:ext>
              </a:extLst>
            </p:cNvPr>
            <p:cNvSpPr/>
            <p:nvPr/>
          </p:nvSpPr>
          <p:spPr>
            <a:xfrm>
              <a:off x="392112" y="760412"/>
              <a:ext cx="3825874" cy="3825874"/>
            </a:xfrm>
            <a:prstGeom prst="ellipse">
              <a:avLst/>
            </a:prstGeom>
            <a:solidFill>
              <a:schemeClr val="accent2"/>
            </a:solidFill>
            <a:ln w="25400" cap="flat" cmpd="sng" algn="ctr">
              <a:noFill/>
              <a:prstDash val="solid"/>
            </a:ln>
            <a:effectLst/>
          </p:spPr>
          <p:txBody>
            <a:bodyPr rtlCol="0" anchor="ctr"/>
            <a:lstStyle/>
            <a:p>
              <a:pPr algn="ctr" defTabSz="1219170">
                <a:defRPr/>
              </a:pPr>
              <a:endParaRPr lang="zh-CN" altLang="en-US" sz="2400" kern="0" dirty="0">
                <a:solidFill>
                  <a:sysClr val="window" lastClr="FFFFFF"/>
                </a:solidFill>
                <a:cs typeface="+mn-ea"/>
                <a:sym typeface="+mn-lt"/>
              </a:endParaRPr>
            </a:p>
          </p:txBody>
        </p:sp>
      </p:grpSp>
      <p:sp>
        <p:nvSpPr>
          <p:cNvPr id="82" name="Freeform 7">
            <a:extLst>
              <a:ext uri="{FF2B5EF4-FFF2-40B4-BE49-F238E27FC236}">
                <a16:creationId xmlns:a16="http://schemas.microsoft.com/office/drawing/2014/main" id="{01D351EF-EDE4-46B1-8AA2-D452F1DB2390}"/>
              </a:ext>
            </a:extLst>
          </p:cNvPr>
          <p:cNvSpPr>
            <a:spLocks noEditPoints="1"/>
          </p:cNvSpPr>
          <p:nvPr/>
        </p:nvSpPr>
        <p:spPr bwMode="auto">
          <a:xfrm>
            <a:off x="1624393" y="2823344"/>
            <a:ext cx="404455" cy="370219"/>
          </a:xfrm>
          <a:custGeom>
            <a:avLst/>
            <a:gdLst>
              <a:gd name="T0" fmla="*/ 31 w 177"/>
              <a:gd name="T1" fmla="*/ 94 h 164"/>
              <a:gd name="T2" fmla="*/ 19 w 177"/>
              <a:gd name="T3" fmla="*/ 94 h 164"/>
              <a:gd name="T4" fmla="*/ 1 w 177"/>
              <a:gd name="T5" fmla="*/ 79 h 164"/>
              <a:gd name="T6" fmla="*/ 12 w 177"/>
              <a:gd name="T7" fmla="*/ 47 h 164"/>
              <a:gd name="T8" fmla="*/ 36 w 177"/>
              <a:gd name="T9" fmla="*/ 55 h 164"/>
              <a:gd name="T10" fmla="*/ 48 w 177"/>
              <a:gd name="T11" fmla="*/ 52 h 164"/>
              <a:gd name="T12" fmla="*/ 48 w 177"/>
              <a:gd name="T13" fmla="*/ 59 h 164"/>
              <a:gd name="T14" fmla="*/ 55 w 177"/>
              <a:gd name="T15" fmla="*/ 82 h 164"/>
              <a:gd name="T16" fmla="*/ 31 w 177"/>
              <a:gd name="T17" fmla="*/ 94 h 164"/>
              <a:gd name="T18" fmla="*/ 36 w 177"/>
              <a:gd name="T19" fmla="*/ 47 h 164"/>
              <a:gd name="T20" fmla="*/ 12 w 177"/>
              <a:gd name="T21" fmla="*/ 23 h 164"/>
              <a:gd name="T22" fmla="*/ 36 w 177"/>
              <a:gd name="T23" fmla="*/ 0 h 164"/>
              <a:gd name="T24" fmla="*/ 59 w 177"/>
              <a:gd name="T25" fmla="*/ 23 h 164"/>
              <a:gd name="T26" fmla="*/ 36 w 177"/>
              <a:gd name="T27" fmla="*/ 47 h 164"/>
              <a:gd name="T28" fmla="*/ 129 w 177"/>
              <a:gd name="T29" fmla="*/ 164 h 164"/>
              <a:gd name="T30" fmla="*/ 49 w 177"/>
              <a:gd name="T31" fmla="*/ 164 h 164"/>
              <a:gd name="T32" fmla="*/ 24 w 177"/>
              <a:gd name="T33" fmla="*/ 140 h 164"/>
              <a:gd name="T34" fmla="*/ 56 w 177"/>
              <a:gd name="T35" fmla="*/ 88 h 164"/>
              <a:gd name="T36" fmla="*/ 89 w 177"/>
              <a:gd name="T37" fmla="*/ 101 h 164"/>
              <a:gd name="T38" fmla="*/ 121 w 177"/>
              <a:gd name="T39" fmla="*/ 88 h 164"/>
              <a:gd name="T40" fmla="*/ 153 w 177"/>
              <a:gd name="T41" fmla="*/ 140 h 164"/>
              <a:gd name="T42" fmla="*/ 129 w 177"/>
              <a:gd name="T43" fmla="*/ 164 h 164"/>
              <a:gd name="T44" fmla="*/ 89 w 177"/>
              <a:gd name="T45" fmla="*/ 94 h 164"/>
              <a:gd name="T46" fmla="*/ 53 w 177"/>
              <a:gd name="T47" fmla="*/ 59 h 164"/>
              <a:gd name="T48" fmla="*/ 89 w 177"/>
              <a:gd name="T49" fmla="*/ 23 h 164"/>
              <a:gd name="T50" fmla="*/ 124 w 177"/>
              <a:gd name="T51" fmla="*/ 59 h 164"/>
              <a:gd name="T52" fmla="*/ 89 w 177"/>
              <a:gd name="T53" fmla="*/ 94 h 164"/>
              <a:gd name="T54" fmla="*/ 141 w 177"/>
              <a:gd name="T55" fmla="*/ 47 h 164"/>
              <a:gd name="T56" fmla="*/ 118 w 177"/>
              <a:gd name="T57" fmla="*/ 23 h 164"/>
              <a:gd name="T58" fmla="*/ 141 w 177"/>
              <a:gd name="T59" fmla="*/ 0 h 164"/>
              <a:gd name="T60" fmla="*/ 165 w 177"/>
              <a:gd name="T61" fmla="*/ 23 h 164"/>
              <a:gd name="T62" fmla="*/ 141 w 177"/>
              <a:gd name="T63" fmla="*/ 47 h 164"/>
              <a:gd name="T64" fmla="*/ 159 w 177"/>
              <a:gd name="T65" fmla="*/ 94 h 164"/>
              <a:gd name="T66" fmla="*/ 146 w 177"/>
              <a:gd name="T67" fmla="*/ 94 h 164"/>
              <a:gd name="T68" fmla="*/ 122 w 177"/>
              <a:gd name="T69" fmla="*/ 82 h 164"/>
              <a:gd name="T70" fmla="*/ 130 w 177"/>
              <a:gd name="T71" fmla="*/ 59 h 164"/>
              <a:gd name="T72" fmla="*/ 129 w 177"/>
              <a:gd name="T73" fmla="*/ 52 h 164"/>
              <a:gd name="T74" fmla="*/ 141 w 177"/>
              <a:gd name="T75" fmla="*/ 55 h 164"/>
              <a:gd name="T76" fmla="*/ 165 w 177"/>
              <a:gd name="T77" fmla="*/ 47 h 164"/>
              <a:gd name="T78" fmla="*/ 177 w 177"/>
              <a:gd name="T79" fmla="*/ 79 h 164"/>
              <a:gd name="T80" fmla="*/ 159 w 177"/>
              <a:gd name="T81" fmla="*/ 94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77" h="164">
                <a:moveTo>
                  <a:pt x="31" y="94"/>
                </a:moveTo>
                <a:cubicBezTo>
                  <a:pt x="19" y="94"/>
                  <a:pt x="19" y="94"/>
                  <a:pt x="19" y="94"/>
                </a:cubicBezTo>
                <a:cubicBezTo>
                  <a:pt x="9" y="94"/>
                  <a:pt x="1" y="89"/>
                  <a:pt x="1" y="79"/>
                </a:cubicBezTo>
                <a:cubicBezTo>
                  <a:pt x="1" y="72"/>
                  <a:pt x="0" y="47"/>
                  <a:pt x="12" y="47"/>
                </a:cubicBezTo>
                <a:cubicBezTo>
                  <a:pt x="14" y="47"/>
                  <a:pt x="24" y="55"/>
                  <a:pt x="36" y="55"/>
                </a:cubicBezTo>
                <a:cubicBezTo>
                  <a:pt x="40" y="55"/>
                  <a:pt x="44" y="54"/>
                  <a:pt x="48" y="52"/>
                </a:cubicBezTo>
                <a:cubicBezTo>
                  <a:pt x="48" y="54"/>
                  <a:pt x="48" y="57"/>
                  <a:pt x="48" y="59"/>
                </a:cubicBezTo>
                <a:cubicBezTo>
                  <a:pt x="48" y="67"/>
                  <a:pt x="50" y="75"/>
                  <a:pt x="55" y="82"/>
                </a:cubicBezTo>
                <a:cubicBezTo>
                  <a:pt x="46" y="82"/>
                  <a:pt x="37" y="86"/>
                  <a:pt x="31" y="94"/>
                </a:cubicBezTo>
                <a:close/>
                <a:moveTo>
                  <a:pt x="36" y="47"/>
                </a:moveTo>
                <a:cubicBezTo>
                  <a:pt x="23" y="47"/>
                  <a:pt x="12" y="36"/>
                  <a:pt x="12" y="23"/>
                </a:cubicBezTo>
                <a:cubicBezTo>
                  <a:pt x="12" y="10"/>
                  <a:pt x="23" y="0"/>
                  <a:pt x="36" y="0"/>
                </a:cubicBezTo>
                <a:cubicBezTo>
                  <a:pt x="49" y="0"/>
                  <a:pt x="59" y="10"/>
                  <a:pt x="59" y="23"/>
                </a:cubicBezTo>
                <a:cubicBezTo>
                  <a:pt x="59" y="36"/>
                  <a:pt x="49" y="47"/>
                  <a:pt x="36" y="47"/>
                </a:cubicBezTo>
                <a:close/>
                <a:moveTo>
                  <a:pt x="129" y="164"/>
                </a:moveTo>
                <a:cubicBezTo>
                  <a:pt x="49" y="164"/>
                  <a:pt x="49" y="164"/>
                  <a:pt x="49" y="164"/>
                </a:cubicBezTo>
                <a:cubicBezTo>
                  <a:pt x="34" y="164"/>
                  <a:pt x="24" y="155"/>
                  <a:pt x="24" y="140"/>
                </a:cubicBezTo>
                <a:cubicBezTo>
                  <a:pt x="24" y="120"/>
                  <a:pt x="29" y="88"/>
                  <a:pt x="56" y="88"/>
                </a:cubicBezTo>
                <a:cubicBezTo>
                  <a:pt x="59" y="88"/>
                  <a:pt x="70" y="101"/>
                  <a:pt x="89" y="101"/>
                </a:cubicBezTo>
                <a:cubicBezTo>
                  <a:pt x="107" y="101"/>
                  <a:pt x="118" y="88"/>
                  <a:pt x="121" y="88"/>
                </a:cubicBezTo>
                <a:cubicBezTo>
                  <a:pt x="148" y="88"/>
                  <a:pt x="153" y="120"/>
                  <a:pt x="153" y="140"/>
                </a:cubicBezTo>
                <a:cubicBezTo>
                  <a:pt x="153" y="155"/>
                  <a:pt x="143" y="164"/>
                  <a:pt x="129" y="164"/>
                </a:cubicBezTo>
                <a:close/>
                <a:moveTo>
                  <a:pt x="89" y="94"/>
                </a:moveTo>
                <a:cubicBezTo>
                  <a:pt x="69" y="94"/>
                  <a:pt x="53" y="78"/>
                  <a:pt x="53" y="59"/>
                </a:cubicBezTo>
                <a:cubicBezTo>
                  <a:pt x="53" y="39"/>
                  <a:pt x="69" y="23"/>
                  <a:pt x="89" y="23"/>
                </a:cubicBezTo>
                <a:cubicBezTo>
                  <a:pt x="108" y="23"/>
                  <a:pt x="124" y="39"/>
                  <a:pt x="124" y="59"/>
                </a:cubicBezTo>
                <a:cubicBezTo>
                  <a:pt x="124" y="78"/>
                  <a:pt x="108" y="94"/>
                  <a:pt x="89" y="94"/>
                </a:cubicBezTo>
                <a:close/>
                <a:moveTo>
                  <a:pt x="141" y="47"/>
                </a:moveTo>
                <a:cubicBezTo>
                  <a:pt x="128" y="47"/>
                  <a:pt x="118" y="36"/>
                  <a:pt x="118" y="23"/>
                </a:cubicBezTo>
                <a:cubicBezTo>
                  <a:pt x="118" y="10"/>
                  <a:pt x="128" y="0"/>
                  <a:pt x="141" y="0"/>
                </a:cubicBezTo>
                <a:cubicBezTo>
                  <a:pt x="154" y="0"/>
                  <a:pt x="165" y="10"/>
                  <a:pt x="165" y="23"/>
                </a:cubicBezTo>
                <a:cubicBezTo>
                  <a:pt x="165" y="36"/>
                  <a:pt x="154" y="47"/>
                  <a:pt x="141" y="47"/>
                </a:cubicBezTo>
                <a:close/>
                <a:moveTo>
                  <a:pt x="159" y="94"/>
                </a:moveTo>
                <a:cubicBezTo>
                  <a:pt x="146" y="94"/>
                  <a:pt x="146" y="94"/>
                  <a:pt x="146" y="94"/>
                </a:cubicBezTo>
                <a:cubicBezTo>
                  <a:pt x="140" y="86"/>
                  <a:pt x="132" y="82"/>
                  <a:pt x="122" y="82"/>
                </a:cubicBezTo>
                <a:cubicBezTo>
                  <a:pt x="127" y="75"/>
                  <a:pt x="130" y="67"/>
                  <a:pt x="130" y="59"/>
                </a:cubicBezTo>
                <a:cubicBezTo>
                  <a:pt x="130" y="57"/>
                  <a:pt x="129" y="54"/>
                  <a:pt x="129" y="52"/>
                </a:cubicBezTo>
                <a:cubicBezTo>
                  <a:pt x="133" y="54"/>
                  <a:pt x="137" y="55"/>
                  <a:pt x="141" y="55"/>
                </a:cubicBezTo>
                <a:cubicBezTo>
                  <a:pt x="154" y="55"/>
                  <a:pt x="163" y="47"/>
                  <a:pt x="165" y="47"/>
                </a:cubicBezTo>
                <a:cubicBezTo>
                  <a:pt x="177" y="47"/>
                  <a:pt x="177" y="72"/>
                  <a:pt x="177" y="79"/>
                </a:cubicBezTo>
                <a:cubicBezTo>
                  <a:pt x="177" y="89"/>
                  <a:pt x="168" y="94"/>
                  <a:pt x="159" y="94"/>
                </a:cubicBezTo>
                <a:close/>
              </a:path>
            </a:pathLst>
          </a:custGeom>
          <a:solidFill>
            <a:schemeClr val="bg1"/>
          </a:solidFill>
          <a:ln>
            <a:noFill/>
          </a:ln>
          <a:effectLst>
            <a:outerShdw blurRad="50800" dist="50800" dir="5400000" algn="ctr" rotWithShape="0">
              <a:srgbClr val="000000">
                <a:alpha val="0"/>
              </a:srgbClr>
            </a:outerShdw>
          </a:effectLst>
        </p:spPr>
        <p:txBody>
          <a:bodyPr vert="horz" wrap="square" lIns="121920" tIns="60960" rIns="121920" bIns="60960" numCol="1" anchor="t" anchorCtr="0" compatLnSpc="1">
            <a:prstTxWarp prst="textNoShape">
              <a:avLst/>
            </a:prstTxWarp>
          </a:bodyPr>
          <a:lstStyle/>
          <a:p>
            <a:pPr algn="ctr" defTabSz="1219270" fontAlgn="base">
              <a:spcBef>
                <a:spcPct val="0"/>
              </a:spcBef>
              <a:spcAft>
                <a:spcPct val="0"/>
              </a:spcAft>
              <a:defRPr/>
            </a:pPr>
            <a:endParaRPr lang="en-US" sz="2933" kern="0" dirty="0">
              <a:solidFill>
                <a:srgbClr val="000000"/>
              </a:solidFill>
              <a:cs typeface="+mn-ea"/>
              <a:sym typeface="+mn-lt"/>
            </a:endParaRPr>
          </a:p>
        </p:txBody>
      </p:sp>
      <p:grpSp>
        <p:nvGrpSpPr>
          <p:cNvPr id="83" name="组合 82">
            <a:extLst>
              <a:ext uri="{FF2B5EF4-FFF2-40B4-BE49-F238E27FC236}">
                <a16:creationId xmlns:a16="http://schemas.microsoft.com/office/drawing/2014/main" id="{FF9D5019-5E83-4C47-AE59-672BC6D4247F}"/>
              </a:ext>
            </a:extLst>
          </p:cNvPr>
          <p:cNvGrpSpPr/>
          <p:nvPr/>
        </p:nvGrpSpPr>
        <p:grpSpPr>
          <a:xfrm>
            <a:off x="4862350" y="2599170"/>
            <a:ext cx="817991" cy="817989"/>
            <a:chOff x="304800" y="673100"/>
            <a:chExt cx="4000500" cy="4000500"/>
          </a:xfrm>
          <a:effectLst>
            <a:outerShdw blurRad="50800" dist="50800" dir="5400000" algn="ctr" rotWithShape="0">
              <a:srgbClr val="000000">
                <a:alpha val="0"/>
              </a:srgbClr>
            </a:outerShdw>
          </a:effectLst>
        </p:grpSpPr>
        <p:sp>
          <p:nvSpPr>
            <p:cNvPr id="84" name="同心圆 29">
              <a:extLst>
                <a:ext uri="{FF2B5EF4-FFF2-40B4-BE49-F238E27FC236}">
                  <a16:creationId xmlns:a16="http://schemas.microsoft.com/office/drawing/2014/main" id="{403079A0-7B5A-4BA5-B4AC-D4FE7192B732}"/>
                </a:ext>
              </a:extLst>
            </p:cNvPr>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9170">
                <a:defRPr/>
              </a:pPr>
              <a:endParaRPr lang="zh-CN" altLang="en-US" sz="2400" kern="0" dirty="0">
                <a:solidFill>
                  <a:sysClr val="windowText" lastClr="000000"/>
                </a:solidFill>
                <a:cs typeface="+mn-ea"/>
                <a:sym typeface="+mn-lt"/>
              </a:endParaRPr>
            </a:p>
          </p:txBody>
        </p:sp>
        <p:sp>
          <p:nvSpPr>
            <p:cNvPr id="85" name="椭圆 84">
              <a:extLst>
                <a:ext uri="{FF2B5EF4-FFF2-40B4-BE49-F238E27FC236}">
                  <a16:creationId xmlns:a16="http://schemas.microsoft.com/office/drawing/2014/main" id="{4296DB83-DAAA-456D-AE68-00AB0010128B}"/>
                </a:ext>
              </a:extLst>
            </p:cNvPr>
            <p:cNvSpPr/>
            <p:nvPr/>
          </p:nvSpPr>
          <p:spPr>
            <a:xfrm>
              <a:off x="392112" y="760412"/>
              <a:ext cx="3825874" cy="3825874"/>
            </a:xfrm>
            <a:prstGeom prst="ellipse">
              <a:avLst/>
            </a:prstGeom>
            <a:solidFill>
              <a:schemeClr val="accent1"/>
            </a:solidFill>
            <a:ln w="25400" cap="flat" cmpd="sng" algn="ctr">
              <a:noFill/>
              <a:prstDash val="solid"/>
            </a:ln>
            <a:effectLst/>
          </p:spPr>
          <p:txBody>
            <a:bodyPr rtlCol="0" anchor="ctr"/>
            <a:lstStyle/>
            <a:p>
              <a:pPr algn="ctr" defTabSz="1219170">
                <a:defRPr/>
              </a:pPr>
              <a:endParaRPr lang="zh-CN" altLang="en-US" sz="2400" kern="0" dirty="0">
                <a:solidFill>
                  <a:sysClr val="window" lastClr="FFFFFF"/>
                </a:solidFill>
                <a:cs typeface="+mn-ea"/>
                <a:sym typeface="+mn-lt"/>
              </a:endParaRPr>
            </a:p>
          </p:txBody>
        </p:sp>
      </p:grpSp>
      <p:sp>
        <p:nvSpPr>
          <p:cNvPr id="86" name="Freeform 8">
            <a:extLst>
              <a:ext uri="{FF2B5EF4-FFF2-40B4-BE49-F238E27FC236}">
                <a16:creationId xmlns:a16="http://schemas.microsoft.com/office/drawing/2014/main" id="{C9609FA1-3957-45B8-A3E6-F9CBA3A1F8BF}"/>
              </a:ext>
            </a:extLst>
          </p:cNvPr>
          <p:cNvSpPr>
            <a:spLocks noEditPoints="1"/>
          </p:cNvSpPr>
          <p:nvPr/>
        </p:nvSpPr>
        <p:spPr bwMode="auto">
          <a:xfrm>
            <a:off x="5182627" y="2807525"/>
            <a:ext cx="272604" cy="401279"/>
          </a:xfrm>
          <a:custGeom>
            <a:avLst/>
            <a:gdLst>
              <a:gd name="T0" fmla="*/ 85 w 94"/>
              <a:gd name="T1" fmla="*/ 44 h 140"/>
              <a:gd name="T2" fmla="*/ 45 w 94"/>
              <a:gd name="T3" fmla="*/ 90 h 140"/>
              <a:gd name="T4" fmla="*/ 26 w 94"/>
              <a:gd name="T5" fmla="*/ 105 h 140"/>
              <a:gd name="T6" fmla="*/ 26 w 94"/>
              <a:gd name="T7" fmla="*/ 108 h 140"/>
              <a:gd name="T8" fmla="*/ 35 w 94"/>
              <a:gd name="T9" fmla="*/ 123 h 140"/>
              <a:gd name="T10" fmla="*/ 17 w 94"/>
              <a:gd name="T11" fmla="*/ 140 h 140"/>
              <a:gd name="T12" fmla="*/ 0 w 94"/>
              <a:gd name="T13" fmla="*/ 123 h 140"/>
              <a:gd name="T14" fmla="*/ 9 w 94"/>
              <a:gd name="T15" fmla="*/ 108 h 140"/>
              <a:gd name="T16" fmla="*/ 9 w 94"/>
              <a:gd name="T17" fmla="*/ 33 h 140"/>
              <a:gd name="T18" fmla="*/ 0 w 94"/>
              <a:gd name="T19" fmla="*/ 17 h 140"/>
              <a:gd name="T20" fmla="*/ 17 w 94"/>
              <a:gd name="T21" fmla="*/ 0 h 140"/>
              <a:gd name="T22" fmla="*/ 35 w 94"/>
              <a:gd name="T23" fmla="*/ 17 h 140"/>
              <a:gd name="T24" fmla="*/ 26 w 94"/>
              <a:gd name="T25" fmla="*/ 33 h 140"/>
              <a:gd name="T26" fmla="*/ 26 w 94"/>
              <a:gd name="T27" fmla="*/ 78 h 140"/>
              <a:gd name="T28" fmla="*/ 40 w 94"/>
              <a:gd name="T29" fmla="*/ 73 h 140"/>
              <a:gd name="T30" fmla="*/ 67 w 94"/>
              <a:gd name="T31" fmla="*/ 44 h 140"/>
              <a:gd name="T32" fmla="*/ 58 w 94"/>
              <a:gd name="T33" fmla="*/ 29 h 140"/>
              <a:gd name="T34" fmla="*/ 76 w 94"/>
              <a:gd name="T35" fmla="*/ 11 h 140"/>
              <a:gd name="T36" fmla="*/ 94 w 94"/>
              <a:gd name="T37" fmla="*/ 29 h 140"/>
              <a:gd name="T38" fmla="*/ 85 w 94"/>
              <a:gd name="T39" fmla="*/ 44 h 140"/>
              <a:gd name="T40" fmla="*/ 17 w 94"/>
              <a:gd name="T41" fmla="*/ 9 h 140"/>
              <a:gd name="T42" fmla="*/ 9 w 94"/>
              <a:gd name="T43" fmla="*/ 17 h 140"/>
              <a:gd name="T44" fmla="*/ 17 w 94"/>
              <a:gd name="T45" fmla="*/ 26 h 140"/>
              <a:gd name="T46" fmla="*/ 26 w 94"/>
              <a:gd name="T47" fmla="*/ 17 h 140"/>
              <a:gd name="T48" fmla="*/ 17 w 94"/>
              <a:gd name="T49" fmla="*/ 9 h 140"/>
              <a:gd name="T50" fmla="*/ 17 w 94"/>
              <a:gd name="T51" fmla="*/ 114 h 140"/>
              <a:gd name="T52" fmla="*/ 9 w 94"/>
              <a:gd name="T53" fmla="*/ 123 h 140"/>
              <a:gd name="T54" fmla="*/ 17 w 94"/>
              <a:gd name="T55" fmla="*/ 132 h 140"/>
              <a:gd name="T56" fmla="*/ 26 w 94"/>
              <a:gd name="T57" fmla="*/ 123 h 140"/>
              <a:gd name="T58" fmla="*/ 17 w 94"/>
              <a:gd name="T59" fmla="*/ 114 h 140"/>
              <a:gd name="T60" fmla="*/ 76 w 94"/>
              <a:gd name="T61" fmla="*/ 20 h 140"/>
              <a:gd name="T62" fmla="*/ 67 w 94"/>
              <a:gd name="T63" fmla="*/ 29 h 140"/>
              <a:gd name="T64" fmla="*/ 76 w 94"/>
              <a:gd name="T65" fmla="*/ 38 h 140"/>
              <a:gd name="T66" fmla="*/ 85 w 94"/>
              <a:gd name="T67" fmla="*/ 29 h 140"/>
              <a:gd name="T68" fmla="*/ 76 w 94"/>
              <a:gd name="T69" fmla="*/ 2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94" h="140">
                <a:moveTo>
                  <a:pt x="85" y="44"/>
                </a:moveTo>
                <a:cubicBezTo>
                  <a:pt x="84" y="77"/>
                  <a:pt x="61" y="85"/>
                  <a:pt x="45" y="90"/>
                </a:cubicBezTo>
                <a:cubicBezTo>
                  <a:pt x="31" y="94"/>
                  <a:pt x="26" y="96"/>
                  <a:pt x="26" y="105"/>
                </a:cubicBezTo>
                <a:cubicBezTo>
                  <a:pt x="26" y="108"/>
                  <a:pt x="26" y="108"/>
                  <a:pt x="26" y="108"/>
                </a:cubicBezTo>
                <a:cubicBezTo>
                  <a:pt x="31" y="111"/>
                  <a:pt x="35" y="116"/>
                  <a:pt x="35" y="123"/>
                </a:cubicBezTo>
                <a:cubicBezTo>
                  <a:pt x="35" y="132"/>
                  <a:pt x="27" y="140"/>
                  <a:pt x="17" y="140"/>
                </a:cubicBezTo>
                <a:cubicBezTo>
                  <a:pt x="8" y="140"/>
                  <a:pt x="0" y="132"/>
                  <a:pt x="0" y="123"/>
                </a:cubicBezTo>
                <a:cubicBezTo>
                  <a:pt x="0" y="116"/>
                  <a:pt x="3" y="111"/>
                  <a:pt x="9" y="108"/>
                </a:cubicBezTo>
                <a:cubicBezTo>
                  <a:pt x="9" y="33"/>
                  <a:pt x="9" y="33"/>
                  <a:pt x="9" y="33"/>
                </a:cubicBezTo>
                <a:cubicBezTo>
                  <a:pt x="3" y="29"/>
                  <a:pt x="0" y="24"/>
                  <a:pt x="0" y="17"/>
                </a:cubicBezTo>
                <a:cubicBezTo>
                  <a:pt x="0" y="8"/>
                  <a:pt x="8" y="0"/>
                  <a:pt x="17" y="0"/>
                </a:cubicBezTo>
                <a:cubicBezTo>
                  <a:pt x="27" y="0"/>
                  <a:pt x="35" y="8"/>
                  <a:pt x="35" y="17"/>
                </a:cubicBezTo>
                <a:cubicBezTo>
                  <a:pt x="35" y="24"/>
                  <a:pt x="31" y="29"/>
                  <a:pt x="26" y="33"/>
                </a:cubicBezTo>
                <a:cubicBezTo>
                  <a:pt x="26" y="78"/>
                  <a:pt x="26" y="78"/>
                  <a:pt x="26" y="78"/>
                </a:cubicBezTo>
                <a:cubicBezTo>
                  <a:pt x="31" y="76"/>
                  <a:pt x="36" y="74"/>
                  <a:pt x="40" y="73"/>
                </a:cubicBezTo>
                <a:cubicBezTo>
                  <a:pt x="57" y="67"/>
                  <a:pt x="67" y="63"/>
                  <a:pt x="67" y="44"/>
                </a:cubicBezTo>
                <a:cubicBezTo>
                  <a:pt x="62" y="41"/>
                  <a:pt x="58" y="36"/>
                  <a:pt x="58" y="29"/>
                </a:cubicBezTo>
                <a:cubicBezTo>
                  <a:pt x="58" y="19"/>
                  <a:pt x="66" y="11"/>
                  <a:pt x="76" y="11"/>
                </a:cubicBezTo>
                <a:cubicBezTo>
                  <a:pt x="86" y="11"/>
                  <a:pt x="94" y="19"/>
                  <a:pt x="94" y="29"/>
                </a:cubicBezTo>
                <a:cubicBezTo>
                  <a:pt x="94" y="36"/>
                  <a:pt x="90" y="41"/>
                  <a:pt x="85" y="44"/>
                </a:cubicBezTo>
                <a:close/>
                <a:moveTo>
                  <a:pt x="17" y="9"/>
                </a:moveTo>
                <a:cubicBezTo>
                  <a:pt x="13" y="9"/>
                  <a:pt x="9" y="12"/>
                  <a:pt x="9" y="17"/>
                </a:cubicBezTo>
                <a:cubicBezTo>
                  <a:pt x="9" y="22"/>
                  <a:pt x="13" y="26"/>
                  <a:pt x="17" y="26"/>
                </a:cubicBezTo>
                <a:cubicBezTo>
                  <a:pt x="22" y="26"/>
                  <a:pt x="26" y="22"/>
                  <a:pt x="26" y="17"/>
                </a:cubicBezTo>
                <a:cubicBezTo>
                  <a:pt x="26" y="12"/>
                  <a:pt x="22" y="9"/>
                  <a:pt x="17" y="9"/>
                </a:cubicBezTo>
                <a:close/>
                <a:moveTo>
                  <a:pt x="17" y="114"/>
                </a:moveTo>
                <a:cubicBezTo>
                  <a:pt x="13" y="114"/>
                  <a:pt x="9" y="118"/>
                  <a:pt x="9" y="123"/>
                </a:cubicBezTo>
                <a:cubicBezTo>
                  <a:pt x="9" y="128"/>
                  <a:pt x="13" y="132"/>
                  <a:pt x="17" y="132"/>
                </a:cubicBezTo>
                <a:cubicBezTo>
                  <a:pt x="22" y="132"/>
                  <a:pt x="26" y="128"/>
                  <a:pt x="26" y="123"/>
                </a:cubicBezTo>
                <a:cubicBezTo>
                  <a:pt x="26" y="118"/>
                  <a:pt x="22" y="114"/>
                  <a:pt x="17" y="114"/>
                </a:cubicBezTo>
                <a:close/>
                <a:moveTo>
                  <a:pt x="76" y="20"/>
                </a:moveTo>
                <a:cubicBezTo>
                  <a:pt x="71" y="20"/>
                  <a:pt x="67" y="24"/>
                  <a:pt x="67" y="29"/>
                </a:cubicBezTo>
                <a:cubicBezTo>
                  <a:pt x="67" y="34"/>
                  <a:pt x="71" y="38"/>
                  <a:pt x="76" y="38"/>
                </a:cubicBezTo>
                <a:cubicBezTo>
                  <a:pt x="81" y="38"/>
                  <a:pt x="85" y="34"/>
                  <a:pt x="85" y="29"/>
                </a:cubicBezTo>
                <a:cubicBezTo>
                  <a:pt x="85" y="24"/>
                  <a:pt x="81" y="20"/>
                  <a:pt x="76" y="20"/>
                </a:cubicBezTo>
                <a:close/>
              </a:path>
            </a:pathLst>
          </a:custGeom>
          <a:solidFill>
            <a:schemeClr val="bg1"/>
          </a:solidFill>
          <a:ln>
            <a:noFill/>
          </a:ln>
          <a:effectLst>
            <a:outerShdw blurRad="50800" dist="50800" dir="5400000" algn="ctr" rotWithShape="0">
              <a:srgbClr val="000000">
                <a:alpha val="0"/>
              </a:srgbClr>
            </a:outerShdw>
          </a:effectLst>
        </p:spPr>
        <p:txBody>
          <a:bodyPr vert="horz" wrap="square" lIns="121920" tIns="60960" rIns="121920" bIns="60960" numCol="1" anchor="t" anchorCtr="0" compatLnSpc="1">
            <a:prstTxWarp prst="textNoShape">
              <a:avLst/>
            </a:prstTxWarp>
          </a:bodyPr>
          <a:lstStyle/>
          <a:p>
            <a:pPr algn="ctr" defTabSz="1219270" fontAlgn="base">
              <a:spcBef>
                <a:spcPct val="0"/>
              </a:spcBef>
              <a:spcAft>
                <a:spcPct val="0"/>
              </a:spcAft>
              <a:defRPr/>
            </a:pPr>
            <a:endParaRPr lang="en-US" sz="2933" kern="0" dirty="0">
              <a:solidFill>
                <a:srgbClr val="000000"/>
              </a:solidFill>
              <a:cs typeface="+mn-ea"/>
              <a:sym typeface="+mn-lt"/>
            </a:endParaRPr>
          </a:p>
        </p:txBody>
      </p:sp>
      <p:grpSp>
        <p:nvGrpSpPr>
          <p:cNvPr id="87" name="组合 86">
            <a:extLst>
              <a:ext uri="{FF2B5EF4-FFF2-40B4-BE49-F238E27FC236}">
                <a16:creationId xmlns:a16="http://schemas.microsoft.com/office/drawing/2014/main" id="{87F46186-4B62-4266-A588-B62A42DFCBF8}"/>
              </a:ext>
            </a:extLst>
          </p:cNvPr>
          <p:cNvGrpSpPr/>
          <p:nvPr/>
        </p:nvGrpSpPr>
        <p:grpSpPr>
          <a:xfrm>
            <a:off x="6409257" y="4354479"/>
            <a:ext cx="817991" cy="817989"/>
            <a:chOff x="304800" y="673100"/>
            <a:chExt cx="4000500" cy="4000500"/>
          </a:xfrm>
          <a:effectLst>
            <a:outerShdw blurRad="50800" dist="50800" dir="5400000" algn="ctr" rotWithShape="0">
              <a:srgbClr val="000000">
                <a:alpha val="0"/>
              </a:srgbClr>
            </a:outerShdw>
          </a:effectLst>
        </p:grpSpPr>
        <p:sp>
          <p:nvSpPr>
            <p:cNvPr id="88" name="同心圆 33">
              <a:extLst>
                <a:ext uri="{FF2B5EF4-FFF2-40B4-BE49-F238E27FC236}">
                  <a16:creationId xmlns:a16="http://schemas.microsoft.com/office/drawing/2014/main" id="{0714D5BF-DA14-4BDB-B113-F9F4CC96F675}"/>
                </a:ext>
              </a:extLst>
            </p:cNvPr>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9170">
                <a:defRPr/>
              </a:pPr>
              <a:endParaRPr lang="zh-CN" altLang="en-US" sz="2400" kern="0" dirty="0">
                <a:solidFill>
                  <a:sysClr val="windowText" lastClr="000000"/>
                </a:solidFill>
                <a:cs typeface="+mn-ea"/>
                <a:sym typeface="+mn-lt"/>
              </a:endParaRPr>
            </a:p>
          </p:txBody>
        </p:sp>
        <p:sp>
          <p:nvSpPr>
            <p:cNvPr id="89" name="椭圆 88">
              <a:extLst>
                <a:ext uri="{FF2B5EF4-FFF2-40B4-BE49-F238E27FC236}">
                  <a16:creationId xmlns:a16="http://schemas.microsoft.com/office/drawing/2014/main" id="{FDD4B5D4-B145-4336-99CE-8BF7C1791424}"/>
                </a:ext>
              </a:extLst>
            </p:cNvPr>
            <p:cNvSpPr/>
            <p:nvPr/>
          </p:nvSpPr>
          <p:spPr>
            <a:xfrm>
              <a:off x="392112" y="760412"/>
              <a:ext cx="3825874" cy="3825874"/>
            </a:xfrm>
            <a:prstGeom prst="ellipse">
              <a:avLst/>
            </a:prstGeom>
            <a:solidFill>
              <a:schemeClr val="accent2"/>
            </a:solidFill>
            <a:ln w="25400" cap="flat" cmpd="sng" algn="ctr">
              <a:noFill/>
              <a:prstDash val="solid"/>
            </a:ln>
            <a:effectLst/>
          </p:spPr>
          <p:txBody>
            <a:bodyPr rtlCol="0" anchor="ctr"/>
            <a:lstStyle/>
            <a:p>
              <a:pPr algn="ctr" defTabSz="1219170">
                <a:defRPr/>
              </a:pPr>
              <a:endParaRPr lang="zh-CN" altLang="en-US" sz="2400" kern="0" dirty="0">
                <a:solidFill>
                  <a:sysClr val="window" lastClr="FFFFFF"/>
                </a:solidFill>
                <a:cs typeface="+mn-ea"/>
                <a:sym typeface="+mn-lt"/>
              </a:endParaRPr>
            </a:p>
          </p:txBody>
        </p:sp>
      </p:grpSp>
      <p:sp>
        <p:nvSpPr>
          <p:cNvPr id="90" name="Freeform 10">
            <a:extLst>
              <a:ext uri="{FF2B5EF4-FFF2-40B4-BE49-F238E27FC236}">
                <a16:creationId xmlns:a16="http://schemas.microsoft.com/office/drawing/2014/main" id="{83DDB09B-B93B-445A-8CAD-D187309B7FB9}"/>
              </a:ext>
            </a:extLst>
          </p:cNvPr>
          <p:cNvSpPr>
            <a:spLocks noEditPoints="1"/>
          </p:cNvSpPr>
          <p:nvPr/>
        </p:nvSpPr>
        <p:spPr bwMode="auto">
          <a:xfrm>
            <a:off x="6642131" y="4620563"/>
            <a:ext cx="352240" cy="271813"/>
          </a:xfrm>
          <a:custGeom>
            <a:avLst/>
            <a:gdLst>
              <a:gd name="T0" fmla="*/ 164 w 164"/>
              <a:gd name="T1" fmla="*/ 114 h 128"/>
              <a:gd name="T2" fmla="*/ 149 w 164"/>
              <a:gd name="T3" fmla="*/ 128 h 128"/>
              <a:gd name="T4" fmla="*/ 15 w 164"/>
              <a:gd name="T5" fmla="*/ 128 h 128"/>
              <a:gd name="T6" fmla="*/ 0 w 164"/>
              <a:gd name="T7" fmla="*/ 114 h 128"/>
              <a:gd name="T8" fmla="*/ 0 w 164"/>
              <a:gd name="T9" fmla="*/ 14 h 128"/>
              <a:gd name="T10" fmla="*/ 15 w 164"/>
              <a:gd name="T11" fmla="*/ 0 h 128"/>
              <a:gd name="T12" fmla="*/ 149 w 164"/>
              <a:gd name="T13" fmla="*/ 0 h 128"/>
              <a:gd name="T14" fmla="*/ 164 w 164"/>
              <a:gd name="T15" fmla="*/ 14 h 128"/>
              <a:gd name="T16" fmla="*/ 164 w 164"/>
              <a:gd name="T17" fmla="*/ 114 h 128"/>
              <a:gd name="T18" fmla="*/ 149 w 164"/>
              <a:gd name="T19" fmla="*/ 11 h 128"/>
              <a:gd name="T20" fmla="*/ 15 w 164"/>
              <a:gd name="T21" fmla="*/ 11 h 128"/>
              <a:gd name="T22" fmla="*/ 12 w 164"/>
              <a:gd name="T23" fmla="*/ 14 h 128"/>
              <a:gd name="T24" fmla="*/ 25 w 164"/>
              <a:gd name="T25" fmla="*/ 40 h 128"/>
              <a:gd name="T26" fmla="*/ 62 w 164"/>
              <a:gd name="T27" fmla="*/ 69 h 128"/>
              <a:gd name="T28" fmla="*/ 82 w 164"/>
              <a:gd name="T29" fmla="*/ 82 h 128"/>
              <a:gd name="T30" fmla="*/ 82 w 164"/>
              <a:gd name="T31" fmla="*/ 82 h 128"/>
              <a:gd name="T32" fmla="*/ 82 w 164"/>
              <a:gd name="T33" fmla="*/ 82 h 128"/>
              <a:gd name="T34" fmla="*/ 102 w 164"/>
              <a:gd name="T35" fmla="*/ 69 h 128"/>
              <a:gd name="T36" fmla="*/ 139 w 164"/>
              <a:gd name="T37" fmla="*/ 40 h 128"/>
              <a:gd name="T38" fmla="*/ 152 w 164"/>
              <a:gd name="T39" fmla="*/ 18 h 128"/>
              <a:gd name="T40" fmla="*/ 149 w 164"/>
              <a:gd name="T41" fmla="*/ 11 h 128"/>
              <a:gd name="T42" fmla="*/ 152 w 164"/>
              <a:gd name="T43" fmla="*/ 43 h 128"/>
              <a:gd name="T44" fmla="*/ 146 w 164"/>
              <a:gd name="T45" fmla="*/ 50 h 128"/>
              <a:gd name="T46" fmla="*/ 107 w 164"/>
              <a:gd name="T47" fmla="*/ 80 h 128"/>
              <a:gd name="T48" fmla="*/ 82 w 164"/>
              <a:gd name="T49" fmla="*/ 93 h 128"/>
              <a:gd name="T50" fmla="*/ 82 w 164"/>
              <a:gd name="T51" fmla="*/ 93 h 128"/>
              <a:gd name="T52" fmla="*/ 82 w 164"/>
              <a:gd name="T53" fmla="*/ 93 h 128"/>
              <a:gd name="T54" fmla="*/ 57 w 164"/>
              <a:gd name="T55" fmla="*/ 80 h 128"/>
              <a:gd name="T56" fmla="*/ 18 w 164"/>
              <a:gd name="T57" fmla="*/ 50 h 128"/>
              <a:gd name="T58" fmla="*/ 12 w 164"/>
              <a:gd name="T59" fmla="*/ 43 h 128"/>
              <a:gd name="T60" fmla="*/ 12 w 164"/>
              <a:gd name="T61" fmla="*/ 114 h 128"/>
              <a:gd name="T62" fmla="*/ 15 w 164"/>
              <a:gd name="T63" fmla="*/ 117 h 128"/>
              <a:gd name="T64" fmla="*/ 149 w 164"/>
              <a:gd name="T65" fmla="*/ 117 h 128"/>
              <a:gd name="T66" fmla="*/ 152 w 164"/>
              <a:gd name="T67" fmla="*/ 114 h 128"/>
              <a:gd name="T68" fmla="*/ 152 w 164"/>
              <a:gd name="T69" fmla="*/ 43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64" h="128">
                <a:moveTo>
                  <a:pt x="164" y="114"/>
                </a:moveTo>
                <a:cubicBezTo>
                  <a:pt x="164" y="122"/>
                  <a:pt x="157" y="128"/>
                  <a:pt x="149" y="128"/>
                </a:cubicBezTo>
                <a:cubicBezTo>
                  <a:pt x="15" y="128"/>
                  <a:pt x="15" y="128"/>
                  <a:pt x="15" y="128"/>
                </a:cubicBezTo>
                <a:cubicBezTo>
                  <a:pt x="7" y="128"/>
                  <a:pt x="0" y="122"/>
                  <a:pt x="0" y="114"/>
                </a:cubicBezTo>
                <a:cubicBezTo>
                  <a:pt x="0" y="14"/>
                  <a:pt x="0" y="14"/>
                  <a:pt x="0" y="14"/>
                </a:cubicBezTo>
                <a:cubicBezTo>
                  <a:pt x="0" y="6"/>
                  <a:pt x="7" y="0"/>
                  <a:pt x="15" y="0"/>
                </a:cubicBezTo>
                <a:cubicBezTo>
                  <a:pt x="149" y="0"/>
                  <a:pt x="149" y="0"/>
                  <a:pt x="149" y="0"/>
                </a:cubicBezTo>
                <a:cubicBezTo>
                  <a:pt x="157" y="0"/>
                  <a:pt x="164" y="6"/>
                  <a:pt x="164" y="14"/>
                </a:cubicBezTo>
                <a:lnTo>
                  <a:pt x="164" y="114"/>
                </a:lnTo>
                <a:close/>
                <a:moveTo>
                  <a:pt x="149" y="11"/>
                </a:moveTo>
                <a:cubicBezTo>
                  <a:pt x="15" y="11"/>
                  <a:pt x="15" y="11"/>
                  <a:pt x="15" y="11"/>
                </a:cubicBezTo>
                <a:cubicBezTo>
                  <a:pt x="13" y="11"/>
                  <a:pt x="12" y="13"/>
                  <a:pt x="12" y="14"/>
                </a:cubicBezTo>
                <a:cubicBezTo>
                  <a:pt x="12" y="25"/>
                  <a:pt x="17" y="34"/>
                  <a:pt x="25" y="40"/>
                </a:cubicBezTo>
                <a:cubicBezTo>
                  <a:pt x="37" y="50"/>
                  <a:pt x="50" y="59"/>
                  <a:pt x="62" y="69"/>
                </a:cubicBezTo>
                <a:cubicBezTo>
                  <a:pt x="67" y="73"/>
                  <a:pt x="76" y="82"/>
                  <a:pt x="82" y="82"/>
                </a:cubicBezTo>
                <a:cubicBezTo>
                  <a:pt x="82" y="82"/>
                  <a:pt x="82" y="82"/>
                  <a:pt x="82" y="82"/>
                </a:cubicBezTo>
                <a:cubicBezTo>
                  <a:pt x="82" y="82"/>
                  <a:pt x="82" y="82"/>
                  <a:pt x="82" y="82"/>
                </a:cubicBezTo>
                <a:cubicBezTo>
                  <a:pt x="89" y="82"/>
                  <a:pt x="97" y="73"/>
                  <a:pt x="102" y="69"/>
                </a:cubicBezTo>
                <a:cubicBezTo>
                  <a:pt x="114" y="59"/>
                  <a:pt x="127" y="50"/>
                  <a:pt x="139" y="40"/>
                </a:cubicBezTo>
                <a:cubicBezTo>
                  <a:pt x="145" y="36"/>
                  <a:pt x="152" y="25"/>
                  <a:pt x="152" y="18"/>
                </a:cubicBezTo>
                <a:cubicBezTo>
                  <a:pt x="152" y="15"/>
                  <a:pt x="153" y="11"/>
                  <a:pt x="149" y="11"/>
                </a:cubicBezTo>
                <a:close/>
                <a:moveTo>
                  <a:pt x="152" y="43"/>
                </a:moveTo>
                <a:cubicBezTo>
                  <a:pt x="150" y="46"/>
                  <a:pt x="148" y="48"/>
                  <a:pt x="146" y="50"/>
                </a:cubicBezTo>
                <a:cubicBezTo>
                  <a:pt x="133" y="60"/>
                  <a:pt x="120" y="70"/>
                  <a:pt x="107" y="80"/>
                </a:cubicBezTo>
                <a:cubicBezTo>
                  <a:pt x="100" y="86"/>
                  <a:pt x="92" y="93"/>
                  <a:pt x="82" y="93"/>
                </a:cubicBezTo>
                <a:cubicBezTo>
                  <a:pt x="82" y="93"/>
                  <a:pt x="82" y="93"/>
                  <a:pt x="82" y="93"/>
                </a:cubicBezTo>
                <a:cubicBezTo>
                  <a:pt x="82" y="93"/>
                  <a:pt x="82" y="93"/>
                  <a:pt x="82" y="93"/>
                </a:cubicBezTo>
                <a:cubicBezTo>
                  <a:pt x="72" y="93"/>
                  <a:pt x="64" y="86"/>
                  <a:pt x="57" y="80"/>
                </a:cubicBezTo>
                <a:cubicBezTo>
                  <a:pt x="44" y="70"/>
                  <a:pt x="31" y="60"/>
                  <a:pt x="18" y="50"/>
                </a:cubicBezTo>
                <a:cubicBezTo>
                  <a:pt x="16" y="48"/>
                  <a:pt x="14" y="46"/>
                  <a:pt x="12" y="43"/>
                </a:cubicBezTo>
                <a:cubicBezTo>
                  <a:pt x="12" y="114"/>
                  <a:pt x="12" y="114"/>
                  <a:pt x="12" y="114"/>
                </a:cubicBezTo>
                <a:cubicBezTo>
                  <a:pt x="12" y="115"/>
                  <a:pt x="13" y="117"/>
                  <a:pt x="15" y="117"/>
                </a:cubicBezTo>
                <a:cubicBezTo>
                  <a:pt x="149" y="117"/>
                  <a:pt x="149" y="117"/>
                  <a:pt x="149" y="117"/>
                </a:cubicBezTo>
                <a:cubicBezTo>
                  <a:pt x="151" y="117"/>
                  <a:pt x="152" y="115"/>
                  <a:pt x="152" y="114"/>
                </a:cubicBezTo>
                <a:lnTo>
                  <a:pt x="152" y="43"/>
                </a:lnTo>
                <a:close/>
              </a:path>
            </a:pathLst>
          </a:custGeom>
          <a:solidFill>
            <a:schemeClr val="bg1"/>
          </a:solidFill>
          <a:ln>
            <a:noFill/>
          </a:ln>
          <a:effectLst>
            <a:outerShdw blurRad="50800" dist="50800" dir="5400000" algn="ctr" rotWithShape="0">
              <a:srgbClr val="000000">
                <a:alpha val="0"/>
              </a:srgbClr>
            </a:outerShdw>
          </a:effectLst>
        </p:spPr>
        <p:txBody>
          <a:bodyPr vert="horz" wrap="square" lIns="121920" tIns="60960" rIns="121920" bIns="60960" numCol="1" anchor="t" anchorCtr="0" compatLnSpc="1">
            <a:prstTxWarp prst="textNoShape">
              <a:avLst/>
            </a:prstTxWarp>
          </a:bodyPr>
          <a:lstStyle/>
          <a:p>
            <a:pPr algn="ctr" defTabSz="1219270" fontAlgn="base">
              <a:spcBef>
                <a:spcPct val="0"/>
              </a:spcBef>
              <a:spcAft>
                <a:spcPct val="0"/>
              </a:spcAft>
              <a:defRPr/>
            </a:pPr>
            <a:endParaRPr lang="en-US" sz="2933" kern="0" dirty="0">
              <a:solidFill>
                <a:srgbClr val="000000"/>
              </a:solidFill>
              <a:cs typeface="+mn-ea"/>
              <a:sym typeface="+mn-lt"/>
            </a:endParaRPr>
          </a:p>
        </p:txBody>
      </p:sp>
      <p:grpSp>
        <p:nvGrpSpPr>
          <p:cNvPr id="91" name="组合 90">
            <a:extLst>
              <a:ext uri="{FF2B5EF4-FFF2-40B4-BE49-F238E27FC236}">
                <a16:creationId xmlns:a16="http://schemas.microsoft.com/office/drawing/2014/main" id="{EF428233-0DBF-40FD-A23B-08A0DAB684FB}"/>
              </a:ext>
            </a:extLst>
          </p:cNvPr>
          <p:cNvGrpSpPr/>
          <p:nvPr/>
        </p:nvGrpSpPr>
        <p:grpSpPr>
          <a:xfrm>
            <a:off x="8469770" y="1501214"/>
            <a:ext cx="817991" cy="817989"/>
            <a:chOff x="304800" y="673100"/>
            <a:chExt cx="4000500" cy="4000500"/>
          </a:xfrm>
          <a:effectLst>
            <a:outerShdw blurRad="50800" dist="50800" dir="5400000" algn="ctr" rotWithShape="0">
              <a:srgbClr val="000000">
                <a:alpha val="0"/>
              </a:srgbClr>
            </a:outerShdw>
          </a:effectLst>
        </p:grpSpPr>
        <p:sp>
          <p:nvSpPr>
            <p:cNvPr id="92" name="同心圆 37">
              <a:extLst>
                <a:ext uri="{FF2B5EF4-FFF2-40B4-BE49-F238E27FC236}">
                  <a16:creationId xmlns:a16="http://schemas.microsoft.com/office/drawing/2014/main" id="{BB6CB70A-0012-4925-998F-0E7E55FF3F05}"/>
                </a:ext>
              </a:extLst>
            </p:cNvPr>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9170">
                <a:defRPr/>
              </a:pPr>
              <a:endParaRPr lang="zh-CN" altLang="en-US" sz="2400" kern="0" dirty="0">
                <a:solidFill>
                  <a:sysClr val="windowText" lastClr="000000"/>
                </a:solidFill>
                <a:cs typeface="+mn-ea"/>
                <a:sym typeface="+mn-lt"/>
              </a:endParaRPr>
            </a:p>
          </p:txBody>
        </p:sp>
        <p:sp>
          <p:nvSpPr>
            <p:cNvPr id="93" name="椭圆 92">
              <a:extLst>
                <a:ext uri="{FF2B5EF4-FFF2-40B4-BE49-F238E27FC236}">
                  <a16:creationId xmlns:a16="http://schemas.microsoft.com/office/drawing/2014/main" id="{8F3FC978-15C1-4A87-A589-1B7A8EEC7770}"/>
                </a:ext>
              </a:extLst>
            </p:cNvPr>
            <p:cNvSpPr/>
            <p:nvPr/>
          </p:nvSpPr>
          <p:spPr>
            <a:xfrm>
              <a:off x="392112" y="760412"/>
              <a:ext cx="3825874" cy="3825874"/>
            </a:xfrm>
            <a:prstGeom prst="ellipse">
              <a:avLst/>
            </a:prstGeom>
            <a:solidFill>
              <a:schemeClr val="accent2"/>
            </a:solidFill>
            <a:ln w="25400" cap="flat" cmpd="sng" algn="ctr">
              <a:noFill/>
              <a:prstDash val="solid"/>
            </a:ln>
            <a:effectLst/>
          </p:spPr>
          <p:txBody>
            <a:bodyPr rtlCol="0" anchor="ctr"/>
            <a:lstStyle/>
            <a:p>
              <a:pPr algn="ctr" defTabSz="1219170">
                <a:defRPr/>
              </a:pPr>
              <a:endParaRPr lang="zh-CN" altLang="en-US" sz="2400" kern="0" dirty="0">
                <a:solidFill>
                  <a:sysClr val="window" lastClr="FFFFFF"/>
                </a:solidFill>
                <a:cs typeface="+mn-ea"/>
                <a:sym typeface="+mn-lt"/>
              </a:endParaRPr>
            </a:p>
          </p:txBody>
        </p:sp>
      </p:grpSp>
      <p:sp>
        <p:nvSpPr>
          <p:cNvPr id="94" name="Freeform 9">
            <a:extLst>
              <a:ext uri="{FF2B5EF4-FFF2-40B4-BE49-F238E27FC236}">
                <a16:creationId xmlns:a16="http://schemas.microsoft.com/office/drawing/2014/main" id="{5E1D18D6-6C2C-49FA-9475-4817C5AC38C2}"/>
              </a:ext>
            </a:extLst>
          </p:cNvPr>
          <p:cNvSpPr>
            <a:spLocks noEditPoints="1"/>
          </p:cNvSpPr>
          <p:nvPr/>
        </p:nvSpPr>
        <p:spPr bwMode="auto">
          <a:xfrm>
            <a:off x="8719605" y="1760955"/>
            <a:ext cx="355999" cy="263183"/>
          </a:xfrm>
          <a:custGeom>
            <a:avLst/>
            <a:gdLst>
              <a:gd name="T0" fmla="*/ 302 w 302"/>
              <a:gd name="T1" fmla="*/ 226 h 226"/>
              <a:gd name="T2" fmla="*/ 0 w 302"/>
              <a:gd name="T3" fmla="*/ 226 h 226"/>
              <a:gd name="T4" fmla="*/ 0 w 302"/>
              <a:gd name="T5" fmla="*/ 0 h 226"/>
              <a:gd name="T6" fmla="*/ 17 w 302"/>
              <a:gd name="T7" fmla="*/ 0 h 226"/>
              <a:gd name="T8" fmla="*/ 17 w 302"/>
              <a:gd name="T9" fmla="*/ 206 h 226"/>
              <a:gd name="T10" fmla="*/ 302 w 302"/>
              <a:gd name="T11" fmla="*/ 206 h 226"/>
              <a:gd name="T12" fmla="*/ 302 w 302"/>
              <a:gd name="T13" fmla="*/ 226 h 226"/>
              <a:gd name="T14" fmla="*/ 282 w 302"/>
              <a:gd name="T15" fmla="*/ 188 h 226"/>
              <a:gd name="T16" fmla="*/ 37 w 302"/>
              <a:gd name="T17" fmla="*/ 188 h 226"/>
              <a:gd name="T18" fmla="*/ 37 w 302"/>
              <a:gd name="T19" fmla="*/ 103 h 226"/>
              <a:gd name="T20" fmla="*/ 103 w 302"/>
              <a:gd name="T21" fmla="*/ 17 h 226"/>
              <a:gd name="T22" fmla="*/ 189 w 302"/>
              <a:gd name="T23" fmla="*/ 103 h 226"/>
              <a:gd name="T24" fmla="*/ 245 w 302"/>
              <a:gd name="T25" fmla="*/ 56 h 226"/>
              <a:gd name="T26" fmla="*/ 282 w 302"/>
              <a:gd name="T27" fmla="*/ 188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02" h="226">
                <a:moveTo>
                  <a:pt x="302" y="226"/>
                </a:moveTo>
                <a:lnTo>
                  <a:pt x="0" y="226"/>
                </a:lnTo>
                <a:lnTo>
                  <a:pt x="0" y="0"/>
                </a:lnTo>
                <a:lnTo>
                  <a:pt x="17" y="0"/>
                </a:lnTo>
                <a:lnTo>
                  <a:pt x="17" y="206"/>
                </a:lnTo>
                <a:lnTo>
                  <a:pt x="302" y="206"/>
                </a:lnTo>
                <a:lnTo>
                  <a:pt x="302" y="226"/>
                </a:lnTo>
                <a:close/>
                <a:moveTo>
                  <a:pt x="282" y="188"/>
                </a:moveTo>
                <a:lnTo>
                  <a:pt x="37" y="188"/>
                </a:lnTo>
                <a:lnTo>
                  <a:pt x="37" y="103"/>
                </a:lnTo>
                <a:lnTo>
                  <a:pt x="103" y="17"/>
                </a:lnTo>
                <a:lnTo>
                  <a:pt x="189" y="103"/>
                </a:lnTo>
                <a:lnTo>
                  <a:pt x="245" y="56"/>
                </a:lnTo>
                <a:lnTo>
                  <a:pt x="282" y="188"/>
                </a:lnTo>
                <a:close/>
              </a:path>
            </a:pathLst>
          </a:custGeom>
          <a:solidFill>
            <a:schemeClr val="bg1"/>
          </a:solidFill>
          <a:ln>
            <a:noFill/>
          </a:ln>
          <a:effectLst>
            <a:outerShdw blurRad="50800" dist="50800" dir="5400000" algn="ctr" rotWithShape="0">
              <a:srgbClr val="000000">
                <a:alpha val="0"/>
              </a:srgbClr>
            </a:outerShdw>
          </a:effectLst>
        </p:spPr>
        <p:txBody>
          <a:bodyPr vert="horz" wrap="square" lIns="121920" tIns="60960" rIns="121920" bIns="60960" numCol="1" anchor="t" anchorCtr="0" compatLnSpc="1">
            <a:prstTxWarp prst="textNoShape">
              <a:avLst/>
            </a:prstTxWarp>
          </a:bodyPr>
          <a:lstStyle/>
          <a:p>
            <a:pPr algn="ctr" defTabSz="1219270" fontAlgn="base">
              <a:spcBef>
                <a:spcPct val="0"/>
              </a:spcBef>
              <a:spcAft>
                <a:spcPct val="0"/>
              </a:spcAft>
              <a:defRPr/>
            </a:pPr>
            <a:endParaRPr lang="en-US" sz="2933" kern="0" dirty="0">
              <a:solidFill>
                <a:srgbClr val="000000"/>
              </a:solidFill>
              <a:cs typeface="+mn-ea"/>
              <a:sym typeface="+mn-lt"/>
            </a:endParaRPr>
          </a:p>
        </p:txBody>
      </p:sp>
      <p:grpSp>
        <p:nvGrpSpPr>
          <p:cNvPr id="95" name="组合 94">
            <a:extLst>
              <a:ext uri="{FF2B5EF4-FFF2-40B4-BE49-F238E27FC236}">
                <a16:creationId xmlns:a16="http://schemas.microsoft.com/office/drawing/2014/main" id="{0842E7F1-B47C-4074-A701-EABBA400100A}"/>
              </a:ext>
            </a:extLst>
          </p:cNvPr>
          <p:cNvGrpSpPr/>
          <p:nvPr/>
        </p:nvGrpSpPr>
        <p:grpSpPr>
          <a:xfrm>
            <a:off x="8835069" y="3921047"/>
            <a:ext cx="817991" cy="817989"/>
            <a:chOff x="304800" y="673100"/>
            <a:chExt cx="4000500" cy="4000500"/>
          </a:xfrm>
          <a:effectLst>
            <a:outerShdw blurRad="50800" dist="50800" dir="5400000" algn="ctr" rotWithShape="0">
              <a:srgbClr val="000000">
                <a:alpha val="0"/>
              </a:srgbClr>
            </a:outerShdw>
          </a:effectLst>
        </p:grpSpPr>
        <p:sp>
          <p:nvSpPr>
            <p:cNvPr id="96" name="同心圆 41">
              <a:extLst>
                <a:ext uri="{FF2B5EF4-FFF2-40B4-BE49-F238E27FC236}">
                  <a16:creationId xmlns:a16="http://schemas.microsoft.com/office/drawing/2014/main" id="{DD900174-CC77-4BAA-A0DE-C20048367175}"/>
                </a:ext>
              </a:extLst>
            </p:cNvPr>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9170">
                <a:defRPr/>
              </a:pPr>
              <a:endParaRPr lang="zh-CN" altLang="en-US" sz="2400" kern="0" dirty="0">
                <a:solidFill>
                  <a:sysClr val="windowText" lastClr="000000"/>
                </a:solidFill>
                <a:cs typeface="+mn-ea"/>
                <a:sym typeface="+mn-lt"/>
              </a:endParaRPr>
            </a:p>
          </p:txBody>
        </p:sp>
        <p:sp>
          <p:nvSpPr>
            <p:cNvPr id="97" name="椭圆 96">
              <a:extLst>
                <a:ext uri="{FF2B5EF4-FFF2-40B4-BE49-F238E27FC236}">
                  <a16:creationId xmlns:a16="http://schemas.microsoft.com/office/drawing/2014/main" id="{CC5519E2-7DA1-45A8-BA5F-DE9D09AA5F77}"/>
                </a:ext>
              </a:extLst>
            </p:cNvPr>
            <p:cNvSpPr/>
            <p:nvPr/>
          </p:nvSpPr>
          <p:spPr>
            <a:xfrm>
              <a:off x="392112" y="760412"/>
              <a:ext cx="3825874" cy="3825874"/>
            </a:xfrm>
            <a:prstGeom prst="ellipse">
              <a:avLst/>
            </a:prstGeom>
            <a:solidFill>
              <a:schemeClr val="accent1"/>
            </a:solidFill>
            <a:ln w="25400" cap="flat" cmpd="sng" algn="ctr">
              <a:noFill/>
              <a:prstDash val="solid"/>
            </a:ln>
            <a:effectLst/>
          </p:spPr>
          <p:txBody>
            <a:bodyPr rtlCol="0" anchor="ctr"/>
            <a:lstStyle/>
            <a:p>
              <a:pPr algn="ctr" defTabSz="1219170">
                <a:defRPr/>
              </a:pPr>
              <a:endParaRPr lang="zh-CN" altLang="en-US" sz="2400" kern="0" dirty="0">
                <a:solidFill>
                  <a:sysClr val="window" lastClr="FFFFFF"/>
                </a:solidFill>
                <a:cs typeface="+mn-ea"/>
                <a:sym typeface="+mn-lt"/>
              </a:endParaRPr>
            </a:p>
          </p:txBody>
        </p:sp>
      </p:grpSp>
      <p:sp>
        <p:nvSpPr>
          <p:cNvPr id="98" name="Freeform 6">
            <a:extLst>
              <a:ext uri="{FF2B5EF4-FFF2-40B4-BE49-F238E27FC236}">
                <a16:creationId xmlns:a16="http://schemas.microsoft.com/office/drawing/2014/main" id="{CBF3F6A8-4D8D-48A5-9BDE-79F9BB68DD31}"/>
              </a:ext>
            </a:extLst>
          </p:cNvPr>
          <p:cNvSpPr>
            <a:spLocks noEditPoints="1"/>
          </p:cNvSpPr>
          <p:nvPr/>
        </p:nvSpPr>
        <p:spPr bwMode="auto">
          <a:xfrm>
            <a:off x="9031802" y="4188685"/>
            <a:ext cx="430031" cy="282716"/>
          </a:xfrm>
          <a:custGeom>
            <a:avLst/>
            <a:gdLst>
              <a:gd name="T0" fmla="*/ 176 w 176"/>
              <a:gd name="T1" fmla="*/ 99 h 117"/>
              <a:gd name="T2" fmla="*/ 176 w 176"/>
              <a:gd name="T3" fmla="*/ 108 h 117"/>
              <a:gd name="T4" fmla="*/ 161 w 176"/>
              <a:gd name="T5" fmla="*/ 117 h 117"/>
              <a:gd name="T6" fmla="*/ 15 w 176"/>
              <a:gd name="T7" fmla="*/ 117 h 117"/>
              <a:gd name="T8" fmla="*/ 0 w 176"/>
              <a:gd name="T9" fmla="*/ 108 h 117"/>
              <a:gd name="T10" fmla="*/ 0 w 176"/>
              <a:gd name="T11" fmla="*/ 99 h 117"/>
              <a:gd name="T12" fmla="*/ 15 w 176"/>
              <a:gd name="T13" fmla="*/ 99 h 117"/>
              <a:gd name="T14" fmla="*/ 161 w 176"/>
              <a:gd name="T15" fmla="*/ 99 h 117"/>
              <a:gd name="T16" fmla="*/ 176 w 176"/>
              <a:gd name="T17" fmla="*/ 99 h 117"/>
              <a:gd name="T18" fmla="*/ 24 w 176"/>
              <a:gd name="T19" fmla="*/ 79 h 117"/>
              <a:gd name="T20" fmla="*/ 24 w 176"/>
              <a:gd name="T21" fmla="*/ 14 h 117"/>
              <a:gd name="T22" fmla="*/ 38 w 176"/>
              <a:gd name="T23" fmla="*/ 0 h 117"/>
              <a:gd name="T24" fmla="*/ 138 w 176"/>
              <a:gd name="T25" fmla="*/ 0 h 117"/>
              <a:gd name="T26" fmla="*/ 152 w 176"/>
              <a:gd name="T27" fmla="*/ 14 h 117"/>
              <a:gd name="T28" fmla="*/ 152 w 176"/>
              <a:gd name="T29" fmla="*/ 79 h 117"/>
              <a:gd name="T30" fmla="*/ 138 w 176"/>
              <a:gd name="T31" fmla="*/ 93 h 117"/>
              <a:gd name="T32" fmla="*/ 38 w 176"/>
              <a:gd name="T33" fmla="*/ 93 h 117"/>
              <a:gd name="T34" fmla="*/ 24 w 176"/>
              <a:gd name="T35" fmla="*/ 79 h 117"/>
              <a:gd name="T36" fmla="*/ 35 w 176"/>
              <a:gd name="T37" fmla="*/ 79 h 117"/>
              <a:gd name="T38" fmla="*/ 38 w 176"/>
              <a:gd name="T39" fmla="*/ 82 h 117"/>
              <a:gd name="T40" fmla="*/ 138 w 176"/>
              <a:gd name="T41" fmla="*/ 82 h 117"/>
              <a:gd name="T42" fmla="*/ 141 w 176"/>
              <a:gd name="T43" fmla="*/ 79 h 117"/>
              <a:gd name="T44" fmla="*/ 141 w 176"/>
              <a:gd name="T45" fmla="*/ 14 h 117"/>
              <a:gd name="T46" fmla="*/ 138 w 176"/>
              <a:gd name="T47" fmla="*/ 11 h 117"/>
              <a:gd name="T48" fmla="*/ 38 w 176"/>
              <a:gd name="T49" fmla="*/ 11 h 117"/>
              <a:gd name="T50" fmla="*/ 35 w 176"/>
              <a:gd name="T51" fmla="*/ 14 h 117"/>
              <a:gd name="T52" fmla="*/ 35 w 176"/>
              <a:gd name="T53" fmla="*/ 79 h 117"/>
              <a:gd name="T54" fmla="*/ 97 w 176"/>
              <a:gd name="T55" fmla="*/ 107 h 117"/>
              <a:gd name="T56" fmla="*/ 95 w 176"/>
              <a:gd name="T57" fmla="*/ 105 h 117"/>
              <a:gd name="T58" fmla="*/ 81 w 176"/>
              <a:gd name="T59" fmla="*/ 105 h 117"/>
              <a:gd name="T60" fmla="*/ 79 w 176"/>
              <a:gd name="T61" fmla="*/ 107 h 117"/>
              <a:gd name="T62" fmla="*/ 81 w 176"/>
              <a:gd name="T63" fmla="*/ 108 h 117"/>
              <a:gd name="T64" fmla="*/ 95 w 176"/>
              <a:gd name="T65" fmla="*/ 108 h 117"/>
              <a:gd name="T66" fmla="*/ 97 w 176"/>
              <a:gd name="T67" fmla="*/ 10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76" h="117">
                <a:moveTo>
                  <a:pt x="176" y="99"/>
                </a:moveTo>
                <a:cubicBezTo>
                  <a:pt x="176" y="108"/>
                  <a:pt x="176" y="108"/>
                  <a:pt x="176" y="108"/>
                </a:cubicBezTo>
                <a:cubicBezTo>
                  <a:pt x="176" y="113"/>
                  <a:pt x="169" y="117"/>
                  <a:pt x="161" y="117"/>
                </a:cubicBezTo>
                <a:cubicBezTo>
                  <a:pt x="15" y="117"/>
                  <a:pt x="15" y="117"/>
                  <a:pt x="15" y="117"/>
                </a:cubicBezTo>
                <a:cubicBezTo>
                  <a:pt x="7" y="117"/>
                  <a:pt x="0" y="113"/>
                  <a:pt x="0" y="108"/>
                </a:cubicBezTo>
                <a:cubicBezTo>
                  <a:pt x="0" y="99"/>
                  <a:pt x="0" y="99"/>
                  <a:pt x="0" y="99"/>
                </a:cubicBezTo>
                <a:cubicBezTo>
                  <a:pt x="15" y="99"/>
                  <a:pt x="15" y="99"/>
                  <a:pt x="15" y="99"/>
                </a:cubicBezTo>
                <a:cubicBezTo>
                  <a:pt x="161" y="99"/>
                  <a:pt x="161" y="99"/>
                  <a:pt x="161" y="99"/>
                </a:cubicBezTo>
                <a:lnTo>
                  <a:pt x="176" y="99"/>
                </a:lnTo>
                <a:close/>
                <a:moveTo>
                  <a:pt x="24" y="79"/>
                </a:moveTo>
                <a:cubicBezTo>
                  <a:pt x="24" y="14"/>
                  <a:pt x="24" y="14"/>
                  <a:pt x="24" y="14"/>
                </a:cubicBezTo>
                <a:cubicBezTo>
                  <a:pt x="24" y="6"/>
                  <a:pt x="30" y="0"/>
                  <a:pt x="38" y="0"/>
                </a:cubicBezTo>
                <a:cubicBezTo>
                  <a:pt x="138" y="0"/>
                  <a:pt x="138" y="0"/>
                  <a:pt x="138" y="0"/>
                </a:cubicBezTo>
                <a:cubicBezTo>
                  <a:pt x="146" y="0"/>
                  <a:pt x="152" y="6"/>
                  <a:pt x="152" y="14"/>
                </a:cubicBezTo>
                <a:cubicBezTo>
                  <a:pt x="152" y="79"/>
                  <a:pt x="152" y="79"/>
                  <a:pt x="152" y="79"/>
                </a:cubicBezTo>
                <a:cubicBezTo>
                  <a:pt x="152" y="87"/>
                  <a:pt x="146" y="93"/>
                  <a:pt x="138" y="93"/>
                </a:cubicBezTo>
                <a:cubicBezTo>
                  <a:pt x="38" y="93"/>
                  <a:pt x="38" y="93"/>
                  <a:pt x="38" y="93"/>
                </a:cubicBezTo>
                <a:cubicBezTo>
                  <a:pt x="30" y="93"/>
                  <a:pt x="24" y="87"/>
                  <a:pt x="24" y="79"/>
                </a:cubicBezTo>
                <a:close/>
                <a:moveTo>
                  <a:pt x="35" y="79"/>
                </a:moveTo>
                <a:cubicBezTo>
                  <a:pt x="35" y="80"/>
                  <a:pt x="37" y="82"/>
                  <a:pt x="38" y="82"/>
                </a:cubicBezTo>
                <a:cubicBezTo>
                  <a:pt x="138" y="82"/>
                  <a:pt x="138" y="82"/>
                  <a:pt x="138" y="82"/>
                </a:cubicBezTo>
                <a:cubicBezTo>
                  <a:pt x="139" y="82"/>
                  <a:pt x="141" y="80"/>
                  <a:pt x="141" y="79"/>
                </a:cubicBezTo>
                <a:cubicBezTo>
                  <a:pt x="141" y="14"/>
                  <a:pt x="141" y="14"/>
                  <a:pt x="141" y="14"/>
                </a:cubicBezTo>
                <a:cubicBezTo>
                  <a:pt x="141" y="13"/>
                  <a:pt x="139" y="11"/>
                  <a:pt x="138" y="11"/>
                </a:cubicBezTo>
                <a:cubicBezTo>
                  <a:pt x="38" y="11"/>
                  <a:pt x="38" y="11"/>
                  <a:pt x="38" y="11"/>
                </a:cubicBezTo>
                <a:cubicBezTo>
                  <a:pt x="37" y="11"/>
                  <a:pt x="35" y="13"/>
                  <a:pt x="35" y="14"/>
                </a:cubicBezTo>
                <a:lnTo>
                  <a:pt x="35" y="79"/>
                </a:lnTo>
                <a:close/>
                <a:moveTo>
                  <a:pt x="97" y="107"/>
                </a:moveTo>
                <a:cubicBezTo>
                  <a:pt x="97" y="106"/>
                  <a:pt x="96" y="105"/>
                  <a:pt x="95" y="105"/>
                </a:cubicBezTo>
                <a:cubicBezTo>
                  <a:pt x="81" y="105"/>
                  <a:pt x="81" y="105"/>
                  <a:pt x="81" y="105"/>
                </a:cubicBezTo>
                <a:cubicBezTo>
                  <a:pt x="80" y="105"/>
                  <a:pt x="79" y="106"/>
                  <a:pt x="79" y="107"/>
                </a:cubicBezTo>
                <a:cubicBezTo>
                  <a:pt x="79" y="107"/>
                  <a:pt x="80" y="108"/>
                  <a:pt x="81" y="108"/>
                </a:cubicBezTo>
                <a:cubicBezTo>
                  <a:pt x="95" y="108"/>
                  <a:pt x="95" y="108"/>
                  <a:pt x="95" y="108"/>
                </a:cubicBezTo>
                <a:cubicBezTo>
                  <a:pt x="96" y="108"/>
                  <a:pt x="97" y="107"/>
                  <a:pt x="97" y="107"/>
                </a:cubicBezTo>
                <a:close/>
              </a:path>
            </a:pathLst>
          </a:custGeom>
          <a:solidFill>
            <a:schemeClr val="bg1"/>
          </a:solidFill>
          <a:ln>
            <a:noFill/>
          </a:ln>
          <a:effectLst>
            <a:outerShdw blurRad="50800" dist="50800" dir="5400000" algn="ctr" rotWithShape="0">
              <a:srgbClr val="000000">
                <a:alpha val="0"/>
              </a:srgbClr>
            </a:outerShdw>
          </a:effectLst>
        </p:spPr>
        <p:txBody>
          <a:bodyPr vert="horz" wrap="square" lIns="121920" tIns="60960" rIns="121920" bIns="60960" numCol="1" anchor="t" anchorCtr="0" compatLnSpc="1">
            <a:prstTxWarp prst="textNoShape">
              <a:avLst/>
            </a:prstTxWarp>
          </a:bodyPr>
          <a:lstStyle/>
          <a:p>
            <a:pPr algn="ctr" defTabSz="1219270" fontAlgn="base">
              <a:spcBef>
                <a:spcPct val="0"/>
              </a:spcBef>
              <a:spcAft>
                <a:spcPct val="0"/>
              </a:spcAft>
              <a:defRPr/>
            </a:pPr>
            <a:endParaRPr lang="en-US" sz="2933" kern="0" dirty="0">
              <a:solidFill>
                <a:srgbClr val="000000"/>
              </a:solidFill>
              <a:cs typeface="+mn-ea"/>
              <a:sym typeface="+mn-lt"/>
            </a:endParaRPr>
          </a:p>
        </p:txBody>
      </p:sp>
      <p:grpSp>
        <p:nvGrpSpPr>
          <p:cNvPr id="99" name="组合 98">
            <a:extLst>
              <a:ext uri="{FF2B5EF4-FFF2-40B4-BE49-F238E27FC236}">
                <a16:creationId xmlns:a16="http://schemas.microsoft.com/office/drawing/2014/main" id="{F7BA3102-B5AF-4D4D-AD39-BC6B280DD6AF}"/>
              </a:ext>
            </a:extLst>
          </p:cNvPr>
          <p:cNvGrpSpPr/>
          <p:nvPr/>
        </p:nvGrpSpPr>
        <p:grpSpPr>
          <a:xfrm>
            <a:off x="10502586" y="2027906"/>
            <a:ext cx="817991" cy="817989"/>
            <a:chOff x="304800" y="673100"/>
            <a:chExt cx="4000500" cy="4000500"/>
          </a:xfrm>
          <a:effectLst>
            <a:outerShdw blurRad="50800" dist="50800" dir="5400000" algn="ctr" rotWithShape="0">
              <a:srgbClr val="000000">
                <a:alpha val="0"/>
              </a:srgbClr>
            </a:outerShdw>
          </a:effectLst>
        </p:grpSpPr>
        <p:sp>
          <p:nvSpPr>
            <p:cNvPr id="100" name="同心圆 45">
              <a:extLst>
                <a:ext uri="{FF2B5EF4-FFF2-40B4-BE49-F238E27FC236}">
                  <a16:creationId xmlns:a16="http://schemas.microsoft.com/office/drawing/2014/main" id="{A25B80A7-B2F4-4876-8F71-DFE4CEABF100}"/>
                </a:ext>
              </a:extLst>
            </p:cNvPr>
            <p:cNvSpPr/>
            <p:nvPr/>
          </p:nvSpPr>
          <p:spPr>
            <a:xfrm>
              <a:off x="304800" y="673100"/>
              <a:ext cx="4000500" cy="4000500"/>
            </a:xfrm>
            <a:prstGeom prst="donut">
              <a:avLst>
                <a:gd name="adj" fmla="val 4879"/>
              </a:avLst>
            </a:prstGeom>
            <a:gradFill>
              <a:gsLst>
                <a:gs pos="0">
                  <a:sysClr val="window" lastClr="FFFFFF"/>
                </a:gs>
                <a:gs pos="55000">
                  <a:sysClr val="window" lastClr="FFFFFF">
                    <a:lumMod val="95000"/>
                  </a:sysClr>
                </a:gs>
                <a:gs pos="100000">
                  <a:sysClr val="window" lastClr="FFFFFF">
                    <a:lumMod val="65000"/>
                  </a:sysClr>
                </a:gs>
              </a:gsLst>
              <a:lin ang="8100000" scaled="0"/>
            </a:gradFill>
            <a:ln w="25400" cap="flat" cmpd="sng" algn="ctr">
              <a:noFill/>
              <a:prstDash val="solid"/>
            </a:ln>
            <a:effectLst/>
          </p:spPr>
          <p:txBody>
            <a:bodyPr rtlCol="0" anchor="ctr"/>
            <a:lstStyle/>
            <a:p>
              <a:pPr algn="ctr" defTabSz="1219170">
                <a:defRPr/>
              </a:pPr>
              <a:endParaRPr lang="zh-CN" altLang="en-US" sz="2400" kern="0" dirty="0">
                <a:solidFill>
                  <a:sysClr val="windowText" lastClr="000000"/>
                </a:solidFill>
                <a:cs typeface="+mn-ea"/>
                <a:sym typeface="+mn-lt"/>
              </a:endParaRPr>
            </a:p>
          </p:txBody>
        </p:sp>
        <p:sp>
          <p:nvSpPr>
            <p:cNvPr id="101" name="椭圆 100">
              <a:extLst>
                <a:ext uri="{FF2B5EF4-FFF2-40B4-BE49-F238E27FC236}">
                  <a16:creationId xmlns:a16="http://schemas.microsoft.com/office/drawing/2014/main" id="{35B50E04-A421-4793-9CDE-FC8B66EAB5CE}"/>
                </a:ext>
              </a:extLst>
            </p:cNvPr>
            <p:cNvSpPr/>
            <p:nvPr/>
          </p:nvSpPr>
          <p:spPr>
            <a:xfrm>
              <a:off x="392112" y="760412"/>
              <a:ext cx="3825874" cy="3825874"/>
            </a:xfrm>
            <a:prstGeom prst="ellipse">
              <a:avLst/>
            </a:prstGeom>
            <a:solidFill>
              <a:schemeClr val="accent1"/>
            </a:solidFill>
            <a:ln w="25400" cap="flat" cmpd="sng" algn="ctr">
              <a:noFill/>
              <a:prstDash val="solid"/>
            </a:ln>
            <a:effectLst/>
          </p:spPr>
          <p:txBody>
            <a:bodyPr rtlCol="0" anchor="ctr"/>
            <a:lstStyle/>
            <a:p>
              <a:pPr algn="ctr" defTabSz="1219170">
                <a:defRPr/>
              </a:pPr>
              <a:endParaRPr lang="zh-CN" altLang="en-US" sz="2400" kern="0" dirty="0">
                <a:solidFill>
                  <a:sysClr val="window" lastClr="FFFFFF"/>
                </a:solidFill>
                <a:cs typeface="+mn-ea"/>
                <a:sym typeface="+mn-lt"/>
              </a:endParaRPr>
            </a:p>
          </p:txBody>
        </p:sp>
      </p:grpSp>
      <p:grpSp>
        <p:nvGrpSpPr>
          <p:cNvPr id="102" name="组合 101">
            <a:extLst>
              <a:ext uri="{FF2B5EF4-FFF2-40B4-BE49-F238E27FC236}">
                <a16:creationId xmlns:a16="http://schemas.microsoft.com/office/drawing/2014/main" id="{2551C437-A2E6-44F7-8813-F714E1BF1598}"/>
              </a:ext>
            </a:extLst>
          </p:cNvPr>
          <p:cNvGrpSpPr/>
          <p:nvPr/>
        </p:nvGrpSpPr>
        <p:grpSpPr>
          <a:xfrm>
            <a:off x="10647537" y="2248069"/>
            <a:ext cx="489663" cy="416699"/>
            <a:chOff x="5933005" y="2830391"/>
            <a:chExt cx="500408" cy="425843"/>
          </a:xfrm>
          <a:solidFill>
            <a:schemeClr val="bg1"/>
          </a:solidFill>
          <a:effectLst>
            <a:outerShdw blurRad="50800" dist="50800" dir="5400000" algn="ctr" rotWithShape="0">
              <a:srgbClr val="000000">
                <a:alpha val="0"/>
              </a:srgbClr>
            </a:outerShdw>
          </a:effectLst>
        </p:grpSpPr>
        <p:sp>
          <p:nvSpPr>
            <p:cNvPr id="103" name="Freeform 16">
              <a:extLst>
                <a:ext uri="{FF2B5EF4-FFF2-40B4-BE49-F238E27FC236}">
                  <a16:creationId xmlns:a16="http://schemas.microsoft.com/office/drawing/2014/main" id="{409DE811-1F95-4BC2-8E8F-A2039F29C277}"/>
                </a:ext>
              </a:extLst>
            </p:cNvPr>
            <p:cNvSpPr>
              <a:spLocks noEditPoints="1"/>
            </p:cNvSpPr>
            <p:nvPr/>
          </p:nvSpPr>
          <p:spPr bwMode="auto">
            <a:xfrm>
              <a:off x="5933005" y="2830391"/>
              <a:ext cx="467486" cy="425843"/>
            </a:xfrm>
            <a:custGeom>
              <a:avLst/>
              <a:gdLst>
                <a:gd name="T0" fmla="*/ 499 w 721"/>
                <a:gd name="T1" fmla="*/ 196 h 657"/>
                <a:gd name="T2" fmla="*/ 637 w 721"/>
                <a:gd name="T3" fmla="*/ 322 h 657"/>
                <a:gd name="T4" fmla="*/ 646 w 721"/>
                <a:gd name="T5" fmla="*/ 329 h 657"/>
                <a:gd name="T6" fmla="*/ 672 w 721"/>
                <a:gd name="T7" fmla="*/ 353 h 657"/>
                <a:gd name="T8" fmla="*/ 686 w 721"/>
                <a:gd name="T9" fmla="*/ 367 h 657"/>
                <a:gd name="T10" fmla="*/ 669 w 721"/>
                <a:gd name="T11" fmla="*/ 472 h 657"/>
                <a:gd name="T12" fmla="*/ 611 w 721"/>
                <a:gd name="T13" fmla="*/ 550 h 657"/>
                <a:gd name="T14" fmla="*/ 539 w 721"/>
                <a:gd name="T15" fmla="*/ 598 h 657"/>
                <a:gd name="T16" fmla="*/ 439 w 721"/>
                <a:gd name="T17" fmla="*/ 633 h 657"/>
                <a:gd name="T18" fmla="*/ 433 w 721"/>
                <a:gd name="T19" fmla="*/ 629 h 657"/>
                <a:gd name="T20" fmla="*/ 449 w 721"/>
                <a:gd name="T21" fmla="*/ 594 h 657"/>
                <a:gd name="T22" fmla="*/ 481 w 721"/>
                <a:gd name="T23" fmla="*/ 606 h 657"/>
                <a:gd name="T24" fmla="*/ 501 w 721"/>
                <a:gd name="T25" fmla="*/ 591 h 657"/>
                <a:gd name="T26" fmla="*/ 501 w 721"/>
                <a:gd name="T27" fmla="*/ 577 h 657"/>
                <a:gd name="T28" fmla="*/ 452 w 721"/>
                <a:gd name="T29" fmla="*/ 538 h 657"/>
                <a:gd name="T30" fmla="*/ 449 w 721"/>
                <a:gd name="T31" fmla="*/ 511 h 657"/>
                <a:gd name="T32" fmla="*/ 475 w 721"/>
                <a:gd name="T33" fmla="*/ 508 h 657"/>
                <a:gd name="T34" fmla="*/ 530 w 721"/>
                <a:gd name="T35" fmla="*/ 551 h 657"/>
                <a:gd name="T36" fmla="*/ 567 w 721"/>
                <a:gd name="T37" fmla="*/ 557 h 657"/>
                <a:gd name="T38" fmla="*/ 572 w 721"/>
                <a:gd name="T39" fmla="*/ 549 h 657"/>
                <a:gd name="T40" fmla="*/ 570 w 721"/>
                <a:gd name="T41" fmla="*/ 532 h 657"/>
                <a:gd name="T42" fmla="*/ 506 w 721"/>
                <a:gd name="T43" fmla="*/ 481 h 657"/>
                <a:gd name="T44" fmla="*/ 503 w 721"/>
                <a:gd name="T45" fmla="*/ 455 h 657"/>
                <a:gd name="T46" fmla="*/ 529 w 721"/>
                <a:gd name="T47" fmla="*/ 451 h 657"/>
                <a:gd name="T48" fmla="*/ 596 w 721"/>
                <a:gd name="T49" fmla="*/ 504 h 657"/>
                <a:gd name="T50" fmla="*/ 598 w 721"/>
                <a:gd name="T51" fmla="*/ 505 h 657"/>
                <a:gd name="T52" fmla="*/ 620 w 721"/>
                <a:gd name="T53" fmla="*/ 467 h 657"/>
                <a:gd name="T54" fmla="*/ 549 w 721"/>
                <a:gd name="T55" fmla="*/ 414 h 657"/>
                <a:gd name="T56" fmla="*/ 546 w 721"/>
                <a:gd name="T57" fmla="*/ 388 h 657"/>
                <a:gd name="T58" fmla="*/ 572 w 721"/>
                <a:gd name="T59" fmla="*/ 384 h 657"/>
                <a:gd name="T60" fmla="*/ 642 w 721"/>
                <a:gd name="T61" fmla="*/ 437 h 657"/>
                <a:gd name="T62" fmla="*/ 663 w 721"/>
                <a:gd name="T63" fmla="*/ 429 h 657"/>
                <a:gd name="T64" fmla="*/ 659 w 721"/>
                <a:gd name="T65" fmla="*/ 394 h 657"/>
                <a:gd name="T66" fmla="*/ 645 w 721"/>
                <a:gd name="T67" fmla="*/ 379 h 657"/>
                <a:gd name="T68" fmla="*/ 457 w 721"/>
                <a:gd name="T69" fmla="*/ 209 h 657"/>
                <a:gd name="T70" fmla="*/ 462 w 721"/>
                <a:gd name="T71" fmla="*/ 198 h 657"/>
                <a:gd name="T72" fmla="*/ 496 w 721"/>
                <a:gd name="T73" fmla="*/ 196 h 657"/>
                <a:gd name="T74" fmla="*/ 499 w 721"/>
                <a:gd name="T75" fmla="*/ 196 h 657"/>
                <a:gd name="T76" fmla="*/ 86 w 721"/>
                <a:gd name="T77" fmla="*/ 355 h 657"/>
                <a:gd name="T78" fmla="*/ 59 w 721"/>
                <a:gd name="T79" fmla="*/ 262 h 657"/>
                <a:gd name="T80" fmla="*/ 35 w 721"/>
                <a:gd name="T81" fmla="*/ 239 h 657"/>
                <a:gd name="T82" fmla="*/ 0 w 721"/>
                <a:gd name="T83" fmla="*/ 176 h 657"/>
                <a:gd name="T84" fmla="*/ 16 w 721"/>
                <a:gd name="T85" fmla="*/ 135 h 657"/>
                <a:gd name="T86" fmla="*/ 116 w 721"/>
                <a:gd name="T87" fmla="*/ 27 h 657"/>
                <a:gd name="T88" fmla="*/ 199 w 721"/>
                <a:gd name="T89" fmla="*/ 20 h 657"/>
                <a:gd name="T90" fmla="*/ 242 w 721"/>
                <a:gd name="T91" fmla="*/ 46 h 657"/>
                <a:gd name="T92" fmla="*/ 254 w 721"/>
                <a:gd name="T93" fmla="*/ 50 h 657"/>
                <a:gd name="T94" fmla="*/ 350 w 721"/>
                <a:gd name="T95" fmla="*/ 33 h 657"/>
                <a:gd name="T96" fmla="*/ 284 w 721"/>
                <a:gd name="T97" fmla="*/ 82 h 657"/>
                <a:gd name="T98" fmla="*/ 260 w 721"/>
                <a:gd name="T99" fmla="*/ 87 h 657"/>
                <a:gd name="T100" fmla="*/ 195 w 721"/>
                <a:gd name="T101" fmla="*/ 64 h 657"/>
                <a:gd name="T102" fmla="*/ 176 w 721"/>
                <a:gd name="T103" fmla="*/ 50 h 657"/>
                <a:gd name="T104" fmla="*/ 144 w 721"/>
                <a:gd name="T105" fmla="*/ 53 h 657"/>
                <a:gd name="T106" fmla="*/ 44 w 721"/>
                <a:gd name="T107" fmla="*/ 161 h 657"/>
                <a:gd name="T108" fmla="*/ 44 w 721"/>
                <a:gd name="T109" fmla="*/ 193 h 657"/>
                <a:gd name="T110" fmla="*/ 69 w 721"/>
                <a:gd name="T111" fmla="*/ 220 h 657"/>
                <a:gd name="T112" fmla="*/ 97 w 721"/>
                <a:gd name="T113" fmla="*/ 257 h 657"/>
                <a:gd name="T114" fmla="*/ 115 w 721"/>
                <a:gd name="T115" fmla="*/ 330 h 657"/>
                <a:gd name="T116" fmla="*/ 86 w 721"/>
                <a:gd name="T117" fmla="*/ 355 h 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21" h="657">
                  <a:moveTo>
                    <a:pt x="499" y="196"/>
                  </a:moveTo>
                  <a:cubicBezTo>
                    <a:pt x="545" y="237"/>
                    <a:pt x="592" y="279"/>
                    <a:pt x="637" y="322"/>
                  </a:cubicBezTo>
                  <a:cubicBezTo>
                    <a:pt x="640" y="325"/>
                    <a:pt x="643" y="327"/>
                    <a:pt x="646" y="329"/>
                  </a:cubicBezTo>
                  <a:cubicBezTo>
                    <a:pt x="672" y="353"/>
                    <a:pt x="672" y="353"/>
                    <a:pt x="672" y="353"/>
                  </a:cubicBezTo>
                  <a:cubicBezTo>
                    <a:pt x="686" y="367"/>
                    <a:pt x="686" y="367"/>
                    <a:pt x="686" y="367"/>
                  </a:cubicBezTo>
                  <a:cubicBezTo>
                    <a:pt x="721" y="403"/>
                    <a:pt x="707" y="456"/>
                    <a:pt x="669" y="472"/>
                  </a:cubicBezTo>
                  <a:cubicBezTo>
                    <a:pt x="685" y="513"/>
                    <a:pt x="652" y="552"/>
                    <a:pt x="611" y="550"/>
                  </a:cubicBezTo>
                  <a:cubicBezTo>
                    <a:pt x="606" y="584"/>
                    <a:pt x="574" y="607"/>
                    <a:pt x="539" y="598"/>
                  </a:cubicBezTo>
                  <a:cubicBezTo>
                    <a:pt x="529" y="641"/>
                    <a:pt x="479" y="657"/>
                    <a:pt x="439" y="633"/>
                  </a:cubicBezTo>
                  <a:cubicBezTo>
                    <a:pt x="433" y="629"/>
                    <a:pt x="433" y="629"/>
                    <a:pt x="433" y="629"/>
                  </a:cubicBezTo>
                  <a:cubicBezTo>
                    <a:pt x="441" y="619"/>
                    <a:pt x="446" y="607"/>
                    <a:pt x="449" y="594"/>
                  </a:cubicBezTo>
                  <a:cubicBezTo>
                    <a:pt x="460" y="601"/>
                    <a:pt x="468" y="607"/>
                    <a:pt x="481" y="606"/>
                  </a:cubicBezTo>
                  <a:cubicBezTo>
                    <a:pt x="490" y="605"/>
                    <a:pt x="499" y="600"/>
                    <a:pt x="501" y="591"/>
                  </a:cubicBezTo>
                  <a:cubicBezTo>
                    <a:pt x="502" y="587"/>
                    <a:pt x="502" y="583"/>
                    <a:pt x="501" y="577"/>
                  </a:cubicBezTo>
                  <a:cubicBezTo>
                    <a:pt x="452" y="538"/>
                    <a:pt x="452" y="538"/>
                    <a:pt x="452" y="538"/>
                  </a:cubicBezTo>
                  <a:cubicBezTo>
                    <a:pt x="444" y="531"/>
                    <a:pt x="442" y="519"/>
                    <a:pt x="449" y="511"/>
                  </a:cubicBezTo>
                  <a:cubicBezTo>
                    <a:pt x="455" y="503"/>
                    <a:pt x="467" y="502"/>
                    <a:pt x="475" y="508"/>
                  </a:cubicBezTo>
                  <a:cubicBezTo>
                    <a:pt x="530" y="551"/>
                    <a:pt x="530" y="551"/>
                    <a:pt x="530" y="551"/>
                  </a:cubicBezTo>
                  <a:cubicBezTo>
                    <a:pt x="543" y="562"/>
                    <a:pt x="556" y="566"/>
                    <a:pt x="567" y="557"/>
                  </a:cubicBezTo>
                  <a:cubicBezTo>
                    <a:pt x="569" y="555"/>
                    <a:pt x="571" y="552"/>
                    <a:pt x="572" y="549"/>
                  </a:cubicBezTo>
                  <a:cubicBezTo>
                    <a:pt x="574" y="544"/>
                    <a:pt x="576" y="536"/>
                    <a:pt x="570" y="532"/>
                  </a:cubicBezTo>
                  <a:cubicBezTo>
                    <a:pt x="506" y="481"/>
                    <a:pt x="506" y="481"/>
                    <a:pt x="506" y="481"/>
                  </a:cubicBezTo>
                  <a:cubicBezTo>
                    <a:pt x="498" y="475"/>
                    <a:pt x="496" y="463"/>
                    <a:pt x="503" y="455"/>
                  </a:cubicBezTo>
                  <a:cubicBezTo>
                    <a:pt x="509" y="446"/>
                    <a:pt x="521" y="445"/>
                    <a:pt x="529" y="451"/>
                  </a:cubicBezTo>
                  <a:cubicBezTo>
                    <a:pt x="596" y="504"/>
                    <a:pt x="596" y="504"/>
                    <a:pt x="596" y="504"/>
                  </a:cubicBezTo>
                  <a:cubicBezTo>
                    <a:pt x="597" y="504"/>
                    <a:pt x="597" y="505"/>
                    <a:pt x="598" y="505"/>
                  </a:cubicBezTo>
                  <a:cubicBezTo>
                    <a:pt x="620" y="525"/>
                    <a:pt x="656" y="496"/>
                    <a:pt x="620" y="467"/>
                  </a:cubicBezTo>
                  <a:cubicBezTo>
                    <a:pt x="549" y="414"/>
                    <a:pt x="549" y="414"/>
                    <a:pt x="549" y="414"/>
                  </a:cubicBezTo>
                  <a:cubicBezTo>
                    <a:pt x="541" y="408"/>
                    <a:pt x="539" y="396"/>
                    <a:pt x="546" y="388"/>
                  </a:cubicBezTo>
                  <a:cubicBezTo>
                    <a:pt x="552" y="379"/>
                    <a:pt x="564" y="378"/>
                    <a:pt x="572" y="384"/>
                  </a:cubicBezTo>
                  <a:cubicBezTo>
                    <a:pt x="642" y="437"/>
                    <a:pt x="642" y="437"/>
                    <a:pt x="642" y="437"/>
                  </a:cubicBezTo>
                  <a:cubicBezTo>
                    <a:pt x="649" y="441"/>
                    <a:pt x="659" y="436"/>
                    <a:pt x="663" y="429"/>
                  </a:cubicBezTo>
                  <a:cubicBezTo>
                    <a:pt x="671" y="419"/>
                    <a:pt x="670" y="405"/>
                    <a:pt x="659" y="394"/>
                  </a:cubicBezTo>
                  <a:cubicBezTo>
                    <a:pt x="645" y="379"/>
                    <a:pt x="645" y="379"/>
                    <a:pt x="645" y="379"/>
                  </a:cubicBezTo>
                  <a:cubicBezTo>
                    <a:pt x="457" y="209"/>
                    <a:pt x="457" y="209"/>
                    <a:pt x="457" y="209"/>
                  </a:cubicBezTo>
                  <a:cubicBezTo>
                    <a:pt x="453" y="205"/>
                    <a:pt x="456" y="198"/>
                    <a:pt x="462" y="198"/>
                  </a:cubicBezTo>
                  <a:cubicBezTo>
                    <a:pt x="473" y="198"/>
                    <a:pt x="485" y="198"/>
                    <a:pt x="496" y="196"/>
                  </a:cubicBezTo>
                  <a:cubicBezTo>
                    <a:pt x="497" y="196"/>
                    <a:pt x="498" y="196"/>
                    <a:pt x="499" y="196"/>
                  </a:cubicBezTo>
                  <a:close/>
                  <a:moveTo>
                    <a:pt x="86" y="355"/>
                  </a:moveTo>
                  <a:cubicBezTo>
                    <a:pt x="66" y="330"/>
                    <a:pt x="64" y="295"/>
                    <a:pt x="59" y="262"/>
                  </a:cubicBezTo>
                  <a:cubicBezTo>
                    <a:pt x="35" y="239"/>
                    <a:pt x="35" y="239"/>
                    <a:pt x="35" y="239"/>
                  </a:cubicBezTo>
                  <a:cubicBezTo>
                    <a:pt x="17" y="219"/>
                    <a:pt x="0" y="205"/>
                    <a:pt x="0" y="176"/>
                  </a:cubicBezTo>
                  <a:cubicBezTo>
                    <a:pt x="0" y="161"/>
                    <a:pt x="6" y="147"/>
                    <a:pt x="16" y="135"/>
                  </a:cubicBezTo>
                  <a:cubicBezTo>
                    <a:pt x="116" y="27"/>
                    <a:pt x="116" y="27"/>
                    <a:pt x="116" y="27"/>
                  </a:cubicBezTo>
                  <a:cubicBezTo>
                    <a:pt x="138" y="3"/>
                    <a:pt x="174" y="0"/>
                    <a:pt x="199" y="20"/>
                  </a:cubicBezTo>
                  <a:cubicBezTo>
                    <a:pt x="215" y="31"/>
                    <a:pt x="221" y="38"/>
                    <a:pt x="242" y="46"/>
                  </a:cubicBezTo>
                  <a:cubicBezTo>
                    <a:pt x="248" y="48"/>
                    <a:pt x="253" y="50"/>
                    <a:pt x="254" y="50"/>
                  </a:cubicBezTo>
                  <a:cubicBezTo>
                    <a:pt x="284" y="46"/>
                    <a:pt x="316" y="32"/>
                    <a:pt x="350" y="33"/>
                  </a:cubicBezTo>
                  <a:cubicBezTo>
                    <a:pt x="337" y="42"/>
                    <a:pt x="286" y="82"/>
                    <a:pt x="284" y="82"/>
                  </a:cubicBezTo>
                  <a:cubicBezTo>
                    <a:pt x="276" y="84"/>
                    <a:pt x="268" y="86"/>
                    <a:pt x="260" y="87"/>
                  </a:cubicBezTo>
                  <a:cubicBezTo>
                    <a:pt x="241" y="90"/>
                    <a:pt x="208" y="74"/>
                    <a:pt x="195" y="64"/>
                  </a:cubicBezTo>
                  <a:cubicBezTo>
                    <a:pt x="176" y="50"/>
                    <a:pt x="176" y="50"/>
                    <a:pt x="176" y="50"/>
                  </a:cubicBezTo>
                  <a:cubicBezTo>
                    <a:pt x="166" y="42"/>
                    <a:pt x="152" y="44"/>
                    <a:pt x="144" y="53"/>
                  </a:cubicBezTo>
                  <a:cubicBezTo>
                    <a:pt x="44" y="161"/>
                    <a:pt x="44" y="161"/>
                    <a:pt x="44" y="161"/>
                  </a:cubicBezTo>
                  <a:cubicBezTo>
                    <a:pt x="36" y="170"/>
                    <a:pt x="36" y="184"/>
                    <a:pt x="44" y="193"/>
                  </a:cubicBezTo>
                  <a:cubicBezTo>
                    <a:pt x="53" y="203"/>
                    <a:pt x="59" y="210"/>
                    <a:pt x="69" y="220"/>
                  </a:cubicBezTo>
                  <a:cubicBezTo>
                    <a:pt x="80" y="230"/>
                    <a:pt x="95" y="244"/>
                    <a:pt x="97" y="257"/>
                  </a:cubicBezTo>
                  <a:cubicBezTo>
                    <a:pt x="100" y="280"/>
                    <a:pt x="102" y="313"/>
                    <a:pt x="115" y="330"/>
                  </a:cubicBezTo>
                  <a:cubicBezTo>
                    <a:pt x="102" y="337"/>
                    <a:pt x="95" y="344"/>
                    <a:pt x="86" y="35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7" rIns="91452" bIns="45727" numCol="1" anchor="t" anchorCtr="0" compatLnSpc="1">
              <a:prstTxWarp prst="textNoShape">
                <a:avLst/>
              </a:prstTxWarp>
            </a:bodyPr>
            <a:lstStyle/>
            <a:p>
              <a:pPr defTabSz="1219170">
                <a:defRPr/>
              </a:pPr>
              <a:endParaRPr lang="zh-CN" altLang="en-US" sz="2400" kern="0" dirty="0">
                <a:solidFill>
                  <a:sysClr val="windowText" lastClr="000000"/>
                </a:solidFill>
                <a:cs typeface="+mn-ea"/>
                <a:sym typeface="+mn-lt"/>
              </a:endParaRPr>
            </a:p>
          </p:txBody>
        </p:sp>
        <p:sp>
          <p:nvSpPr>
            <p:cNvPr id="104" name="Freeform 17">
              <a:extLst>
                <a:ext uri="{FF2B5EF4-FFF2-40B4-BE49-F238E27FC236}">
                  <a16:creationId xmlns:a16="http://schemas.microsoft.com/office/drawing/2014/main" id="{F8CF2B48-C023-40B8-B09C-D8BA6185A5EE}"/>
                </a:ext>
              </a:extLst>
            </p:cNvPr>
            <p:cNvSpPr>
              <a:spLocks noEditPoints="1"/>
            </p:cNvSpPr>
            <p:nvPr/>
          </p:nvSpPr>
          <p:spPr bwMode="auto">
            <a:xfrm>
              <a:off x="5986776" y="2830391"/>
              <a:ext cx="446637" cy="413496"/>
            </a:xfrm>
            <a:custGeom>
              <a:avLst/>
              <a:gdLst>
                <a:gd name="T0" fmla="*/ 319 w 689"/>
                <a:gd name="T1" fmla="*/ 543 h 638"/>
                <a:gd name="T2" fmla="*/ 262 w 689"/>
                <a:gd name="T3" fmla="*/ 538 h 638"/>
                <a:gd name="T4" fmla="*/ 258 w 689"/>
                <a:gd name="T5" fmla="*/ 538 h 638"/>
                <a:gd name="T6" fmla="*/ 257 w 689"/>
                <a:gd name="T7" fmla="*/ 535 h 638"/>
                <a:gd name="T8" fmla="*/ 241 w 689"/>
                <a:gd name="T9" fmla="*/ 489 h 638"/>
                <a:gd name="T10" fmla="*/ 241 w 689"/>
                <a:gd name="T11" fmla="*/ 489 h 638"/>
                <a:gd name="T12" fmla="*/ 185 w 689"/>
                <a:gd name="T13" fmla="*/ 484 h 638"/>
                <a:gd name="T14" fmla="*/ 181 w 689"/>
                <a:gd name="T15" fmla="*/ 484 h 638"/>
                <a:gd name="T16" fmla="*/ 180 w 689"/>
                <a:gd name="T17" fmla="*/ 481 h 638"/>
                <a:gd name="T18" fmla="*/ 164 w 689"/>
                <a:gd name="T19" fmla="*/ 435 h 638"/>
                <a:gd name="T20" fmla="*/ 164 w 689"/>
                <a:gd name="T21" fmla="*/ 435 h 638"/>
                <a:gd name="T22" fmla="*/ 117 w 689"/>
                <a:gd name="T23" fmla="*/ 425 h 638"/>
                <a:gd name="T24" fmla="*/ 113 w 689"/>
                <a:gd name="T25" fmla="*/ 425 h 638"/>
                <a:gd name="T26" fmla="*/ 113 w 689"/>
                <a:gd name="T27" fmla="*/ 421 h 638"/>
                <a:gd name="T28" fmla="*/ 100 w 689"/>
                <a:gd name="T29" fmla="*/ 365 h 638"/>
                <a:gd name="T30" fmla="*/ 100 w 689"/>
                <a:gd name="T31" fmla="*/ 365 h 638"/>
                <a:gd name="T32" fmla="*/ 32 w 689"/>
                <a:gd name="T33" fmla="*/ 370 h 638"/>
                <a:gd name="T34" fmla="*/ 18 w 689"/>
                <a:gd name="T35" fmla="*/ 386 h 638"/>
                <a:gd name="T36" fmla="*/ 23 w 689"/>
                <a:gd name="T37" fmla="*/ 455 h 638"/>
                <a:gd name="T38" fmla="*/ 23 w 689"/>
                <a:gd name="T39" fmla="*/ 455 h 638"/>
                <a:gd name="T40" fmla="*/ 66 w 689"/>
                <a:gd name="T41" fmla="*/ 465 h 638"/>
                <a:gd name="T42" fmla="*/ 70 w 689"/>
                <a:gd name="T43" fmla="*/ 466 h 638"/>
                <a:gd name="T44" fmla="*/ 69 w 689"/>
                <a:gd name="T45" fmla="*/ 470 h 638"/>
                <a:gd name="T46" fmla="*/ 76 w 689"/>
                <a:gd name="T47" fmla="*/ 536 h 638"/>
                <a:gd name="T48" fmla="*/ 76 w 689"/>
                <a:gd name="T49" fmla="*/ 536 h 638"/>
                <a:gd name="T50" fmla="*/ 142 w 689"/>
                <a:gd name="T51" fmla="*/ 534 h 638"/>
                <a:gd name="T52" fmla="*/ 145 w 689"/>
                <a:gd name="T53" fmla="*/ 534 h 638"/>
                <a:gd name="T54" fmla="*/ 147 w 689"/>
                <a:gd name="T55" fmla="*/ 537 h 638"/>
                <a:gd name="T56" fmla="*/ 164 w 689"/>
                <a:gd name="T57" fmla="*/ 578 h 638"/>
                <a:gd name="T58" fmla="*/ 164 w 689"/>
                <a:gd name="T59" fmla="*/ 578 h 638"/>
                <a:gd name="T60" fmla="*/ 230 w 689"/>
                <a:gd name="T61" fmla="*/ 576 h 638"/>
                <a:gd name="T62" fmla="*/ 233 w 689"/>
                <a:gd name="T63" fmla="*/ 576 h 638"/>
                <a:gd name="T64" fmla="*/ 235 w 689"/>
                <a:gd name="T65" fmla="*/ 579 h 638"/>
                <a:gd name="T66" fmla="*/ 252 w 689"/>
                <a:gd name="T67" fmla="*/ 621 h 638"/>
                <a:gd name="T68" fmla="*/ 320 w 689"/>
                <a:gd name="T69" fmla="*/ 615 h 638"/>
                <a:gd name="T70" fmla="*/ 324 w 689"/>
                <a:gd name="T71" fmla="*/ 611 h 638"/>
                <a:gd name="T72" fmla="*/ 319 w 689"/>
                <a:gd name="T73" fmla="*/ 543 h 638"/>
                <a:gd name="T74" fmla="*/ 449 w 689"/>
                <a:gd name="T75" fmla="*/ 177 h 638"/>
                <a:gd name="T76" fmla="*/ 576 w 689"/>
                <a:gd name="T77" fmla="*/ 299 h 638"/>
                <a:gd name="T78" fmla="*/ 597 w 689"/>
                <a:gd name="T79" fmla="*/ 306 h 638"/>
                <a:gd name="T80" fmla="*/ 616 w 689"/>
                <a:gd name="T81" fmla="*/ 293 h 638"/>
                <a:gd name="T82" fmla="*/ 636 w 689"/>
                <a:gd name="T83" fmla="*/ 234 h 638"/>
                <a:gd name="T84" fmla="*/ 649 w 689"/>
                <a:gd name="T85" fmla="*/ 209 h 638"/>
                <a:gd name="T86" fmla="*/ 671 w 689"/>
                <a:gd name="T87" fmla="*/ 186 h 638"/>
                <a:gd name="T88" fmla="*/ 672 w 689"/>
                <a:gd name="T89" fmla="*/ 121 h 638"/>
                <a:gd name="T90" fmla="*/ 580 w 689"/>
                <a:gd name="T91" fmla="*/ 21 h 638"/>
                <a:gd name="T92" fmla="*/ 515 w 689"/>
                <a:gd name="T93" fmla="*/ 16 h 638"/>
                <a:gd name="T94" fmla="*/ 493 w 689"/>
                <a:gd name="T95" fmla="*/ 34 h 638"/>
                <a:gd name="T96" fmla="*/ 457 w 689"/>
                <a:gd name="T97" fmla="*/ 44 h 638"/>
                <a:gd name="T98" fmla="*/ 390 w 689"/>
                <a:gd name="T99" fmla="*/ 36 h 638"/>
                <a:gd name="T100" fmla="*/ 274 w 689"/>
                <a:gd name="T101" fmla="*/ 67 h 638"/>
                <a:gd name="T102" fmla="*/ 139 w 689"/>
                <a:gd name="T103" fmla="*/ 171 h 638"/>
                <a:gd name="T104" fmla="*/ 203 w 689"/>
                <a:gd name="T105" fmla="*/ 222 h 638"/>
                <a:gd name="T106" fmla="*/ 301 w 689"/>
                <a:gd name="T107" fmla="*/ 161 h 638"/>
                <a:gd name="T108" fmla="*/ 346 w 689"/>
                <a:gd name="T109" fmla="*/ 158 h 638"/>
                <a:gd name="T110" fmla="*/ 408 w 689"/>
                <a:gd name="T111" fmla="*/ 165 h 638"/>
                <a:gd name="T112" fmla="*/ 449 w 689"/>
                <a:gd name="T113" fmla="*/ 177 h 6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89" h="638">
                  <a:moveTo>
                    <a:pt x="319" y="543"/>
                  </a:moveTo>
                  <a:cubicBezTo>
                    <a:pt x="302" y="529"/>
                    <a:pt x="279" y="528"/>
                    <a:pt x="262" y="538"/>
                  </a:cubicBezTo>
                  <a:cubicBezTo>
                    <a:pt x="261" y="539"/>
                    <a:pt x="259" y="539"/>
                    <a:pt x="258" y="538"/>
                  </a:cubicBezTo>
                  <a:cubicBezTo>
                    <a:pt x="257" y="537"/>
                    <a:pt x="257" y="536"/>
                    <a:pt x="257" y="535"/>
                  </a:cubicBezTo>
                  <a:cubicBezTo>
                    <a:pt x="260" y="518"/>
                    <a:pt x="255" y="500"/>
                    <a:pt x="241" y="489"/>
                  </a:cubicBezTo>
                  <a:cubicBezTo>
                    <a:pt x="241" y="489"/>
                    <a:pt x="241" y="489"/>
                    <a:pt x="241" y="489"/>
                  </a:cubicBezTo>
                  <a:cubicBezTo>
                    <a:pt x="225" y="475"/>
                    <a:pt x="202" y="473"/>
                    <a:pt x="185" y="484"/>
                  </a:cubicBezTo>
                  <a:cubicBezTo>
                    <a:pt x="183" y="485"/>
                    <a:pt x="182" y="484"/>
                    <a:pt x="181" y="484"/>
                  </a:cubicBezTo>
                  <a:cubicBezTo>
                    <a:pt x="180" y="483"/>
                    <a:pt x="180" y="482"/>
                    <a:pt x="180" y="481"/>
                  </a:cubicBezTo>
                  <a:cubicBezTo>
                    <a:pt x="183" y="464"/>
                    <a:pt x="177" y="446"/>
                    <a:pt x="164" y="435"/>
                  </a:cubicBezTo>
                  <a:cubicBezTo>
                    <a:pt x="164" y="435"/>
                    <a:pt x="164" y="435"/>
                    <a:pt x="164" y="435"/>
                  </a:cubicBezTo>
                  <a:cubicBezTo>
                    <a:pt x="150" y="423"/>
                    <a:pt x="132" y="420"/>
                    <a:pt x="117" y="425"/>
                  </a:cubicBezTo>
                  <a:cubicBezTo>
                    <a:pt x="115" y="426"/>
                    <a:pt x="114" y="425"/>
                    <a:pt x="113" y="425"/>
                  </a:cubicBezTo>
                  <a:cubicBezTo>
                    <a:pt x="112" y="424"/>
                    <a:pt x="112" y="422"/>
                    <a:pt x="113" y="421"/>
                  </a:cubicBezTo>
                  <a:cubicBezTo>
                    <a:pt x="121" y="402"/>
                    <a:pt x="116" y="379"/>
                    <a:pt x="100" y="365"/>
                  </a:cubicBezTo>
                  <a:cubicBezTo>
                    <a:pt x="100" y="365"/>
                    <a:pt x="100" y="365"/>
                    <a:pt x="100" y="365"/>
                  </a:cubicBezTo>
                  <a:cubicBezTo>
                    <a:pt x="80" y="347"/>
                    <a:pt x="49" y="350"/>
                    <a:pt x="32" y="370"/>
                  </a:cubicBezTo>
                  <a:cubicBezTo>
                    <a:pt x="18" y="386"/>
                    <a:pt x="18" y="386"/>
                    <a:pt x="18" y="386"/>
                  </a:cubicBezTo>
                  <a:cubicBezTo>
                    <a:pt x="0" y="406"/>
                    <a:pt x="2" y="437"/>
                    <a:pt x="23" y="455"/>
                  </a:cubicBezTo>
                  <a:cubicBezTo>
                    <a:pt x="23" y="455"/>
                    <a:pt x="23" y="455"/>
                    <a:pt x="23" y="455"/>
                  </a:cubicBezTo>
                  <a:cubicBezTo>
                    <a:pt x="35" y="465"/>
                    <a:pt x="51" y="469"/>
                    <a:pt x="66" y="465"/>
                  </a:cubicBezTo>
                  <a:cubicBezTo>
                    <a:pt x="68" y="465"/>
                    <a:pt x="69" y="465"/>
                    <a:pt x="70" y="466"/>
                  </a:cubicBezTo>
                  <a:cubicBezTo>
                    <a:pt x="70" y="467"/>
                    <a:pt x="70" y="469"/>
                    <a:pt x="69" y="470"/>
                  </a:cubicBezTo>
                  <a:cubicBezTo>
                    <a:pt x="54" y="490"/>
                    <a:pt x="57" y="519"/>
                    <a:pt x="76" y="536"/>
                  </a:cubicBezTo>
                  <a:cubicBezTo>
                    <a:pt x="76" y="536"/>
                    <a:pt x="76" y="536"/>
                    <a:pt x="76" y="536"/>
                  </a:cubicBezTo>
                  <a:cubicBezTo>
                    <a:pt x="95" y="553"/>
                    <a:pt x="124" y="552"/>
                    <a:pt x="142" y="534"/>
                  </a:cubicBezTo>
                  <a:cubicBezTo>
                    <a:pt x="143" y="533"/>
                    <a:pt x="144" y="533"/>
                    <a:pt x="145" y="534"/>
                  </a:cubicBezTo>
                  <a:cubicBezTo>
                    <a:pt x="147" y="534"/>
                    <a:pt x="147" y="535"/>
                    <a:pt x="147" y="537"/>
                  </a:cubicBezTo>
                  <a:cubicBezTo>
                    <a:pt x="146" y="552"/>
                    <a:pt x="151" y="568"/>
                    <a:pt x="164" y="578"/>
                  </a:cubicBezTo>
                  <a:cubicBezTo>
                    <a:pt x="164" y="578"/>
                    <a:pt x="164" y="578"/>
                    <a:pt x="164" y="578"/>
                  </a:cubicBezTo>
                  <a:cubicBezTo>
                    <a:pt x="183" y="595"/>
                    <a:pt x="212" y="594"/>
                    <a:pt x="230" y="576"/>
                  </a:cubicBezTo>
                  <a:cubicBezTo>
                    <a:pt x="231" y="575"/>
                    <a:pt x="232" y="575"/>
                    <a:pt x="233" y="576"/>
                  </a:cubicBezTo>
                  <a:cubicBezTo>
                    <a:pt x="234" y="576"/>
                    <a:pt x="235" y="577"/>
                    <a:pt x="235" y="579"/>
                  </a:cubicBezTo>
                  <a:cubicBezTo>
                    <a:pt x="233" y="594"/>
                    <a:pt x="239" y="610"/>
                    <a:pt x="252" y="621"/>
                  </a:cubicBezTo>
                  <a:cubicBezTo>
                    <a:pt x="272" y="638"/>
                    <a:pt x="303" y="636"/>
                    <a:pt x="320" y="615"/>
                  </a:cubicBezTo>
                  <a:cubicBezTo>
                    <a:pt x="324" y="611"/>
                    <a:pt x="324" y="611"/>
                    <a:pt x="324" y="611"/>
                  </a:cubicBezTo>
                  <a:cubicBezTo>
                    <a:pt x="341" y="591"/>
                    <a:pt x="339" y="560"/>
                    <a:pt x="319" y="543"/>
                  </a:cubicBezTo>
                  <a:close/>
                  <a:moveTo>
                    <a:pt x="449" y="177"/>
                  </a:moveTo>
                  <a:cubicBezTo>
                    <a:pt x="489" y="216"/>
                    <a:pt x="535" y="260"/>
                    <a:pt x="576" y="299"/>
                  </a:cubicBezTo>
                  <a:cubicBezTo>
                    <a:pt x="582" y="305"/>
                    <a:pt x="589" y="307"/>
                    <a:pt x="597" y="306"/>
                  </a:cubicBezTo>
                  <a:cubicBezTo>
                    <a:pt x="605" y="305"/>
                    <a:pt x="612" y="300"/>
                    <a:pt x="616" y="293"/>
                  </a:cubicBezTo>
                  <a:cubicBezTo>
                    <a:pt x="626" y="275"/>
                    <a:pt x="632" y="256"/>
                    <a:pt x="636" y="234"/>
                  </a:cubicBezTo>
                  <a:cubicBezTo>
                    <a:pt x="638" y="224"/>
                    <a:pt x="642" y="216"/>
                    <a:pt x="649" y="209"/>
                  </a:cubicBezTo>
                  <a:cubicBezTo>
                    <a:pt x="671" y="186"/>
                    <a:pt x="671" y="186"/>
                    <a:pt x="671" y="186"/>
                  </a:cubicBezTo>
                  <a:cubicBezTo>
                    <a:pt x="688" y="168"/>
                    <a:pt x="689" y="139"/>
                    <a:pt x="672" y="121"/>
                  </a:cubicBezTo>
                  <a:cubicBezTo>
                    <a:pt x="580" y="21"/>
                    <a:pt x="580" y="21"/>
                    <a:pt x="580" y="21"/>
                  </a:cubicBezTo>
                  <a:cubicBezTo>
                    <a:pt x="563" y="3"/>
                    <a:pt x="534" y="0"/>
                    <a:pt x="515" y="16"/>
                  </a:cubicBezTo>
                  <a:cubicBezTo>
                    <a:pt x="493" y="34"/>
                    <a:pt x="493" y="34"/>
                    <a:pt x="493" y="34"/>
                  </a:cubicBezTo>
                  <a:cubicBezTo>
                    <a:pt x="483" y="42"/>
                    <a:pt x="471" y="45"/>
                    <a:pt x="457" y="44"/>
                  </a:cubicBezTo>
                  <a:cubicBezTo>
                    <a:pt x="435" y="41"/>
                    <a:pt x="412" y="38"/>
                    <a:pt x="390" y="36"/>
                  </a:cubicBezTo>
                  <a:cubicBezTo>
                    <a:pt x="347" y="30"/>
                    <a:pt x="308" y="41"/>
                    <a:pt x="274" y="67"/>
                  </a:cubicBezTo>
                  <a:cubicBezTo>
                    <a:pt x="229" y="101"/>
                    <a:pt x="184" y="136"/>
                    <a:pt x="139" y="171"/>
                  </a:cubicBezTo>
                  <a:cubicBezTo>
                    <a:pt x="95" y="207"/>
                    <a:pt x="151" y="255"/>
                    <a:pt x="203" y="222"/>
                  </a:cubicBezTo>
                  <a:cubicBezTo>
                    <a:pt x="301" y="161"/>
                    <a:pt x="301" y="161"/>
                    <a:pt x="301" y="161"/>
                  </a:cubicBezTo>
                  <a:cubicBezTo>
                    <a:pt x="315" y="153"/>
                    <a:pt x="331" y="152"/>
                    <a:pt x="346" y="158"/>
                  </a:cubicBezTo>
                  <a:cubicBezTo>
                    <a:pt x="364" y="167"/>
                    <a:pt x="388" y="168"/>
                    <a:pt x="408" y="165"/>
                  </a:cubicBezTo>
                  <a:cubicBezTo>
                    <a:pt x="423" y="162"/>
                    <a:pt x="437" y="166"/>
                    <a:pt x="449" y="17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52" tIns="45727" rIns="91452" bIns="45727" numCol="1" anchor="t" anchorCtr="0" compatLnSpc="1">
              <a:prstTxWarp prst="textNoShape">
                <a:avLst/>
              </a:prstTxWarp>
            </a:bodyPr>
            <a:lstStyle/>
            <a:p>
              <a:pPr defTabSz="1219170">
                <a:defRPr/>
              </a:pPr>
              <a:endParaRPr lang="zh-CN" altLang="en-US" sz="2400" kern="0" dirty="0">
                <a:solidFill>
                  <a:sysClr val="windowText" lastClr="000000"/>
                </a:solidFill>
                <a:cs typeface="+mn-ea"/>
                <a:sym typeface="+mn-lt"/>
              </a:endParaRPr>
            </a:p>
          </p:txBody>
        </p:sp>
      </p:grpSp>
    </p:spTree>
    <p:extLst>
      <p:ext uri="{BB962C8B-B14F-4D97-AF65-F5344CB8AC3E}">
        <p14:creationId xmlns:p14="http://schemas.microsoft.com/office/powerpoint/2010/main" val="3193700939"/>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500"/>
                                        <p:tgtEl>
                                          <p:spTgt spid="58"/>
                                        </p:tgtEl>
                                      </p:cBhvr>
                                    </p:animEffect>
                                  </p:childTnLst>
                                </p:cTn>
                              </p:par>
                            </p:childTnLst>
                          </p:cTn>
                        </p:par>
                        <p:par>
                          <p:cTn id="8" fill="hold">
                            <p:stCondLst>
                              <p:cond delay="500"/>
                            </p:stCondLst>
                            <p:childTnLst>
                              <p:par>
                                <p:cTn id="9" presetID="53" presetClass="entr" presetSubtype="16" fill="hold" nodeType="afterEffect">
                                  <p:stCondLst>
                                    <p:cond delay="0"/>
                                  </p:stCondLst>
                                  <p:childTnLst>
                                    <p:set>
                                      <p:cBhvr>
                                        <p:cTn id="10" dur="1" fill="hold">
                                          <p:stCondLst>
                                            <p:cond delay="0"/>
                                          </p:stCondLst>
                                        </p:cTn>
                                        <p:tgtEl>
                                          <p:spTgt spid="79"/>
                                        </p:tgtEl>
                                        <p:attrNameLst>
                                          <p:attrName>style.visibility</p:attrName>
                                        </p:attrNameLst>
                                      </p:cBhvr>
                                      <p:to>
                                        <p:strVal val="visible"/>
                                      </p:to>
                                    </p:set>
                                    <p:anim calcmode="lin" valueType="num">
                                      <p:cBhvr>
                                        <p:cTn id="11" dur="500" fill="hold"/>
                                        <p:tgtEl>
                                          <p:spTgt spid="79"/>
                                        </p:tgtEl>
                                        <p:attrNameLst>
                                          <p:attrName>ppt_w</p:attrName>
                                        </p:attrNameLst>
                                      </p:cBhvr>
                                      <p:tavLst>
                                        <p:tav tm="0">
                                          <p:val>
                                            <p:fltVal val="0"/>
                                          </p:val>
                                        </p:tav>
                                        <p:tav tm="100000">
                                          <p:val>
                                            <p:strVal val="#ppt_w"/>
                                          </p:val>
                                        </p:tav>
                                      </p:tavLst>
                                    </p:anim>
                                    <p:anim calcmode="lin" valueType="num">
                                      <p:cBhvr>
                                        <p:cTn id="12" dur="500" fill="hold"/>
                                        <p:tgtEl>
                                          <p:spTgt spid="79"/>
                                        </p:tgtEl>
                                        <p:attrNameLst>
                                          <p:attrName>ppt_h</p:attrName>
                                        </p:attrNameLst>
                                      </p:cBhvr>
                                      <p:tavLst>
                                        <p:tav tm="0">
                                          <p:val>
                                            <p:fltVal val="0"/>
                                          </p:val>
                                        </p:tav>
                                        <p:tav tm="100000">
                                          <p:val>
                                            <p:strVal val="#ppt_h"/>
                                          </p:val>
                                        </p:tav>
                                      </p:tavLst>
                                    </p:anim>
                                    <p:animEffect transition="in" filter="fade">
                                      <p:cBhvr>
                                        <p:cTn id="13" dur="500"/>
                                        <p:tgtEl>
                                          <p:spTgt spid="7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2"/>
                                        </p:tgtEl>
                                        <p:attrNameLst>
                                          <p:attrName>style.visibility</p:attrName>
                                        </p:attrNameLst>
                                      </p:cBhvr>
                                      <p:to>
                                        <p:strVal val="visible"/>
                                      </p:to>
                                    </p:set>
                                    <p:animEffect transition="in" filter="fade">
                                      <p:cBhvr>
                                        <p:cTn id="16" dur="500"/>
                                        <p:tgtEl>
                                          <p:spTgt spid="82"/>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0"/>
                                        </p:tgtEl>
                                        <p:attrNameLst>
                                          <p:attrName>style.visibility</p:attrName>
                                        </p:attrNameLst>
                                      </p:cBhvr>
                                      <p:to>
                                        <p:strVal val="visible"/>
                                      </p:to>
                                    </p:set>
                                    <p:animEffect transition="in" filter="wipe(up)">
                                      <p:cBhvr>
                                        <p:cTn id="20" dur="500"/>
                                        <p:tgtEl>
                                          <p:spTgt spid="60"/>
                                        </p:tgtEl>
                                      </p:cBhvr>
                                    </p:animEffect>
                                  </p:childTnLst>
                                </p:cTn>
                              </p:par>
                            </p:childTnLst>
                          </p:cTn>
                        </p:par>
                        <p:par>
                          <p:cTn id="21" fill="hold">
                            <p:stCondLst>
                              <p:cond delay="1500"/>
                            </p:stCondLst>
                            <p:childTnLst>
                              <p:par>
                                <p:cTn id="22" presetID="22" presetClass="entr" presetSubtype="8" fill="hold" grpId="0" nodeType="afterEffect">
                                  <p:stCondLst>
                                    <p:cond delay="0"/>
                                  </p:stCondLst>
                                  <p:childTnLst>
                                    <p:set>
                                      <p:cBhvr>
                                        <p:cTn id="23" dur="1" fill="hold">
                                          <p:stCondLst>
                                            <p:cond delay="0"/>
                                          </p:stCondLst>
                                        </p:cTn>
                                        <p:tgtEl>
                                          <p:spTgt spid="57"/>
                                        </p:tgtEl>
                                        <p:attrNameLst>
                                          <p:attrName>style.visibility</p:attrName>
                                        </p:attrNameLst>
                                      </p:cBhvr>
                                      <p:to>
                                        <p:strVal val="visible"/>
                                      </p:to>
                                    </p:set>
                                    <p:animEffect transition="in" filter="wipe(left)">
                                      <p:cBhvr>
                                        <p:cTn id="24" dur="500"/>
                                        <p:tgtEl>
                                          <p:spTgt spid="57"/>
                                        </p:tgtEl>
                                      </p:cBhvr>
                                    </p:animEffect>
                                  </p:childTnLst>
                                </p:cTn>
                              </p:par>
                            </p:childTnLst>
                          </p:cTn>
                        </p:par>
                        <p:par>
                          <p:cTn id="25" fill="hold">
                            <p:stCondLst>
                              <p:cond delay="2000"/>
                            </p:stCondLst>
                            <p:childTnLst>
                              <p:par>
                                <p:cTn id="26" presetID="53" presetClass="entr" presetSubtype="16" fill="hold" nodeType="afterEffect">
                                  <p:stCondLst>
                                    <p:cond delay="0"/>
                                  </p:stCondLst>
                                  <p:childTnLst>
                                    <p:set>
                                      <p:cBhvr>
                                        <p:cTn id="27" dur="1" fill="hold">
                                          <p:stCondLst>
                                            <p:cond delay="0"/>
                                          </p:stCondLst>
                                        </p:cTn>
                                        <p:tgtEl>
                                          <p:spTgt spid="83"/>
                                        </p:tgtEl>
                                        <p:attrNameLst>
                                          <p:attrName>style.visibility</p:attrName>
                                        </p:attrNameLst>
                                      </p:cBhvr>
                                      <p:to>
                                        <p:strVal val="visible"/>
                                      </p:to>
                                    </p:set>
                                    <p:anim calcmode="lin" valueType="num">
                                      <p:cBhvr>
                                        <p:cTn id="28" dur="500" fill="hold"/>
                                        <p:tgtEl>
                                          <p:spTgt spid="83"/>
                                        </p:tgtEl>
                                        <p:attrNameLst>
                                          <p:attrName>ppt_w</p:attrName>
                                        </p:attrNameLst>
                                      </p:cBhvr>
                                      <p:tavLst>
                                        <p:tav tm="0">
                                          <p:val>
                                            <p:fltVal val="0"/>
                                          </p:val>
                                        </p:tav>
                                        <p:tav tm="100000">
                                          <p:val>
                                            <p:strVal val="#ppt_w"/>
                                          </p:val>
                                        </p:tav>
                                      </p:tavLst>
                                    </p:anim>
                                    <p:anim calcmode="lin" valueType="num">
                                      <p:cBhvr>
                                        <p:cTn id="29" dur="500" fill="hold"/>
                                        <p:tgtEl>
                                          <p:spTgt spid="83"/>
                                        </p:tgtEl>
                                        <p:attrNameLst>
                                          <p:attrName>ppt_h</p:attrName>
                                        </p:attrNameLst>
                                      </p:cBhvr>
                                      <p:tavLst>
                                        <p:tav tm="0">
                                          <p:val>
                                            <p:fltVal val="0"/>
                                          </p:val>
                                        </p:tav>
                                        <p:tav tm="100000">
                                          <p:val>
                                            <p:strVal val="#ppt_h"/>
                                          </p:val>
                                        </p:tav>
                                      </p:tavLst>
                                    </p:anim>
                                    <p:animEffect transition="in" filter="fade">
                                      <p:cBhvr>
                                        <p:cTn id="30" dur="500"/>
                                        <p:tgtEl>
                                          <p:spTgt spid="8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animEffect transition="in" filter="fade">
                                      <p:cBhvr>
                                        <p:cTn id="33" dur="500"/>
                                        <p:tgtEl>
                                          <p:spTgt spid="86"/>
                                        </p:tgtEl>
                                      </p:cBhvr>
                                    </p:animEffect>
                                  </p:childTnLst>
                                </p:cTn>
                              </p:par>
                            </p:childTnLst>
                          </p:cTn>
                        </p:par>
                        <p:par>
                          <p:cTn id="34" fill="hold">
                            <p:stCondLst>
                              <p:cond delay="2500"/>
                            </p:stCondLst>
                            <p:childTnLst>
                              <p:par>
                                <p:cTn id="35" presetID="22" presetClass="entr" presetSubtype="1" fill="hold" nodeType="afterEffect">
                                  <p:stCondLst>
                                    <p:cond delay="0"/>
                                  </p:stCondLst>
                                  <p:childTnLst>
                                    <p:set>
                                      <p:cBhvr>
                                        <p:cTn id="36" dur="1" fill="hold">
                                          <p:stCondLst>
                                            <p:cond delay="0"/>
                                          </p:stCondLst>
                                        </p:cTn>
                                        <p:tgtEl>
                                          <p:spTgt spid="64"/>
                                        </p:tgtEl>
                                        <p:attrNameLst>
                                          <p:attrName>style.visibility</p:attrName>
                                        </p:attrNameLst>
                                      </p:cBhvr>
                                      <p:to>
                                        <p:strVal val="visible"/>
                                      </p:to>
                                    </p:set>
                                    <p:animEffect transition="in" filter="wipe(up)">
                                      <p:cBhvr>
                                        <p:cTn id="37" dur="500"/>
                                        <p:tgtEl>
                                          <p:spTgt spid="64"/>
                                        </p:tgtEl>
                                      </p:cBhvr>
                                    </p:animEffect>
                                  </p:childTnLst>
                                </p:cTn>
                              </p:par>
                            </p:childTnLst>
                          </p:cTn>
                        </p:par>
                        <p:par>
                          <p:cTn id="38" fill="hold">
                            <p:stCondLst>
                              <p:cond delay="3000"/>
                            </p:stCondLst>
                            <p:childTnLst>
                              <p:par>
                                <p:cTn id="39" presetID="53" presetClass="entr" presetSubtype="16" fill="hold" nodeType="afterEffect">
                                  <p:stCondLst>
                                    <p:cond delay="0"/>
                                  </p:stCondLst>
                                  <p:childTnLst>
                                    <p:set>
                                      <p:cBhvr>
                                        <p:cTn id="40" dur="1" fill="hold">
                                          <p:stCondLst>
                                            <p:cond delay="0"/>
                                          </p:stCondLst>
                                        </p:cTn>
                                        <p:tgtEl>
                                          <p:spTgt spid="87"/>
                                        </p:tgtEl>
                                        <p:attrNameLst>
                                          <p:attrName>style.visibility</p:attrName>
                                        </p:attrNameLst>
                                      </p:cBhvr>
                                      <p:to>
                                        <p:strVal val="visible"/>
                                      </p:to>
                                    </p:set>
                                    <p:anim calcmode="lin" valueType="num">
                                      <p:cBhvr>
                                        <p:cTn id="41" dur="500" fill="hold"/>
                                        <p:tgtEl>
                                          <p:spTgt spid="87"/>
                                        </p:tgtEl>
                                        <p:attrNameLst>
                                          <p:attrName>ppt_w</p:attrName>
                                        </p:attrNameLst>
                                      </p:cBhvr>
                                      <p:tavLst>
                                        <p:tav tm="0">
                                          <p:val>
                                            <p:fltVal val="0"/>
                                          </p:val>
                                        </p:tav>
                                        <p:tav tm="100000">
                                          <p:val>
                                            <p:strVal val="#ppt_w"/>
                                          </p:val>
                                        </p:tav>
                                      </p:tavLst>
                                    </p:anim>
                                    <p:anim calcmode="lin" valueType="num">
                                      <p:cBhvr>
                                        <p:cTn id="42" dur="500" fill="hold"/>
                                        <p:tgtEl>
                                          <p:spTgt spid="87"/>
                                        </p:tgtEl>
                                        <p:attrNameLst>
                                          <p:attrName>ppt_h</p:attrName>
                                        </p:attrNameLst>
                                      </p:cBhvr>
                                      <p:tavLst>
                                        <p:tav tm="0">
                                          <p:val>
                                            <p:fltVal val="0"/>
                                          </p:val>
                                        </p:tav>
                                        <p:tav tm="100000">
                                          <p:val>
                                            <p:strVal val="#ppt_h"/>
                                          </p:val>
                                        </p:tav>
                                      </p:tavLst>
                                    </p:anim>
                                    <p:animEffect transition="in" filter="fade">
                                      <p:cBhvr>
                                        <p:cTn id="43" dur="500"/>
                                        <p:tgtEl>
                                          <p:spTgt spid="8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90"/>
                                        </p:tgtEl>
                                        <p:attrNameLst>
                                          <p:attrName>style.visibility</p:attrName>
                                        </p:attrNameLst>
                                      </p:cBhvr>
                                      <p:to>
                                        <p:strVal val="visible"/>
                                      </p:to>
                                    </p:set>
                                    <p:animEffect transition="in" filter="fade">
                                      <p:cBhvr>
                                        <p:cTn id="46" dur="500"/>
                                        <p:tgtEl>
                                          <p:spTgt spid="90"/>
                                        </p:tgtEl>
                                      </p:cBhvr>
                                    </p:animEffect>
                                  </p:childTnLst>
                                </p:cTn>
                              </p:par>
                            </p:childTnLst>
                          </p:cTn>
                        </p:par>
                        <p:par>
                          <p:cTn id="47" fill="hold">
                            <p:stCondLst>
                              <p:cond delay="3500"/>
                            </p:stCondLst>
                            <p:childTnLst>
                              <p:par>
                                <p:cTn id="48" presetID="22" presetClass="entr" presetSubtype="1" fill="hold" nodeType="afterEffect">
                                  <p:stCondLst>
                                    <p:cond delay="0"/>
                                  </p:stCondLst>
                                  <p:childTnLst>
                                    <p:set>
                                      <p:cBhvr>
                                        <p:cTn id="49" dur="1" fill="hold">
                                          <p:stCondLst>
                                            <p:cond delay="0"/>
                                          </p:stCondLst>
                                        </p:cTn>
                                        <p:tgtEl>
                                          <p:spTgt spid="70"/>
                                        </p:tgtEl>
                                        <p:attrNameLst>
                                          <p:attrName>style.visibility</p:attrName>
                                        </p:attrNameLst>
                                      </p:cBhvr>
                                      <p:to>
                                        <p:strVal val="visible"/>
                                      </p:to>
                                    </p:set>
                                    <p:animEffect transition="in" filter="wipe(up)">
                                      <p:cBhvr>
                                        <p:cTn id="50" dur="500"/>
                                        <p:tgtEl>
                                          <p:spTgt spid="70"/>
                                        </p:tgtEl>
                                      </p:cBhvr>
                                    </p:animEffect>
                                  </p:childTnLst>
                                </p:cTn>
                              </p:par>
                            </p:childTnLst>
                          </p:cTn>
                        </p:par>
                        <p:par>
                          <p:cTn id="51" fill="hold">
                            <p:stCondLst>
                              <p:cond delay="4000"/>
                            </p:stCondLst>
                            <p:childTnLst>
                              <p:par>
                                <p:cTn id="52" presetID="22" presetClass="entr" presetSubtype="8" fill="hold" grpId="0" nodeType="afterEffect">
                                  <p:stCondLst>
                                    <p:cond delay="0"/>
                                  </p:stCondLst>
                                  <p:childTnLst>
                                    <p:set>
                                      <p:cBhvr>
                                        <p:cTn id="53" dur="1" fill="hold">
                                          <p:stCondLst>
                                            <p:cond delay="0"/>
                                          </p:stCondLst>
                                        </p:cTn>
                                        <p:tgtEl>
                                          <p:spTgt spid="59"/>
                                        </p:tgtEl>
                                        <p:attrNameLst>
                                          <p:attrName>style.visibility</p:attrName>
                                        </p:attrNameLst>
                                      </p:cBhvr>
                                      <p:to>
                                        <p:strVal val="visible"/>
                                      </p:to>
                                    </p:set>
                                    <p:animEffect transition="in" filter="wipe(left)">
                                      <p:cBhvr>
                                        <p:cTn id="54" dur="500"/>
                                        <p:tgtEl>
                                          <p:spTgt spid="59"/>
                                        </p:tgtEl>
                                      </p:cBhvr>
                                    </p:animEffect>
                                  </p:childTnLst>
                                </p:cTn>
                              </p:par>
                            </p:childTnLst>
                          </p:cTn>
                        </p:par>
                        <p:par>
                          <p:cTn id="55" fill="hold">
                            <p:stCondLst>
                              <p:cond delay="4500"/>
                            </p:stCondLst>
                            <p:childTnLst>
                              <p:par>
                                <p:cTn id="56" presetID="53" presetClass="entr" presetSubtype="16" fill="hold" nodeType="afterEffect">
                                  <p:stCondLst>
                                    <p:cond delay="0"/>
                                  </p:stCondLst>
                                  <p:childTnLst>
                                    <p:set>
                                      <p:cBhvr>
                                        <p:cTn id="57" dur="1" fill="hold">
                                          <p:stCondLst>
                                            <p:cond delay="0"/>
                                          </p:stCondLst>
                                        </p:cTn>
                                        <p:tgtEl>
                                          <p:spTgt spid="95"/>
                                        </p:tgtEl>
                                        <p:attrNameLst>
                                          <p:attrName>style.visibility</p:attrName>
                                        </p:attrNameLst>
                                      </p:cBhvr>
                                      <p:to>
                                        <p:strVal val="visible"/>
                                      </p:to>
                                    </p:set>
                                    <p:anim calcmode="lin" valueType="num">
                                      <p:cBhvr>
                                        <p:cTn id="58" dur="500" fill="hold"/>
                                        <p:tgtEl>
                                          <p:spTgt spid="95"/>
                                        </p:tgtEl>
                                        <p:attrNameLst>
                                          <p:attrName>ppt_w</p:attrName>
                                        </p:attrNameLst>
                                      </p:cBhvr>
                                      <p:tavLst>
                                        <p:tav tm="0">
                                          <p:val>
                                            <p:fltVal val="0"/>
                                          </p:val>
                                        </p:tav>
                                        <p:tav tm="100000">
                                          <p:val>
                                            <p:strVal val="#ppt_w"/>
                                          </p:val>
                                        </p:tav>
                                      </p:tavLst>
                                    </p:anim>
                                    <p:anim calcmode="lin" valueType="num">
                                      <p:cBhvr>
                                        <p:cTn id="59" dur="500" fill="hold"/>
                                        <p:tgtEl>
                                          <p:spTgt spid="95"/>
                                        </p:tgtEl>
                                        <p:attrNameLst>
                                          <p:attrName>ppt_h</p:attrName>
                                        </p:attrNameLst>
                                      </p:cBhvr>
                                      <p:tavLst>
                                        <p:tav tm="0">
                                          <p:val>
                                            <p:fltVal val="0"/>
                                          </p:val>
                                        </p:tav>
                                        <p:tav tm="100000">
                                          <p:val>
                                            <p:strVal val="#ppt_h"/>
                                          </p:val>
                                        </p:tav>
                                      </p:tavLst>
                                    </p:anim>
                                    <p:animEffect transition="in" filter="fade">
                                      <p:cBhvr>
                                        <p:cTn id="60" dur="500"/>
                                        <p:tgtEl>
                                          <p:spTgt spid="95"/>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98"/>
                                        </p:tgtEl>
                                        <p:attrNameLst>
                                          <p:attrName>style.visibility</p:attrName>
                                        </p:attrNameLst>
                                      </p:cBhvr>
                                      <p:to>
                                        <p:strVal val="visible"/>
                                      </p:to>
                                    </p:set>
                                    <p:animEffect transition="in" filter="fade">
                                      <p:cBhvr>
                                        <p:cTn id="63" dur="500"/>
                                        <p:tgtEl>
                                          <p:spTgt spid="98"/>
                                        </p:tgtEl>
                                      </p:cBhvr>
                                    </p:animEffect>
                                  </p:childTnLst>
                                </p:cTn>
                              </p:par>
                            </p:childTnLst>
                          </p:cTn>
                        </p:par>
                        <p:par>
                          <p:cTn id="64" fill="hold">
                            <p:stCondLst>
                              <p:cond delay="5000"/>
                            </p:stCondLst>
                            <p:childTnLst>
                              <p:par>
                                <p:cTn id="65" presetID="22" presetClass="entr" presetSubtype="1" fill="hold" nodeType="afterEffect">
                                  <p:stCondLst>
                                    <p:cond delay="0"/>
                                  </p:stCondLst>
                                  <p:childTnLst>
                                    <p:set>
                                      <p:cBhvr>
                                        <p:cTn id="66" dur="1" fill="hold">
                                          <p:stCondLst>
                                            <p:cond delay="0"/>
                                          </p:stCondLst>
                                        </p:cTn>
                                        <p:tgtEl>
                                          <p:spTgt spid="73"/>
                                        </p:tgtEl>
                                        <p:attrNameLst>
                                          <p:attrName>style.visibility</p:attrName>
                                        </p:attrNameLst>
                                      </p:cBhvr>
                                      <p:to>
                                        <p:strVal val="visible"/>
                                      </p:to>
                                    </p:set>
                                    <p:animEffect transition="in" filter="wipe(up)">
                                      <p:cBhvr>
                                        <p:cTn id="67" dur="500"/>
                                        <p:tgtEl>
                                          <p:spTgt spid="73"/>
                                        </p:tgtEl>
                                      </p:cBhvr>
                                    </p:animEffect>
                                  </p:childTnLst>
                                </p:cTn>
                              </p:par>
                            </p:childTnLst>
                          </p:cTn>
                        </p:par>
                        <p:par>
                          <p:cTn id="68" fill="hold">
                            <p:stCondLst>
                              <p:cond delay="5500"/>
                            </p:stCondLst>
                            <p:childTnLst>
                              <p:par>
                                <p:cTn id="69" presetID="22" presetClass="entr" presetSubtype="4" fill="hold" grpId="0" nodeType="afterEffect">
                                  <p:stCondLst>
                                    <p:cond delay="0"/>
                                  </p:stCondLst>
                                  <p:childTnLst>
                                    <p:set>
                                      <p:cBhvr>
                                        <p:cTn id="70" dur="1" fill="hold">
                                          <p:stCondLst>
                                            <p:cond delay="0"/>
                                          </p:stCondLst>
                                        </p:cTn>
                                        <p:tgtEl>
                                          <p:spTgt spid="63"/>
                                        </p:tgtEl>
                                        <p:attrNameLst>
                                          <p:attrName>style.visibility</p:attrName>
                                        </p:attrNameLst>
                                      </p:cBhvr>
                                      <p:to>
                                        <p:strVal val="visible"/>
                                      </p:to>
                                    </p:set>
                                    <p:animEffect transition="in" filter="wipe(down)">
                                      <p:cBhvr>
                                        <p:cTn id="71" dur="500"/>
                                        <p:tgtEl>
                                          <p:spTgt spid="63"/>
                                        </p:tgtEl>
                                      </p:cBhvr>
                                    </p:animEffect>
                                  </p:childTnLst>
                                </p:cTn>
                              </p:par>
                            </p:childTnLst>
                          </p:cTn>
                        </p:par>
                        <p:par>
                          <p:cTn id="72" fill="hold">
                            <p:stCondLst>
                              <p:cond delay="6000"/>
                            </p:stCondLst>
                            <p:childTnLst>
                              <p:par>
                                <p:cTn id="73" presetID="53" presetClass="entr" presetSubtype="16" fill="hold" nodeType="afterEffect">
                                  <p:stCondLst>
                                    <p:cond delay="0"/>
                                  </p:stCondLst>
                                  <p:childTnLst>
                                    <p:set>
                                      <p:cBhvr>
                                        <p:cTn id="74" dur="1" fill="hold">
                                          <p:stCondLst>
                                            <p:cond delay="0"/>
                                          </p:stCondLst>
                                        </p:cTn>
                                        <p:tgtEl>
                                          <p:spTgt spid="91"/>
                                        </p:tgtEl>
                                        <p:attrNameLst>
                                          <p:attrName>style.visibility</p:attrName>
                                        </p:attrNameLst>
                                      </p:cBhvr>
                                      <p:to>
                                        <p:strVal val="visible"/>
                                      </p:to>
                                    </p:set>
                                    <p:anim calcmode="lin" valueType="num">
                                      <p:cBhvr>
                                        <p:cTn id="75" dur="500" fill="hold"/>
                                        <p:tgtEl>
                                          <p:spTgt spid="91"/>
                                        </p:tgtEl>
                                        <p:attrNameLst>
                                          <p:attrName>ppt_w</p:attrName>
                                        </p:attrNameLst>
                                      </p:cBhvr>
                                      <p:tavLst>
                                        <p:tav tm="0">
                                          <p:val>
                                            <p:fltVal val="0"/>
                                          </p:val>
                                        </p:tav>
                                        <p:tav tm="100000">
                                          <p:val>
                                            <p:strVal val="#ppt_w"/>
                                          </p:val>
                                        </p:tav>
                                      </p:tavLst>
                                    </p:anim>
                                    <p:anim calcmode="lin" valueType="num">
                                      <p:cBhvr>
                                        <p:cTn id="76" dur="500" fill="hold"/>
                                        <p:tgtEl>
                                          <p:spTgt spid="91"/>
                                        </p:tgtEl>
                                        <p:attrNameLst>
                                          <p:attrName>ppt_h</p:attrName>
                                        </p:attrNameLst>
                                      </p:cBhvr>
                                      <p:tavLst>
                                        <p:tav tm="0">
                                          <p:val>
                                            <p:fltVal val="0"/>
                                          </p:val>
                                        </p:tav>
                                        <p:tav tm="100000">
                                          <p:val>
                                            <p:strVal val="#ppt_h"/>
                                          </p:val>
                                        </p:tav>
                                      </p:tavLst>
                                    </p:anim>
                                    <p:animEffect transition="in" filter="fade">
                                      <p:cBhvr>
                                        <p:cTn id="77" dur="500"/>
                                        <p:tgtEl>
                                          <p:spTgt spid="9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94"/>
                                        </p:tgtEl>
                                        <p:attrNameLst>
                                          <p:attrName>style.visibility</p:attrName>
                                        </p:attrNameLst>
                                      </p:cBhvr>
                                      <p:to>
                                        <p:strVal val="visible"/>
                                      </p:to>
                                    </p:set>
                                    <p:animEffect transition="in" filter="fade">
                                      <p:cBhvr>
                                        <p:cTn id="80" dur="500"/>
                                        <p:tgtEl>
                                          <p:spTgt spid="94"/>
                                        </p:tgtEl>
                                      </p:cBhvr>
                                    </p:animEffect>
                                  </p:childTnLst>
                                </p:cTn>
                              </p:par>
                            </p:childTnLst>
                          </p:cTn>
                        </p:par>
                        <p:par>
                          <p:cTn id="81" fill="hold">
                            <p:stCondLst>
                              <p:cond delay="6500"/>
                            </p:stCondLst>
                            <p:childTnLst>
                              <p:par>
                                <p:cTn id="82" presetID="22" presetClass="entr" presetSubtype="1" fill="hold" nodeType="afterEffect">
                                  <p:stCondLst>
                                    <p:cond delay="0"/>
                                  </p:stCondLst>
                                  <p:childTnLst>
                                    <p:set>
                                      <p:cBhvr>
                                        <p:cTn id="83" dur="1" fill="hold">
                                          <p:stCondLst>
                                            <p:cond delay="0"/>
                                          </p:stCondLst>
                                        </p:cTn>
                                        <p:tgtEl>
                                          <p:spTgt spid="67"/>
                                        </p:tgtEl>
                                        <p:attrNameLst>
                                          <p:attrName>style.visibility</p:attrName>
                                        </p:attrNameLst>
                                      </p:cBhvr>
                                      <p:to>
                                        <p:strVal val="visible"/>
                                      </p:to>
                                    </p:set>
                                    <p:animEffect transition="in" filter="wipe(up)">
                                      <p:cBhvr>
                                        <p:cTn id="84" dur="500"/>
                                        <p:tgtEl>
                                          <p:spTgt spid="67"/>
                                        </p:tgtEl>
                                      </p:cBhvr>
                                    </p:animEffect>
                                  </p:childTnLst>
                                </p:cTn>
                              </p:par>
                            </p:childTnLst>
                          </p:cTn>
                        </p:par>
                        <p:par>
                          <p:cTn id="85" fill="hold">
                            <p:stCondLst>
                              <p:cond delay="7000"/>
                            </p:stCondLst>
                            <p:childTnLst>
                              <p:par>
                                <p:cTn id="86" presetID="53" presetClass="entr" presetSubtype="16" fill="hold" nodeType="afterEffect">
                                  <p:stCondLst>
                                    <p:cond delay="0"/>
                                  </p:stCondLst>
                                  <p:childTnLst>
                                    <p:set>
                                      <p:cBhvr>
                                        <p:cTn id="87" dur="1" fill="hold">
                                          <p:stCondLst>
                                            <p:cond delay="0"/>
                                          </p:stCondLst>
                                        </p:cTn>
                                        <p:tgtEl>
                                          <p:spTgt spid="99"/>
                                        </p:tgtEl>
                                        <p:attrNameLst>
                                          <p:attrName>style.visibility</p:attrName>
                                        </p:attrNameLst>
                                      </p:cBhvr>
                                      <p:to>
                                        <p:strVal val="visible"/>
                                      </p:to>
                                    </p:set>
                                    <p:anim calcmode="lin" valueType="num">
                                      <p:cBhvr>
                                        <p:cTn id="88" dur="500" fill="hold"/>
                                        <p:tgtEl>
                                          <p:spTgt spid="99"/>
                                        </p:tgtEl>
                                        <p:attrNameLst>
                                          <p:attrName>ppt_w</p:attrName>
                                        </p:attrNameLst>
                                      </p:cBhvr>
                                      <p:tavLst>
                                        <p:tav tm="0">
                                          <p:val>
                                            <p:fltVal val="0"/>
                                          </p:val>
                                        </p:tav>
                                        <p:tav tm="100000">
                                          <p:val>
                                            <p:strVal val="#ppt_w"/>
                                          </p:val>
                                        </p:tav>
                                      </p:tavLst>
                                    </p:anim>
                                    <p:anim calcmode="lin" valueType="num">
                                      <p:cBhvr>
                                        <p:cTn id="89" dur="500" fill="hold"/>
                                        <p:tgtEl>
                                          <p:spTgt spid="99"/>
                                        </p:tgtEl>
                                        <p:attrNameLst>
                                          <p:attrName>ppt_h</p:attrName>
                                        </p:attrNameLst>
                                      </p:cBhvr>
                                      <p:tavLst>
                                        <p:tav tm="0">
                                          <p:val>
                                            <p:fltVal val="0"/>
                                          </p:val>
                                        </p:tav>
                                        <p:tav tm="100000">
                                          <p:val>
                                            <p:strVal val="#ppt_h"/>
                                          </p:val>
                                        </p:tav>
                                      </p:tavLst>
                                    </p:anim>
                                    <p:animEffect transition="in" filter="fade">
                                      <p:cBhvr>
                                        <p:cTn id="90" dur="500"/>
                                        <p:tgtEl>
                                          <p:spTgt spid="99"/>
                                        </p:tgtEl>
                                      </p:cBhvr>
                                    </p:animEffect>
                                  </p:childTnLst>
                                </p:cTn>
                              </p:par>
                              <p:par>
                                <p:cTn id="91" presetID="10" presetClass="entr" presetSubtype="0" fill="hold" nodeType="withEffect">
                                  <p:stCondLst>
                                    <p:cond delay="0"/>
                                  </p:stCondLst>
                                  <p:childTnLst>
                                    <p:set>
                                      <p:cBhvr>
                                        <p:cTn id="92" dur="1" fill="hold">
                                          <p:stCondLst>
                                            <p:cond delay="0"/>
                                          </p:stCondLst>
                                        </p:cTn>
                                        <p:tgtEl>
                                          <p:spTgt spid="102"/>
                                        </p:tgtEl>
                                        <p:attrNameLst>
                                          <p:attrName>style.visibility</p:attrName>
                                        </p:attrNameLst>
                                      </p:cBhvr>
                                      <p:to>
                                        <p:strVal val="visible"/>
                                      </p:to>
                                    </p:set>
                                    <p:animEffect transition="in" filter="fade">
                                      <p:cBhvr>
                                        <p:cTn id="93" dur="500"/>
                                        <p:tgtEl>
                                          <p:spTgt spid="102"/>
                                        </p:tgtEl>
                                      </p:cBhvr>
                                    </p:animEffect>
                                  </p:childTnLst>
                                </p:cTn>
                              </p:par>
                            </p:childTnLst>
                          </p:cTn>
                        </p:par>
                        <p:par>
                          <p:cTn id="94" fill="hold">
                            <p:stCondLst>
                              <p:cond delay="7500"/>
                            </p:stCondLst>
                            <p:childTnLst>
                              <p:par>
                                <p:cTn id="95" presetID="22" presetClass="entr" presetSubtype="1" fill="hold" nodeType="afterEffect">
                                  <p:stCondLst>
                                    <p:cond delay="0"/>
                                  </p:stCondLst>
                                  <p:childTnLst>
                                    <p:set>
                                      <p:cBhvr>
                                        <p:cTn id="96" dur="1" fill="hold">
                                          <p:stCondLst>
                                            <p:cond delay="0"/>
                                          </p:stCondLst>
                                        </p:cTn>
                                        <p:tgtEl>
                                          <p:spTgt spid="76"/>
                                        </p:tgtEl>
                                        <p:attrNameLst>
                                          <p:attrName>style.visibility</p:attrName>
                                        </p:attrNameLst>
                                      </p:cBhvr>
                                      <p:to>
                                        <p:strVal val="visible"/>
                                      </p:to>
                                    </p:set>
                                    <p:animEffect transition="in" filter="wipe(up)">
                                      <p:cBhvr>
                                        <p:cTn id="97" dur="5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animBg="1"/>
      <p:bldP spid="59" grpId="0" animBg="1"/>
      <p:bldP spid="63" grpId="0" animBg="1"/>
      <p:bldP spid="82" grpId="0" animBg="1"/>
      <p:bldP spid="86" grpId="0" animBg="1"/>
      <p:bldP spid="90" grpId="0" animBg="1"/>
      <p:bldP spid="94" grpId="0" animBg="1"/>
      <p:bldP spid="9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íṩľïdè"/>
        <p:cNvGrpSpPr/>
        <p:nvPr/>
      </p:nvGrpSpPr>
      <p:grpSpPr>
        <a:xfrm>
          <a:off x="0" y="0"/>
          <a:ext cx="0" cy="0"/>
          <a:chOff x="0" y="0"/>
          <a:chExt cx="0" cy="0"/>
        </a:xfrm>
      </p:grpSpPr>
      <p:pic>
        <p:nvPicPr>
          <p:cNvPr id="17" name="图片 16">
            <a:extLst>
              <a:ext uri="{FF2B5EF4-FFF2-40B4-BE49-F238E27FC236}">
                <a16:creationId xmlns:a16="http://schemas.microsoft.com/office/drawing/2014/main" id="{AB90DD2E-FDCC-497A-8170-335B101F89B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8" name="î$ḷïde">
            <a:extLst>
              <a:ext uri="{FF2B5EF4-FFF2-40B4-BE49-F238E27FC236}">
                <a16:creationId xmlns:a16="http://schemas.microsoft.com/office/drawing/2014/main" id="{DC83D72A-0F59-4355-A1B8-32ED08BF207C}"/>
              </a:ext>
            </a:extLst>
          </p:cNvPr>
          <p:cNvSpPr txBox="1"/>
          <p:nvPr/>
        </p:nvSpPr>
        <p:spPr>
          <a:xfrm>
            <a:off x="741231" y="400234"/>
            <a:ext cx="4221924" cy="400110"/>
          </a:xfrm>
          <a:prstGeom prst="rect">
            <a:avLst/>
          </a:prstGeom>
          <a:noFill/>
        </p:spPr>
        <p:txBody>
          <a:bodyPr wrap="square" rtlCol="0">
            <a:spAutoFit/>
          </a:bodyPr>
          <a:lstStyle/>
          <a:p>
            <a:r>
              <a:rPr lang="en-US" altLang="zh-CN" sz="2000" b="1" dirty="0">
                <a:solidFill>
                  <a:srgbClr val="6C92C0"/>
                </a:solidFill>
                <a:cs typeface="+mn-ea"/>
                <a:sym typeface="+mn-lt"/>
              </a:rPr>
              <a:t>Simple</a:t>
            </a:r>
            <a:r>
              <a:rPr lang="en-US" altLang="zh-CN" sz="2000" dirty="0">
                <a:solidFill>
                  <a:schemeClr val="accent5">
                    <a:lumMod val="50000"/>
                  </a:schemeClr>
                </a:solidFill>
                <a:cs typeface="+mn-ea"/>
                <a:sym typeface="+mn-lt"/>
              </a:rPr>
              <a:t>  </a:t>
            </a:r>
            <a:r>
              <a:rPr lang="en-US" altLang="zh-CN" sz="2000" b="1" dirty="0">
                <a:solidFill>
                  <a:schemeClr val="bg1">
                    <a:lumMod val="50000"/>
                  </a:schemeClr>
                </a:solidFill>
                <a:cs typeface="+mn-ea"/>
                <a:sym typeface="+mn-lt"/>
              </a:rPr>
              <a:t>PowerPoint</a:t>
            </a:r>
          </a:p>
        </p:txBody>
      </p:sp>
      <p:grpSp>
        <p:nvGrpSpPr>
          <p:cNvPr id="19" name="组合 18">
            <a:extLst>
              <a:ext uri="{FF2B5EF4-FFF2-40B4-BE49-F238E27FC236}">
                <a16:creationId xmlns:a16="http://schemas.microsoft.com/office/drawing/2014/main" id="{0FD8305D-BEFB-43B0-B627-7AF301CE843C}"/>
              </a:ext>
            </a:extLst>
          </p:cNvPr>
          <p:cNvGrpSpPr/>
          <p:nvPr/>
        </p:nvGrpSpPr>
        <p:grpSpPr>
          <a:xfrm rot="10800000">
            <a:off x="-598644" y="4863839"/>
            <a:ext cx="2117288" cy="2334478"/>
            <a:chOff x="9664473" y="816338"/>
            <a:chExt cx="3185286" cy="3512032"/>
          </a:xfrm>
        </p:grpSpPr>
        <p:sp>
          <p:nvSpPr>
            <p:cNvPr id="20" name="íṧḻiḋe">
              <a:extLst>
                <a:ext uri="{FF2B5EF4-FFF2-40B4-BE49-F238E27FC236}">
                  <a16:creationId xmlns:a16="http://schemas.microsoft.com/office/drawing/2014/main" id="{61DC49C6-78BA-456D-8730-08FEECE87077}"/>
                </a:ext>
              </a:extLst>
            </p:cNvPr>
            <p:cNvSpPr/>
            <p:nvPr/>
          </p:nvSpPr>
          <p:spPr>
            <a:xfrm>
              <a:off x="9664473" y="816338"/>
              <a:ext cx="2594163" cy="2540781"/>
            </a:xfrm>
            <a:custGeom>
              <a:avLst/>
              <a:gdLst>
                <a:gd name="connsiteX0" fmla="*/ 1096849 w 2594163"/>
                <a:gd name="connsiteY0" fmla="*/ 1533 h 2540781"/>
                <a:gd name="connsiteX1" fmla="*/ 1297103 w 2594163"/>
                <a:gd name="connsiteY1" fmla="*/ 112338 h 2540781"/>
                <a:gd name="connsiteX2" fmla="*/ 2482547 w 2594163"/>
                <a:gd name="connsiteY2" fmla="*/ 1602255 h 2540781"/>
                <a:gd name="connsiteX3" fmla="*/ 2594163 w 2594163"/>
                <a:gd name="connsiteY3" fmla="*/ 1742539 h 2540781"/>
                <a:gd name="connsiteX4" fmla="*/ 2594163 w 2594163"/>
                <a:gd name="connsiteY4" fmla="*/ 2125138 h 2540781"/>
                <a:gd name="connsiteX5" fmla="*/ 2556967 w 2594163"/>
                <a:gd name="connsiteY5" fmla="*/ 2164725 h 2540781"/>
                <a:gd name="connsiteX6" fmla="*/ 2411465 w 2594163"/>
                <a:gd name="connsiteY6" fmla="*/ 2228461 h 2540781"/>
                <a:gd name="connsiteX7" fmla="*/ 341159 w 2594163"/>
                <a:gd name="connsiteY7" fmla="*/ 2537387 h 2540781"/>
                <a:gd name="connsiteX8" fmla="*/ 20527 w 2594163"/>
                <a:gd name="connsiteY8" fmla="*/ 2136195 h 2540781"/>
                <a:gd name="connsiteX9" fmla="*/ 789206 w 2594163"/>
                <a:gd name="connsiteY9" fmla="*/ 188126 h 2540781"/>
                <a:gd name="connsiteX10" fmla="*/ 1096849 w 2594163"/>
                <a:gd name="connsiteY10" fmla="*/ 1533 h 2540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94163" h="2540781">
                  <a:moveTo>
                    <a:pt x="1096849" y="1533"/>
                  </a:moveTo>
                  <a:cubicBezTo>
                    <a:pt x="1171584" y="9139"/>
                    <a:pt x="1244300" y="45184"/>
                    <a:pt x="1297103" y="112338"/>
                  </a:cubicBezTo>
                  <a:cubicBezTo>
                    <a:pt x="1297103" y="112338"/>
                    <a:pt x="1297103" y="112338"/>
                    <a:pt x="2482547" y="1602255"/>
                  </a:cubicBezTo>
                  <a:lnTo>
                    <a:pt x="2594163" y="1742539"/>
                  </a:lnTo>
                  <a:lnTo>
                    <a:pt x="2594163" y="2125138"/>
                  </a:lnTo>
                  <a:lnTo>
                    <a:pt x="2556967" y="2164725"/>
                  </a:lnTo>
                  <a:cubicBezTo>
                    <a:pt x="2517521" y="2197076"/>
                    <a:pt x="2468404" y="2219964"/>
                    <a:pt x="2411465" y="2228461"/>
                  </a:cubicBezTo>
                  <a:cubicBezTo>
                    <a:pt x="2411465" y="2228461"/>
                    <a:pt x="2411465" y="2228461"/>
                    <a:pt x="341159" y="2537387"/>
                  </a:cubicBezTo>
                  <a:cubicBezTo>
                    <a:pt x="115680" y="2571033"/>
                    <a:pt x="-61868" y="2348579"/>
                    <a:pt x="20527" y="2136195"/>
                  </a:cubicBezTo>
                  <a:cubicBezTo>
                    <a:pt x="20527" y="2136195"/>
                    <a:pt x="20527" y="2136195"/>
                    <a:pt x="789206" y="188126"/>
                  </a:cubicBezTo>
                  <a:cubicBezTo>
                    <a:pt x="842126" y="55174"/>
                    <a:pt x="972291" y="-11145"/>
                    <a:pt x="1096849" y="1533"/>
                  </a:cubicBezTo>
                  <a:close/>
                </a:path>
              </a:pathLst>
            </a:custGeom>
            <a:solidFill>
              <a:srgbClr val="6C92C0">
                <a:alpha val="66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21" name="íş1íḍè">
              <a:extLst>
                <a:ext uri="{FF2B5EF4-FFF2-40B4-BE49-F238E27FC236}">
                  <a16:creationId xmlns:a16="http://schemas.microsoft.com/office/drawing/2014/main" id="{59B53340-1D28-48C4-B142-74CAFDC88D4D}"/>
                </a:ext>
              </a:extLst>
            </p:cNvPr>
            <p:cNvSpPr/>
            <p:nvPr/>
          </p:nvSpPr>
          <p:spPr>
            <a:xfrm>
              <a:off x="10394558" y="1098972"/>
              <a:ext cx="2455201" cy="3229398"/>
            </a:xfrm>
            <a:custGeom>
              <a:avLst/>
              <a:gdLst>
                <a:gd name="connsiteX0" fmla="*/ 2455201 w 2455201"/>
                <a:gd name="connsiteY0" fmla="*/ 0 h 3229398"/>
                <a:gd name="connsiteX1" fmla="*/ 2455201 w 2455201"/>
                <a:gd name="connsiteY1" fmla="*/ 3229398 h 3229398"/>
                <a:gd name="connsiteX2" fmla="*/ 1689979 w 2455201"/>
                <a:gd name="connsiteY2" fmla="*/ 3229398 h 3229398"/>
                <a:gd name="connsiteX3" fmla="*/ 1422643 w 2455201"/>
                <a:gd name="connsiteY3" fmla="*/ 3097535 h 3229398"/>
                <a:gd name="connsiteX4" fmla="*/ 364836 w 2455201"/>
                <a:gd name="connsiteY4" fmla="*/ 2575771 h 3229398"/>
                <a:gd name="connsiteX5" fmla="*/ 288058 w 2455201"/>
                <a:gd name="connsiteY5" fmla="*/ 1446658 h 3229398"/>
                <a:gd name="connsiteX6" fmla="*/ 2346818 w 2455201"/>
                <a:gd name="connsiteY6" fmla="*/ 72350 h 32293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55201" h="3229398">
                  <a:moveTo>
                    <a:pt x="2455201" y="0"/>
                  </a:moveTo>
                  <a:lnTo>
                    <a:pt x="2455201" y="3229398"/>
                  </a:lnTo>
                  <a:lnTo>
                    <a:pt x="1689979" y="3229398"/>
                  </a:lnTo>
                  <a:lnTo>
                    <a:pt x="1422643" y="3097535"/>
                  </a:lnTo>
                  <a:cubicBezTo>
                    <a:pt x="1104127" y="2940426"/>
                    <a:pt x="752661" y="2767066"/>
                    <a:pt x="364836" y="2575771"/>
                  </a:cubicBezTo>
                  <a:cubicBezTo>
                    <a:pt x="-85706" y="2353540"/>
                    <a:pt x="-127848" y="1727765"/>
                    <a:pt x="288058" y="1446658"/>
                  </a:cubicBezTo>
                  <a:cubicBezTo>
                    <a:pt x="288058" y="1446658"/>
                    <a:pt x="288058" y="1446658"/>
                    <a:pt x="2346818" y="72350"/>
                  </a:cubicBezTo>
                  <a:close/>
                </a:path>
              </a:pathLst>
            </a:custGeom>
            <a:solidFill>
              <a:srgbClr val="48A2A0">
                <a:alpha val="4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grpSp>
      <p:grpSp>
        <p:nvGrpSpPr>
          <p:cNvPr id="22" name="组合 21">
            <a:extLst>
              <a:ext uri="{FF2B5EF4-FFF2-40B4-BE49-F238E27FC236}">
                <a16:creationId xmlns:a16="http://schemas.microsoft.com/office/drawing/2014/main" id="{37B376A4-DFE7-40CD-89C9-9DC795D595BF}"/>
              </a:ext>
            </a:extLst>
          </p:cNvPr>
          <p:cNvGrpSpPr/>
          <p:nvPr/>
        </p:nvGrpSpPr>
        <p:grpSpPr>
          <a:xfrm rot="10800000">
            <a:off x="9086997" y="-1443802"/>
            <a:ext cx="3204450" cy="4893654"/>
            <a:chOff x="-15240" y="3375944"/>
            <a:chExt cx="3204450" cy="4893654"/>
          </a:xfrm>
        </p:grpSpPr>
        <p:sp>
          <p:nvSpPr>
            <p:cNvPr id="23" name="íSliḑè">
              <a:extLst>
                <a:ext uri="{FF2B5EF4-FFF2-40B4-BE49-F238E27FC236}">
                  <a16:creationId xmlns:a16="http://schemas.microsoft.com/office/drawing/2014/main" id="{02A73B9E-1C71-4C5B-A435-A8036BACADAF}"/>
                </a:ext>
              </a:extLst>
            </p:cNvPr>
            <p:cNvSpPr/>
            <p:nvPr/>
          </p:nvSpPr>
          <p:spPr>
            <a:xfrm>
              <a:off x="-15240" y="3375944"/>
              <a:ext cx="3204450" cy="3482057"/>
            </a:xfrm>
            <a:custGeom>
              <a:avLst/>
              <a:gdLst>
                <a:gd name="connsiteX0" fmla="*/ 0 w 3204450"/>
                <a:gd name="connsiteY0" fmla="*/ 0 h 3482057"/>
                <a:gd name="connsiteX1" fmla="*/ 45983 w 3204450"/>
                <a:gd name="connsiteY1" fmla="*/ 11609 h 3482057"/>
                <a:gd name="connsiteX2" fmla="*/ 334914 w 3204450"/>
                <a:gd name="connsiteY2" fmla="*/ 204539 h 3482057"/>
                <a:gd name="connsiteX3" fmla="*/ 3098684 w 3204450"/>
                <a:gd name="connsiteY3" fmla="*/ 3361253 h 3482057"/>
                <a:gd name="connsiteX4" fmla="*/ 3204450 w 3204450"/>
                <a:gd name="connsiteY4" fmla="*/ 3482057 h 3482057"/>
                <a:gd name="connsiteX5" fmla="*/ 0 w 3204450"/>
                <a:gd name="connsiteY5" fmla="*/ 3482057 h 34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4450" h="3482057">
                  <a:moveTo>
                    <a:pt x="0" y="0"/>
                  </a:moveTo>
                  <a:lnTo>
                    <a:pt x="45983" y="11609"/>
                  </a:lnTo>
                  <a:cubicBezTo>
                    <a:pt x="152616" y="46096"/>
                    <a:pt x="252790" y="109642"/>
                    <a:pt x="334914" y="204539"/>
                  </a:cubicBezTo>
                  <a:cubicBezTo>
                    <a:pt x="334914" y="204539"/>
                    <a:pt x="334914" y="204539"/>
                    <a:pt x="3098684" y="3361253"/>
                  </a:cubicBezTo>
                  <a:lnTo>
                    <a:pt x="3204450" y="3482057"/>
                  </a:lnTo>
                  <a:lnTo>
                    <a:pt x="0" y="3482057"/>
                  </a:lnTo>
                  <a:close/>
                </a:path>
              </a:pathLst>
            </a:custGeom>
            <a:solidFill>
              <a:srgbClr val="6C92C0">
                <a:alpha val="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25" name="íš1ïḋe">
              <a:extLst>
                <a:ext uri="{FF2B5EF4-FFF2-40B4-BE49-F238E27FC236}">
                  <a16:creationId xmlns:a16="http://schemas.microsoft.com/office/drawing/2014/main" id="{55DDBF1A-FE83-4B86-AD04-1E865B40E16F}"/>
                </a:ext>
              </a:extLst>
            </p:cNvPr>
            <p:cNvSpPr/>
            <p:nvPr/>
          </p:nvSpPr>
          <p:spPr>
            <a:xfrm>
              <a:off x="1" y="3977746"/>
              <a:ext cx="1366989" cy="4291852"/>
            </a:xfrm>
            <a:custGeom>
              <a:avLst/>
              <a:gdLst>
                <a:gd name="connsiteX0" fmla="*/ 899007 w 1366989"/>
                <a:gd name="connsiteY0" fmla="*/ 633 h 4291852"/>
                <a:gd name="connsiteX1" fmla="*/ 1343821 w 1366989"/>
                <a:gd name="connsiteY1" fmla="*/ 639191 h 4291852"/>
                <a:gd name="connsiteX2" fmla="*/ 316803 w 1366989"/>
                <a:gd name="connsiteY2" fmla="*/ 3970163 h 4291852"/>
                <a:gd name="connsiteX3" fmla="*/ 14549 w 1366989"/>
                <a:gd name="connsiteY3" fmla="*/ 4287566 h 4291852"/>
                <a:gd name="connsiteX4" fmla="*/ 0 w 1366989"/>
                <a:gd name="connsiteY4" fmla="*/ 4291852 h 4291852"/>
                <a:gd name="connsiteX5" fmla="*/ 0 w 1366989"/>
                <a:gd name="connsiteY5" fmla="*/ 186094 h 4291852"/>
                <a:gd name="connsiteX6" fmla="*/ 164343 w 1366989"/>
                <a:gd name="connsiteY6" fmla="*/ 148686 h 4291852"/>
                <a:gd name="connsiteX7" fmla="*/ 762612 w 1366989"/>
                <a:gd name="connsiteY7" fmla="*/ 12505 h 4291852"/>
                <a:gd name="connsiteX8" fmla="*/ 899007 w 1366989"/>
                <a:gd name="connsiteY8" fmla="*/ 633 h 4291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6989" h="4291852">
                  <a:moveTo>
                    <a:pt x="899007" y="633"/>
                  </a:moveTo>
                  <a:cubicBezTo>
                    <a:pt x="1208404" y="16359"/>
                    <a:pt x="1443395" y="322717"/>
                    <a:pt x="1343821" y="639191"/>
                  </a:cubicBezTo>
                  <a:cubicBezTo>
                    <a:pt x="1343821" y="639191"/>
                    <a:pt x="1343821" y="639191"/>
                    <a:pt x="316803" y="3970163"/>
                  </a:cubicBezTo>
                  <a:cubicBezTo>
                    <a:pt x="267015" y="4128400"/>
                    <a:pt x="151065" y="4237937"/>
                    <a:pt x="14549" y="4287566"/>
                  </a:cubicBezTo>
                  <a:lnTo>
                    <a:pt x="0" y="4291852"/>
                  </a:lnTo>
                  <a:lnTo>
                    <a:pt x="0" y="186094"/>
                  </a:lnTo>
                  <a:lnTo>
                    <a:pt x="164343" y="148686"/>
                  </a:lnTo>
                  <a:cubicBezTo>
                    <a:pt x="351042" y="106189"/>
                    <a:pt x="550189" y="60858"/>
                    <a:pt x="762612" y="12505"/>
                  </a:cubicBezTo>
                  <a:cubicBezTo>
                    <a:pt x="809090" y="2071"/>
                    <a:pt x="854808" y="-1613"/>
                    <a:pt x="899007" y="633"/>
                  </a:cubicBezTo>
                  <a:close/>
                </a:path>
              </a:pathLst>
            </a:custGeom>
            <a:solidFill>
              <a:srgbClr val="6C92C0">
                <a:alpha val="78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31" name="iṡḻiďè">
              <a:extLst>
                <a:ext uri="{FF2B5EF4-FFF2-40B4-BE49-F238E27FC236}">
                  <a16:creationId xmlns:a16="http://schemas.microsoft.com/office/drawing/2014/main" id="{DF798C21-50B4-4101-A340-C8C0D9C83A96}"/>
                </a:ext>
              </a:extLst>
            </p:cNvPr>
            <p:cNvSpPr>
              <a:spLocks/>
            </p:cNvSpPr>
            <p:nvPr/>
          </p:nvSpPr>
          <p:spPr bwMode="auto">
            <a:xfrm rot="17341789">
              <a:off x="632431" y="4600824"/>
              <a:ext cx="1191816" cy="103229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38" name="îšľíḍe">
            <a:extLst>
              <a:ext uri="{FF2B5EF4-FFF2-40B4-BE49-F238E27FC236}">
                <a16:creationId xmlns:a16="http://schemas.microsoft.com/office/drawing/2014/main" id="{0D0AD12A-06A6-4F0B-96FE-F4D3E440795F}"/>
              </a:ext>
            </a:extLst>
          </p:cNvPr>
          <p:cNvSpPr txBox="1"/>
          <p:nvPr/>
        </p:nvSpPr>
        <p:spPr>
          <a:xfrm>
            <a:off x="10266231" y="400234"/>
            <a:ext cx="934166" cy="400110"/>
          </a:xfrm>
          <a:prstGeom prst="rect">
            <a:avLst/>
          </a:prstGeom>
          <a:noFill/>
        </p:spPr>
        <p:txBody>
          <a:bodyPr wrap="none" rtlCol="0">
            <a:spAutoFit/>
          </a:bodyPr>
          <a:lstStyle/>
          <a:p>
            <a:r>
              <a:rPr lang="en-US" altLang="zh-CN" sz="2000" b="1" dirty="0">
                <a:solidFill>
                  <a:srgbClr val="6C92C0"/>
                </a:solidFill>
                <a:cs typeface="+mn-ea"/>
                <a:sym typeface="+mn-lt"/>
              </a:rPr>
              <a:t>LOGO</a:t>
            </a:r>
            <a:endParaRPr lang="zh-CN" altLang="en-US" sz="2000" b="1" dirty="0">
              <a:solidFill>
                <a:srgbClr val="48A2A0"/>
              </a:solidFill>
              <a:cs typeface="+mn-ea"/>
              <a:sym typeface="+mn-lt"/>
            </a:endParaRPr>
          </a:p>
        </p:txBody>
      </p:sp>
      <p:sp>
        <p:nvSpPr>
          <p:cNvPr id="39" name="íşḷiḍé">
            <a:extLst>
              <a:ext uri="{FF2B5EF4-FFF2-40B4-BE49-F238E27FC236}">
                <a16:creationId xmlns:a16="http://schemas.microsoft.com/office/drawing/2014/main" id="{49FD12FC-AA15-40DB-96EA-05117059D9CE}"/>
              </a:ext>
            </a:extLst>
          </p:cNvPr>
          <p:cNvSpPr/>
          <p:nvPr/>
        </p:nvSpPr>
        <p:spPr>
          <a:xfrm>
            <a:off x="3363903" y="1978118"/>
            <a:ext cx="137703" cy="137703"/>
          </a:xfrm>
          <a:prstGeom prst="ellipse">
            <a:avLst/>
          </a:prstGeom>
          <a:noFill/>
          <a:ln w="38100">
            <a:solidFill>
              <a:srgbClr val="6C92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7" name="iṡḻiďè"/>
          <p:cNvSpPr>
            <a:spLocks/>
          </p:cNvSpPr>
          <p:nvPr/>
        </p:nvSpPr>
        <p:spPr bwMode="auto">
          <a:xfrm rot="17590292">
            <a:off x="2495652" y="2419579"/>
            <a:ext cx="1979382" cy="1714453"/>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6" name="iṡḻiďè"/>
          <p:cNvSpPr>
            <a:spLocks/>
          </p:cNvSpPr>
          <p:nvPr/>
        </p:nvSpPr>
        <p:spPr bwMode="auto">
          <a:xfrm rot="17590292">
            <a:off x="1584123" y="1931786"/>
            <a:ext cx="2288396" cy="1982107"/>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3" name="MH_Others_1"/>
          <p:cNvSpPr txBox="1"/>
          <p:nvPr>
            <p:custDataLst>
              <p:tags r:id="rId1"/>
            </p:custDataLst>
          </p:nvPr>
        </p:nvSpPr>
        <p:spPr>
          <a:xfrm>
            <a:off x="1365369" y="2922840"/>
            <a:ext cx="3955467" cy="847938"/>
          </a:xfrm>
          <a:prstGeom prst="rect">
            <a:avLst/>
          </a:prstGeom>
          <a:noFill/>
        </p:spPr>
        <p:txBody>
          <a:bodyPr wrap="square" rtlCol="0">
            <a:noAutofit/>
          </a:bodyPr>
          <a:lstStyle/>
          <a:p>
            <a:pPr algn="ctr"/>
            <a:r>
              <a:rPr lang="en-US" altLang="zh-CN" sz="4400" b="1" dirty="0">
                <a:solidFill>
                  <a:schemeClr val="bg1"/>
                </a:solidFill>
                <a:effectLst>
                  <a:outerShdw blurRad="38100" dist="38100" dir="2700000" algn="tl">
                    <a:srgbClr val="000000">
                      <a:alpha val="43137"/>
                    </a:srgbClr>
                  </a:outerShdw>
                </a:effectLst>
                <a:cs typeface="+mn-ea"/>
                <a:sym typeface="+mn-lt"/>
              </a:rPr>
              <a:t>PART 02</a:t>
            </a:r>
            <a:endParaRPr lang="zh-CN" altLang="en-US" sz="4400" b="1" dirty="0">
              <a:solidFill>
                <a:schemeClr val="bg1"/>
              </a:solidFill>
              <a:effectLst>
                <a:outerShdw blurRad="38100" dist="38100" dir="2700000" algn="tl">
                  <a:srgbClr val="000000">
                    <a:alpha val="43137"/>
                  </a:srgbClr>
                </a:outerShdw>
              </a:effectLst>
              <a:cs typeface="+mn-ea"/>
              <a:sym typeface="+mn-lt"/>
            </a:endParaRPr>
          </a:p>
        </p:txBody>
      </p:sp>
      <p:sp>
        <p:nvSpPr>
          <p:cNvPr id="34" name="文本框 7"/>
          <p:cNvSpPr txBox="1"/>
          <p:nvPr/>
        </p:nvSpPr>
        <p:spPr>
          <a:xfrm>
            <a:off x="4807716" y="3687616"/>
            <a:ext cx="6318345" cy="618183"/>
          </a:xfrm>
          <a:prstGeom prst="rect">
            <a:avLst/>
          </a:prstGeom>
          <a:noFill/>
        </p:spPr>
        <p:txBody>
          <a:bodyPr wrap="square" rtlCol="0">
            <a:spAutoFit/>
          </a:bodyPr>
          <a:lstStyle/>
          <a:p>
            <a:pPr>
              <a:lnSpc>
                <a:spcPct val="150000"/>
              </a:lnSpc>
            </a:pPr>
            <a:r>
              <a:rPr lang="en-US" altLang="zh-CN" sz="1200" dirty="0">
                <a:cs typeface="+mn-ea"/>
                <a:sym typeface="+mn-lt"/>
              </a:rPr>
              <a:t>Lorem ipsum dolor sit amet kolor that suum at si mement bereh that keu ubat jeurawat bak talak licen Lorem ipsum dolor sit amet kolor that </a:t>
            </a:r>
            <a:r>
              <a:rPr lang="en-US" altLang="zh-CN" sz="1200" dirty="0" err="1">
                <a:cs typeface="+mn-ea"/>
                <a:sym typeface="+mn-lt"/>
              </a:rPr>
              <a:t>suum</a:t>
            </a:r>
            <a:endParaRPr lang="zh-CN" altLang="en-US" sz="1200" dirty="0">
              <a:cs typeface="+mn-ea"/>
              <a:sym typeface="+mn-lt"/>
            </a:endParaRPr>
          </a:p>
        </p:txBody>
      </p:sp>
      <p:sp>
        <p:nvSpPr>
          <p:cNvPr id="35" name="矩形 34"/>
          <p:cNvSpPr/>
          <p:nvPr/>
        </p:nvSpPr>
        <p:spPr>
          <a:xfrm>
            <a:off x="4807716" y="3014426"/>
            <a:ext cx="3185487" cy="646331"/>
          </a:xfrm>
          <a:prstGeom prst="rect">
            <a:avLst/>
          </a:prstGeom>
        </p:spPr>
        <p:txBody>
          <a:bodyPr wrap="none">
            <a:spAutoFit/>
          </a:bodyPr>
          <a:lstStyle/>
          <a:p>
            <a:r>
              <a:rPr lang="zh-CN" altLang="en-US" sz="3600" spc="300" dirty="0">
                <a:solidFill>
                  <a:schemeClr val="tx1">
                    <a:lumMod val="65000"/>
                    <a:lumOff val="35000"/>
                  </a:schemeClr>
                </a:solidFill>
                <a:cs typeface="+mn-ea"/>
                <a:sym typeface="+mn-lt"/>
              </a:rPr>
              <a:t>工作</a:t>
            </a:r>
            <a:r>
              <a:rPr lang="zh-CN" altLang="en-US" sz="3600" spc="300" dirty="0">
                <a:solidFill>
                  <a:srgbClr val="436B9B"/>
                </a:solidFill>
                <a:cs typeface="+mn-ea"/>
                <a:sym typeface="+mn-lt"/>
              </a:rPr>
              <a:t>完成情况</a:t>
            </a:r>
          </a:p>
        </p:txBody>
      </p:sp>
    </p:spTree>
    <p:extLst>
      <p:ext uri="{BB962C8B-B14F-4D97-AF65-F5344CB8AC3E}">
        <p14:creationId xmlns:p14="http://schemas.microsoft.com/office/powerpoint/2010/main" val="143661078"/>
      </p:ext>
    </p:extLst>
  </p:cSld>
  <p:clrMapOvr>
    <a:masterClrMapping/>
  </p:clrMapOvr>
  <mc:AlternateContent xmlns:mc="http://schemas.openxmlformats.org/markup-compatibility/2006" xmlns:p14="http://schemas.microsoft.com/office/powerpoint/2010/main">
    <mc:Choice Requires="p14">
      <p:transition spd="slow" p14:dur="1500" advTm="3000">
        <p:split orient="vert"/>
      </p:transition>
    </mc:Choice>
    <mc:Fallback xmlns="">
      <p:transition spd="slow" advTm="3000">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grpId="0" nodeType="with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p:cTn id="7" dur="1000" fill="hold"/>
                                        <p:tgtEl>
                                          <p:spTgt spid="37"/>
                                        </p:tgtEl>
                                        <p:attrNameLst>
                                          <p:attrName>ppt_w</p:attrName>
                                        </p:attrNameLst>
                                      </p:cBhvr>
                                      <p:tavLst>
                                        <p:tav tm="0">
                                          <p:val>
                                            <p:fltVal val="0"/>
                                          </p:val>
                                        </p:tav>
                                        <p:tav tm="100000">
                                          <p:val>
                                            <p:strVal val="#ppt_w"/>
                                          </p:val>
                                        </p:tav>
                                      </p:tavLst>
                                    </p:anim>
                                    <p:anim calcmode="lin" valueType="num">
                                      <p:cBhvr>
                                        <p:cTn id="8" dur="1000" fill="hold"/>
                                        <p:tgtEl>
                                          <p:spTgt spid="37"/>
                                        </p:tgtEl>
                                        <p:attrNameLst>
                                          <p:attrName>ppt_h</p:attrName>
                                        </p:attrNameLst>
                                      </p:cBhvr>
                                      <p:tavLst>
                                        <p:tav tm="0">
                                          <p:val>
                                            <p:fltVal val="0"/>
                                          </p:val>
                                        </p:tav>
                                        <p:tav tm="100000">
                                          <p:val>
                                            <p:strVal val="#ppt_h"/>
                                          </p:val>
                                        </p:tav>
                                      </p:tavLst>
                                    </p:anim>
                                    <p:anim calcmode="lin" valueType="num">
                                      <p:cBhvr>
                                        <p:cTn id="9" dur="1000" fill="hold"/>
                                        <p:tgtEl>
                                          <p:spTgt spid="37"/>
                                        </p:tgtEl>
                                        <p:attrNameLst>
                                          <p:attrName>style.rotation</p:attrName>
                                        </p:attrNameLst>
                                      </p:cBhvr>
                                      <p:tavLst>
                                        <p:tav tm="0">
                                          <p:val>
                                            <p:fltVal val="90"/>
                                          </p:val>
                                        </p:tav>
                                        <p:tav tm="100000">
                                          <p:val>
                                            <p:fltVal val="0"/>
                                          </p:val>
                                        </p:tav>
                                      </p:tavLst>
                                    </p:anim>
                                    <p:animEffect transition="in" filter="fade">
                                      <p:cBhvr>
                                        <p:cTn id="10" dur="1000"/>
                                        <p:tgtEl>
                                          <p:spTgt spid="37"/>
                                        </p:tgtEl>
                                      </p:cBhvr>
                                    </p:animEffect>
                                  </p:childTnLst>
                                </p:cTn>
                              </p:par>
                              <p:par>
                                <p:cTn id="11" presetID="3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anim calcmode="lin" valueType="num">
                                      <p:cBhvr>
                                        <p:cTn id="13" dur="1000" fill="hold"/>
                                        <p:tgtEl>
                                          <p:spTgt spid="36"/>
                                        </p:tgtEl>
                                        <p:attrNameLst>
                                          <p:attrName>ppt_w</p:attrName>
                                        </p:attrNameLst>
                                      </p:cBhvr>
                                      <p:tavLst>
                                        <p:tav tm="0">
                                          <p:val>
                                            <p:fltVal val="0"/>
                                          </p:val>
                                        </p:tav>
                                        <p:tav tm="100000">
                                          <p:val>
                                            <p:strVal val="#ppt_w"/>
                                          </p:val>
                                        </p:tav>
                                      </p:tavLst>
                                    </p:anim>
                                    <p:anim calcmode="lin" valueType="num">
                                      <p:cBhvr>
                                        <p:cTn id="14" dur="1000" fill="hold"/>
                                        <p:tgtEl>
                                          <p:spTgt spid="36"/>
                                        </p:tgtEl>
                                        <p:attrNameLst>
                                          <p:attrName>ppt_h</p:attrName>
                                        </p:attrNameLst>
                                      </p:cBhvr>
                                      <p:tavLst>
                                        <p:tav tm="0">
                                          <p:val>
                                            <p:fltVal val="0"/>
                                          </p:val>
                                        </p:tav>
                                        <p:tav tm="100000">
                                          <p:val>
                                            <p:strVal val="#ppt_h"/>
                                          </p:val>
                                        </p:tav>
                                      </p:tavLst>
                                    </p:anim>
                                    <p:anim calcmode="lin" valueType="num">
                                      <p:cBhvr>
                                        <p:cTn id="15" dur="1000" fill="hold"/>
                                        <p:tgtEl>
                                          <p:spTgt spid="36"/>
                                        </p:tgtEl>
                                        <p:attrNameLst>
                                          <p:attrName>style.rotation</p:attrName>
                                        </p:attrNameLst>
                                      </p:cBhvr>
                                      <p:tavLst>
                                        <p:tav tm="0">
                                          <p:val>
                                            <p:fltVal val="90"/>
                                          </p:val>
                                        </p:tav>
                                        <p:tav tm="100000">
                                          <p:val>
                                            <p:fltVal val="0"/>
                                          </p:val>
                                        </p:tav>
                                      </p:tavLst>
                                    </p:anim>
                                    <p:animEffect transition="in" filter="fade">
                                      <p:cBhvr>
                                        <p:cTn id="16" dur="1000"/>
                                        <p:tgtEl>
                                          <p:spTgt spid="36"/>
                                        </p:tgtEl>
                                      </p:cBhvr>
                                    </p:animEffect>
                                  </p:childTnLst>
                                </p:cTn>
                              </p:par>
                              <p:par>
                                <p:cTn id="17" presetID="3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anim calcmode="lin" valueType="num">
                                      <p:cBhvr>
                                        <p:cTn id="19" dur="1000" fill="hold"/>
                                        <p:tgtEl>
                                          <p:spTgt spid="33"/>
                                        </p:tgtEl>
                                        <p:attrNameLst>
                                          <p:attrName>ppt_w</p:attrName>
                                        </p:attrNameLst>
                                      </p:cBhvr>
                                      <p:tavLst>
                                        <p:tav tm="0">
                                          <p:val>
                                            <p:fltVal val="0"/>
                                          </p:val>
                                        </p:tav>
                                        <p:tav tm="100000">
                                          <p:val>
                                            <p:strVal val="#ppt_w"/>
                                          </p:val>
                                        </p:tav>
                                      </p:tavLst>
                                    </p:anim>
                                    <p:anim calcmode="lin" valueType="num">
                                      <p:cBhvr>
                                        <p:cTn id="20" dur="1000" fill="hold"/>
                                        <p:tgtEl>
                                          <p:spTgt spid="33"/>
                                        </p:tgtEl>
                                        <p:attrNameLst>
                                          <p:attrName>ppt_h</p:attrName>
                                        </p:attrNameLst>
                                      </p:cBhvr>
                                      <p:tavLst>
                                        <p:tav tm="0">
                                          <p:val>
                                            <p:fltVal val="0"/>
                                          </p:val>
                                        </p:tav>
                                        <p:tav tm="100000">
                                          <p:val>
                                            <p:strVal val="#ppt_h"/>
                                          </p:val>
                                        </p:tav>
                                      </p:tavLst>
                                    </p:anim>
                                    <p:anim calcmode="lin" valueType="num">
                                      <p:cBhvr>
                                        <p:cTn id="21" dur="1000" fill="hold"/>
                                        <p:tgtEl>
                                          <p:spTgt spid="33"/>
                                        </p:tgtEl>
                                        <p:attrNameLst>
                                          <p:attrName>style.rotation</p:attrName>
                                        </p:attrNameLst>
                                      </p:cBhvr>
                                      <p:tavLst>
                                        <p:tav tm="0">
                                          <p:val>
                                            <p:fltVal val="90"/>
                                          </p:val>
                                        </p:tav>
                                        <p:tav tm="100000">
                                          <p:val>
                                            <p:fltVal val="0"/>
                                          </p:val>
                                        </p:tav>
                                      </p:tavLst>
                                    </p:anim>
                                    <p:animEffect transition="in" filter="fade">
                                      <p:cBhvr>
                                        <p:cTn id="22" dur="1000"/>
                                        <p:tgtEl>
                                          <p:spTgt spid="33"/>
                                        </p:tgtEl>
                                      </p:cBhvr>
                                    </p:animEffect>
                                  </p:childTnLst>
                                </p:cTn>
                              </p:par>
                            </p:childTnLst>
                          </p:cTn>
                        </p:par>
                        <p:par>
                          <p:cTn id="23" fill="hold">
                            <p:stCondLst>
                              <p:cond delay="1000"/>
                            </p:stCondLst>
                            <p:childTnLst>
                              <p:par>
                                <p:cTn id="24" presetID="41" presetClass="entr" presetSubtype="0" fill="hold" grpId="0" nodeType="afterEffect">
                                  <p:stCondLst>
                                    <p:cond delay="0"/>
                                  </p:stCondLst>
                                  <p:iterate type="lt">
                                    <p:tmPct val="10000"/>
                                  </p:iterate>
                                  <p:childTnLst>
                                    <p:set>
                                      <p:cBhvr>
                                        <p:cTn id="25" dur="1" fill="hold">
                                          <p:stCondLst>
                                            <p:cond delay="0"/>
                                          </p:stCondLst>
                                        </p:cTn>
                                        <p:tgtEl>
                                          <p:spTgt spid="35"/>
                                        </p:tgtEl>
                                        <p:attrNameLst>
                                          <p:attrName>style.visibility</p:attrName>
                                        </p:attrNameLst>
                                      </p:cBhvr>
                                      <p:to>
                                        <p:strVal val="visible"/>
                                      </p:to>
                                    </p:set>
                                    <p:anim calcmode="lin" valueType="num">
                                      <p:cBhvr>
                                        <p:cTn id="26" dur="500" fill="hold"/>
                                        <p:tgtEl>
                                          <p:spTgt spid="35"/>
                                        </p:tgtEl>
                                        <p:attrNameLst>
                                          <p:attrName>ppt_x</p:attrName>
                                        </p:attrNameLst>
                                      </p:cBhvr>
                                      <p:tavLst>
                                        <p:tav tm="0">
                                          <p:val>
                                            <p:strVal val="#ppt_x"/>
                                          </p:val>
                                        </p:tav>
                                        <p:tav tm="50000">
                                          <p:val>
                                            <p:strVal val="#ppt_x+.1"/>
                                          </p:val>
                                        </p:tav>
                                        <p:tav tm="100000">
                                          <p:val>
                                            <p:strVal val="#ppt_x"/>
                                          </p:val>
                                        </p:tav>
                                      </p:tavLst>
                                    </p:anim>
                                    <p:anim calcmode="lin" valueType="num">
                                      <p:cBhvr>
                                        <p:cTn id="27" dur="500" fill="hold"/>
                                        <p:tgtEl>
                                          <p:spTgt spid="35"/>
                                        </p:tgtEl>
                                        <p:attrNameLst>
                                          <p:attrName>ppt_y</p:attrName>
                                        </p:attrNameLst>
                                      </p:cBhvr>
                                      <p:tavLst>
                                        <p:tav tm="0">
                                          <p:val>
                                            <p:strVal val="#ppt_y"/>
                                          </p:val>
                                        </p:tav>
                                        <p:tav tm="100000">
                                          <p:val>
                                            <p:strVal val="#ppt_y"/>
                                          </p:val>
                                        </p:tav>
                                      </p:tavLst>
                                    </p:anim>
                                    <p:anim calcmode="lin" valueType="num">
                                      <p:cBhvr>
                                        <p:cTn id="28" dur="500" fill="hold"/>
                                        <p:tgtEl>
                                          <p:spTgt spid="35"/>
                                        </p:tgtEl>
                                        <p:attrNameLst>
                                          <p:attrName>ppt_h</p:attrName>
                                        </p:attrNameLst>
                                      </p:cBhvr>
                                      <p:tavLst>
                                        <p:tav tm="0">
                                          <p:val>
                                            <p:strVal val="#ppt_h/10"/>
                                          </p:val>
                                        </p:tav>
                                        <p:tav tm="50000">
                                          <p:val>
                                            <p:strVal val="#ppt_h+.01"/>
                                          </p:val>
                                        </p:tav>
                                        <p:tav tm="100000">
                                          <p:val>
                                            <p:strVal val="#ppt_h"/>
                                          </p:val>
                                        </p:tav>
                                      </p:tavLst>
                                    </p:anim>
                                    <p:anim calcmode="lin" valueType="num">
                                      <p:cBhvr>
                                        <p:cTn id="29" dur="500" fill="hold"/>
                                        <p:tgtEl>
                                          <p:spTgt spid="35"/>
                                        </p:tgtEl>
                                        <p:attrNameLst>
                                          <p:attrName>ppt_w</p:attrName>
                                        </p:attrNameLst>
                                      </p:cBhvr>
                                      <p:tavLst>
                                        <p:tav tm="0">
                                          <p:val>
                                            <p:strVal val="#ppt_w/10"/>
                                          </p:val>
                                        </p:tav>
                                        <p:tav tm="50000">
                                          <p:val>
                                            <p:strVal val="#ppt_w+.01"/>
                                          </p:val>
                                        </p:tav>
                                        <p:tav tm="100000">
                                          <p:val>
                                            <p:strVal val="#ppt_w"/>
                                          </p:val>
                                        </p:tav>
                                      </p:tavLst>
                                    </p:anim>
                                    <p:animEffect transition="in" filter="fade">
                                      <p:cBhvr>
                                        <p:cTn id="30" dur="500" tmFilter="0,0; .5, 1; 1, 1"/>
                                        <p:tgtEl>
                                          <p:spTgt spid="35"/>
                                        </p:tgtEl>
                                      </p:cBhvr>
                                    </p:animEffect>
                                  </p:childTnLst>
                                </p:cTn>
                              </p:par>
                            </p:childTnLst>
                          </p:cTn>
                        </p:par>
                        <p:par>
                          <p:cTn id="31" fill="hold">
                            <p:stCondLst>
                              <p:cond delay="1750"/>
                            </p:stCondLst>
                            <p:childTnLst>
                              <p:par>
                                <p:cTn id="32" presetID="22" presetClass="entr" presetSubtype="8" fill="hold" grpId="0"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500"/>
                                        <p:tgtEl>
                                          <p:spTgt spid="34"/>
                                        </p:tgtEl>
                                      </p:cBhvr>
                                    </p:animEffect>
                                  </p:childTnLst>
                                </p:cTn>
                              </p:par>
                            </p:childTnLst>
                          </p:cTn>
                        </p:par>
                        <p:par>
                          <p:cTn id="35" fill="hold">
                            <p:stCondLst>
                              <p:cond delay="2250"/>
                            </p:stCondLst>
                            <p:childTnLst>
                              <p:par>
                                <p:cTn id="36" presetID="10" presetClass="entr" presetSubtype="0" fill="hold" grpId="0" nodeType="afterEffect">
                                  <p:stCondLst>
                                    <p:cond delay="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500"/>
                                        <p:tgtEl>
                                          <p:spTgt spid="3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6" presetClass="entr" presetSubtype="32" fill="hold" grpId="0" nodeType="withEffect">
                                  <p:stCondLst>
                                    <p:cond delay="0"/>
                                  </p:stCondLst>
                                  <p:childTnLst>
                                    <p:set>
                                      <p:cBhvr>
                                        <p:cTn id="43" dur="1" fill="hold">
                                          <p:stCondLst>
                                            <p:cond delay="0"/>
                                          </p:stCondLst>
                                        </p:cTn>
                                        <p:tgtEl>
                                          <p:spTgt spid="39"/>
                                        </p:tgtEl>
                                        <p:attrNameLst>
                                          <p:attrName>style.visibility</p:attrName>
                                        </p:attrNameLst>
                                      </p:cBhvr>
                                      <p:to>
                                        <p:strVal val="visible"/>
                                      </p:to>
                                    </p:set>
                                    <p:animEffect transition="in" filter="circle(out)">
                                      <p:cBhvr>
                                        <p:cTn id="44"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8" grpId="0"/>
      <p:bldP spid="39" grpId="0" animBg="1"/>
      <p:bldP spid="37" grpId="0" animBg="1"/>
      <p:bldP spid="36" grpId="0" animBg="1"/>
      <p:bldP spid="33" grpId="0"/>
      <p:bldP spid="34" grpId="0"/>
      <p:bldP spid="3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34" name="矩形 33"/>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35" name="组合 34"/>
          <p:cNvGrpSpPr/>
          <p:nvPr/>
        </p:nvGrpSpPr>
        <p:grpSpPr>
          <a:xfrm rot="10800000">
            <a:off x="0" y="304408"/>
            <a:ext cx="1010103" cy="857396"/>
            <a:chOff x="-39567" y="0"/>
            <a:chExt cx="1677745" cy="1424104"/>
          </a:xfrm>
        </p:grpSpPr>
        <p:sp>
          <p:nvSpPr>
            <p:cNvPr id="36"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7"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28" name="Freeform 10">
            <a:extLst>
              <a:ext uri="{FF2B5EF4-FFF2-40B4-BE49-F238E27FC236}">
                <a16:creationId xmlns:a16="http://schemas.microsoft.com/office/drawing/2014/main" id="{C1899026-EEDB-4E0E-BD70-5AD9BEE40383}"/>
              </a:ext>
            </a:extLst>
          </p:cNvPr>
          <p:cNvSpPr/>
          <p:nvPr/>
        </p:nvSpPr>
        <p:spPr bwMode="auto">
          <a:xfrm>
            <a:off x="1748405" y="1852262"/>
            <a:ext cx="842853" cy="1402802"/>
          </a:xfrm>
          <a:custGeom>
            <a:avLst/>
            <a:gdLst>
              <a:gd name="T0" fmla="*/ 1191 w 1191"/>
              <a:gd name="T1" fmla="*/ 2372 h 2372"/>
              <a:gd name="T2" fmla="*/ 0 w 1191"/>
              <a:gd name="T3" fmla="*/ 2372 h 2372"/>
              <a:gd name="T4" fmla="*/ 0 w 1191"/>
              <a:gd name="T5" fmla="*/ 0 h 2372"/>
            </a:gdLst>
            <a:ahLst/>
            <a:cxnLst>
              <a:cxn ang="0">
                <a:pos x="T0" y="T1"/>
              </a:cxn>
              <a:cxn ang="0">
                <a:pos x="T2" y="T3"/>
              </a:cxn>
              <a:cxn ang="0">
                <a:pos x="T4" y="T5"/>
              </a:cxn>
            </a:cxnLst>
            <a:rect l="0" t="0" r="r" b="b"/>
            <a:pathLst>
              <a:path w="1191" h="2372">
                <a:moveTo>
                  <a:pt x="1191" y="2372"/>
                </a:moveTo>
                <a:lnTo>
                  <a:pt x="0" y="2372"/>
                </a:lnTo>
                <a:lnTo>
                  <a:pt x="0" y="0"/>
                </a:lnTo>
              </a:path>
            </a:pathLst>
          </a:custGeom>
          <a:noFill/>
          <a:ln w="12700" cap="flat">
            <a:solidFill>
              <a:srgbClr val="4D4D4D">
                <a:lumMod val="60000"/>
                <a:lumOff val="40000"/>
              </a:srgbClr>
            </a:solidFill>
            <a:prstDash val="dash"/>
            <a:miter lim="800000"/>
            <a:headEnd type="oval" w="med" len="med"/>
            <a:tailEnd type="oval" w="med" len="med"/>
          </a:ln>
          <a:extLst>
            <a:ext uri="{909E8E84-426E-40DD-AFC4-6F175D3DCCD1}">
              <a14:hiddenFill xmlns:a14="http://schemas.microsoft.com/office/drawing/2010/main">
                <a:solidFill>
                  <a:srgbClr val="FFFFFF"/>
                </a:solidFill>
              </a14:hiddenFill>
            </a:ext>
          </a:extLst>
        </p:spPr>
        <p:txBody>
          <a:bodyPr vert="horz" wrap="square" lIns="91428" tIns="45714" rIns="91428" bIns="45714"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a:ln>
                <a:noFill/>
              </a:ln>
              <a:solidFill>
                <a:srgbClr val="4D4D4D"/>
              </a:solidFill>
              <a:effectLst/>
              <a:uLnTx/>
              <a:uFillTx/>
              <a:cs typeface="+mn-ea"/>
              <a:sym typeface="+mn-lt"/>
            </a:endParaRPr>
          </a:p>
        </p:txBody>
      </p:sp>
      <p:sp>
        <p:nvSpPr>
          <p:cNvPr id="29" name="Freeform 11">
            <a:extLst>
              <a:ext uri="{FF2B5EF4-FFF2-40B4-BE49-F238E27FC236}">
                <a16:creationId xmlns:a16="http://schemas.microsoft.com/office/drawing/2014/main" id="{DFB81763-75D4-4095-BF68-CE0913735586}"/>
              </a:ext>
            </a:extLst>
          </p:cNvPr>
          <p:cNvSpPr/>
          <p:nvPr/>
        </p:nvSpPr>
        <p:spPr bwMode="auto">
          <a:xfrm>
            <a:off x="5442037" y="1852262"/>
            <a:ext cx="493649" cy="1402802"/>
          </a:xfrm>
          <a:custGeom>
            <a:avLst/>
            <a:gdLst>
              <a:gd name="T0" fmla="*/ 697 w 697"/>
              <a:gd name="T1" fmla="*/ 2372 h 2372"/>
              <a:gd name="T2" fmla="*/ 0 w 697"/>
              <a:gd name="T3" fmla="*/ 2372 h 2372"/>
              <a:gd name="T4" fmla="*/ 0 w 697"/>
              <a:gd name="T5" fmla="*/ 0 h 2372"/>
            </a:gdLst>
            <a:ahLst/>
            <a:cxnLst>
              <a:cxn ang="0">
                <a:pos x="T0" y="T1"/>
              </a:cxn>
              <a:cxn ang="0">
                <a:pos x="T2" y="T3"/>
              </a:cxn>
              <a:cxn ang="0">
                <a:pos x="T4" y="T5"/>
              </a:cxn>
            </a:cxnLst>
            <a:rect l="0" t="0" r="r" b="b"/>
            <a:pathLst>
              <a:path w="697" h="2372">
                <a:moveTo>
                  <a:pt x="697" y="2372"/>
                </a:moveTo>
                <a:lnTo>
                  <a:pt x="0" y="2372"/>
                </a:lnTo>
                <a:lnTo>
                  <a:pt x="0" y="0"/>
                </a:lnTo>
              </a:path>
            </a:pathLst>
          </a:custGeom>
          <a:noFill/>
          <a:ln w="9525" cap="flat">
            <a:solidFill>
              <a:srgbClr val="4D4D4D">
                <a:lumMod val="60000"/>
                <a:lumOff val="40000"/>
              </a:srgbClr>
            </a:solidFill>
            <a:prstDash val="dash"/>
            <a:miter lim="800000"/>
            <a:headEnd type="oval" w="med" len="med"/>
            <a:tailEnd type="oval" w="med" len="med"/>
          </a:ln>
          <a:extLst>
            <a:ext uri="{909E8E84-426E-40DD-AFC4-6F175D3DCCD1}">
              <a14:hiddenFill xmlns:a14="http://schemas.microsoft.com/office/drawing/2010/main">
                <a:solidFill>
                  <a:srgbClr val="FFFFFF"/>
                </a:solidFill>
              </a14:hiddenFill>
            </a:ext>
          </a:extLst>
        </p:spPr>
        <p:txBody>
          <a:bodyPr vert="horz" wrap="square" lIns="91428" tIns="45714" rIns="91428" bIns="45714"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a:ln>
                <a:noFill/>
              </a:ln>
              <a:solidFill>
                <a:srgbClr val="4D4D4D"/>
              </a:solidFill>
              <a:effectLst/>
              <a:uLnTx/>
              <a:uFillTx/>
              <a:cs typeface="+mn-ea"/>
              <a:sym typeface="+mn-lt"/>
            </a:endParaRPr>
          </a:p>
        </p:txBody>
      </p:sp>
      <p:sp>
        <p:nvSpPr>
          <p:cNvPr id="30" name="Freeform 12">
            <a:extLst>
              <a:ext uri="{FF2B5EF4-FFF2-40B4-BE49-F238E27FC236}">
                <a16:creationId xmlns:a16="http://schemas.microsoft.com/office/drawing/2014/main" id="{BEABA32A-0B0C-4F3F-B2D7-3F49881D90A2}"/>
              </a:ext>
            </a:extLst>
          </p:cNvPr>
          <p:cNvSpPr/>
          <p:nvPr/>
        </p:nvSpPr>
        <p:spPr bwMode="auto">
          <a:xfrm>
            <a:off x="8761067" y="1852262"/>
            <a:ext cx="523807" cy="1402802"/>
          </a:xfrm>
          <a:custGeom>
            <a:avLst/>
            <a:gdLst>
              <a:gd name="T0" fmla="*/ 741 w 741"/>
              <a:gd name="T1" fmla="*/ 2372 h 2372"/>
              <a:gd name="T2" fmla="*/ 0 w 741"/>
              <a:gd name="T3" fmla="*/ 2372 h 2372"/>
              <a:gd name="T4" fmla="*/ 0 w 741"/>
              <a:gd name="T5" fmla="*/ 0 h 2372"/>
            </a:gdLst>
            <a:ahLst/>
            <a:cxnLst>
              <a:cxn ang="0">
                <a:pos x="T0" y="T1"/>
              </a:cxn>
              <a:cxn ang="0">
                <a:pos x="T2" y="T3"/>
              </a:cxn>
              <a:cxn ang="0">
                <a:pos x="T4" y="T5"/>
              </a:cxn>
            </a:cxnLst>
            <a:rect l="0" t="0" r="r" b="b"/>
            <a:pathLst>
              <a:path w="741" h="2372">
                <a:moveTo>
                  <a:pt x="741" y="2372"/>
                </a:moveTo>
                <a:lnTo>
                  <a:pt x="0" y="2372"/>
                </a:lnTo>
                <a:lnTo>
                  <a:pt x="0" y="0"/>
                </a:lnTo>
              </a:path>
            </a:pathLst>
          </a:custGeom>
          <a:noFill/>
          <a:ln w="9525" cap="flat">
            <a:solidFill>
              <a:srgbClr val="4D4D4D">
                <a:lumMod val="60000"/>
                <a:lumOff val="40000"/>
              </a:srgbClr>
            </a:solidFill>
            <a:prstDash val="dash"/>
            <a:miter lim="800000"/>
            <a:headEnd type="oval" w="med" len="med"/>
            <a:tailEnd type="oval" w="med" len="med"/>
          </a:ln>
          <a:extLst>
            <a:ext uri="{909E8E84-426E-40DD-AFC4-6F175D3DCCD1}">
              <a14:hiddenFill xmlns:a14="http://schemas.microsoft.com/office/drawing/2010/main">
                <a:solidFill>
                  <a:srgbClr val="FFFFFF"/>
                </a:solidFill>
              </a14:hiddenFill>
            </a:ext>
          </a:extLst>
        </p:spPr>
        <p:txBody>
          <a:bodyPr vert="horz" wrap="square" lIns="91428" tIns="45714" rIns="91428" bIns="45714"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a:ln>
                <a:noFill/>
              </a:ln>
              <a:solidFill>
                <a:srgbClr val="4D4D4D"/>
              </a:solidFill>
              <a:effectLst/>
              <a:uLnTx/>
              <a:uFillTx/>
              <a:cs typeface="+mn-ea"/>
              <a:sym typeface="+mn-lt"/>
            </a:endParaRPr>
          </a:p>
        </p:txBody>
      </p:sp>
      <p:sp>
        <p:nvSpPr>
          <p:cNvPr id="31" name="Freeform 13">
            <a:extLst>
              <a:ext uri="{FF2B5EF4-FFF2-40B4-BE49-F238E27FC236}">
                <a16:creationId xmlns:a16="http://schemas.microsoft.com/office/drawing/2014/main" id="{3639DA0A-5417-420C-B1D0-80A4803FC63B}"/>
              </a:ext>
            </a:extLst>
          </p:cNvPr>
          <p:cNvSpPr/>
          <p:nvPr/>
        </p:nvSpPr>
        <p:spPr bwMode="auto">
          <a:xfrm>
            <a:off x="3719823" y="4224899"/>
            <a:ext cx="599997" cy="1652373"/>
          </a:xfrm>
          <a:custGeom>
            <a:avLst/>
            <a:gdLst>
              <a:gd name="T0" fmla="*/ 847 w 847"/>
              <a:gd name="T1" fmla="*/ 0 h 2329"/>
              <a:gd name="T2" fmla="*/ 0 w 847"/>
              <a:gd name="T3" fmla="*/ 0 h 2329"/>
              <a:gd name="T4" fmla="*/ 0 w 847"/>
              <a:gd name="T5" fmla="*/ 2329 h 2329"/>
            </a:gdLst>
            <a:ahLst/>
            <a:cxnLst>
              <a:cxn ang="0">
                <a:pos x="T0" y="T1"/>
              </a:cxn>
              <a:cxn ang="0">
                <a:pos x="T2" y="T3"/>
              </a:cxn>
              <a:cxn ang="0">
                <a:pos x="T4" y="T5"/>
              </a:cxn>
            </a:cxnLst>
            <a:rect l="0" t="0" r="r" b="b"/>
            <a:pathLst>
              <a:path w="847" h="2329">
                <a:moveTo>
                  <a:pt x="847" y="0"/>
                </a:moveTo>
                <a:lnTo>
                  <a:pt x="0" y="0"/>
                </a:lnTo>
                <a:lnTo>
                  <a:pt x="0" y="2329"/>
                </a:lnTo>
              </a:path>
            </a:pathLst>
          </a:custGeom>
          <a:noFill/>
          <a:ln w="9525" cap="flat">
            <a:solidFill>
              <a:srgbClr val="4D4D4D">
                <a:lumMod val="60000"/>
                <a:lumOff val="40000"/>
              </a:srgbClr>
            </a:solidFill>
            <a:prstDash val="dash"/>
            <a:miter lim="800000"/>
            <a:headEnd type="oval" w="med" len="med"/>
            <a:tailEnd type="oval" w="med" len="med"/>
          </a:ln>
          <a:extLst>
            <a:ext uri="{909E8E84-426E-40DD-AFC4-6F175D3DCCD1}">
              <a14:hiddenFill xmlns:a14="http://schemas.microsoft.com/office/drawing/2010/main">
                <a:solidFill>
                  <a:srgbClr val="FFFFFF"/>
                </a:solidFill>
              </a14:hiddenFill>
            </a:ext>
          </a:extLst>
        </p:spPr>
        <p:txBody>
          <a:bodyPr vert="horz" wrap="square" lIns="91428" tIns="45714" rIns="91428" bIns="45714"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a:ln>
                <a:noFill/>
              </a:ln>
              <a:solidFill>
                <a:srgbClr val="4D4D4D"/>
              </a:solidFill>
              <a:effectLst/>
              <a:uLnTx/>
              <a:uFillTx/>
              <a:cs typeface="+mn-ea"/>
              <a:sym typeface="+mn-lt"/>
            </a:endParaRPr>
          </a:p>
        </p:txBody>
      </p:sp>
      <p:sp>
        <p:nvSpPr>
          <p:cNvPr id="32" name="Freeform 14">
            <a:extLst>
              <a:ext uri="{FF2B5EF4-FFF2-40B4-BE49-F238E27FC236}">
                <a16:creationId xmlns:a16="http://schemas.microsoft.com/office/drawing/2014/main" id="{7F77CE4D-470F-4667-87C2-E691172A20DF}"/>
              </a:ext>
            </a:extLst>
          </p:cNvPr>
          <p:cNvSpPr/>
          <p:nvPr/>
        </p:nvSpPr>
        <p:spPr bwMode="auto">
          <a:xfrm>
            <a:off x="7176948" y="4224899"/>
            <a:ext cx="455554" cy="1652373"/>
          </a:xfrm>
          <a:custGeom>
            <a:avLst/>
            <a:gdLst>
              <a:gd name="T0" fmla="*/ 644 w 644"/>
              <a:gd name="T1" fmla="*/ 0 h 2329"/>
              <a:gd name="T2" fmla="*/ 0 w 644"/>
              <a:gd name="T3" fmla="*/ 0 h 2329"/>
              <a:gd name="T4" fmla="*/ 0 w 644"/>
              <a:gd name="T5" fmla="*/ 2329 h 2329"/>
            </a:gdLst>
            <a:ahLst/>
            <a:cxnLst>
              <a:cxn ang="0">
                <a:pos x="T0" y="T1"/>
              </a:cxn>
              <a:cxn ang="0">
                <a:pos x="T2" y="T3"/>
              </a:cxn>
              <a:cxn ang="0">
                <a:pos x="T4" y="T5"/>
              </a:cxn>
            </a:cxnLst>
            <a:rect l="0" t="0" r="r" b="b"/>
            <a:pathLst>
              <a:path w="644" h="2329">
                <a:moveTo>
                  <a:pt x="644" y="0"/>
                </a:moveTo>
                <a:lnTo>
                  <a:pt x="0" y="0"/>
                </a:lnTo>
                <a:lnTo>
                  <a:pt x="0" y="2329"/>
                </a:lnTo>
              </a:path>
            </a:pathLst>
          </a:custGeom>
          <a:noFill/>
          <a:ln w="9525" cap="flat">
            <a:solidFill>
              <a:srgbClr val="4D4D4D">
                <a:lumMod val="60000"/>
                <a:lumOff val="40000"/>
              </a:srgbClr>
            </a:solidFill>
            <a:prstDash val="dash"/>
            <a:miter lim="800000"/>
            <a:headEnd type="oval" w="med" len="med"/>
            <a:tailEnd type="oval" w="med" len="med"/>
          </a:ln>
          <a:extLst>
            <a:ext uri="{909E8E84-426E-40DD-AFC4-6F175D3DCCD1}">
              <a14:hiddenFill xmlns:a14="http://schemas.microsoft.com/office/drawing/2010/main">
                <a:solidFill>
                  <a:srgbClr val="FFFFFF"/>
                </a:solidFill>
              </a14:hiddenFill>
            </a:ext>
          </a:extLst>
        </p:spPr>
        <p:txBody>
          <a:bodyPr vert="horz" wrap="square" lIns="91428" tIns="45714" rIns="91428" bIns="45714"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a:ln>
                <a:noFill/>
              </a:ln>
              <a:solidFill>
                <a:srgbClr val="4D4D4D"/>
              </a:solidFill>
              <a:effectLst/>
              <a:uLnTx/>
              <a:uFillTx/>
              <a:cs typeface="+mn-ea"/>
              <a:sym typeface="+mn-lt"/>
            </a:endParaRPr>
          </a:p>
        </p:txBody>
      </p:sp>
      <p:grpSp>
        <p:nvGrpSpPr>
          <p:cNvPr id="38" name="组合 37">
            <a:extLst>
              <a:ext uri="{FF2B5EF4-FFF2-40B4-BE49-F238E27FC236}">
                <a16:creationId xmlns:a16="http://schemas.microsoft.com/office/drawing/2014/main" id="{B1C815A9-E405-4680-9545-E62EF6442EF3}"/>
              </a:ext>
            </a:extLst>
          </p:cNvPr>
          <p:cNvGrpSpPr/>
          <p:nvPr/>
        </p:nvGrpSpPr>
        <p:grpSpPr>
          <a:xfrm>
            <a:off x="1778564" y="1713589"/>
            <a:ext cx="2148696" cy="1031936"/>
            <a:chOff x="1778563" y="1218253"/>
            <a:chExt cx="3142089" cy="1031936"/>
          </a:xfrm>
        </p:grpSpPr>
        <p:sp>
          <p:nvSpPr>
            <p:cNvPr id="39" name="矩形 38">
              <a:extLst>
                <a:ext uri="{FF2B5EF4-FFF2-40B4-BE49-F238E27FC236}">
                  <a16:creationId xmlns:a16="http://schemas.microsoft.com/office/drawing/2014/main" id="{40FFB947-F082-436C-BD11-2CEC2DB12136}"/>
                </a:ext>
              </a:extLst>
            </p:cNvPr>
            <p:cNvSpPr/>
            <p:nvPr/>
          </p:nvSpPr>
          <p:spPr>
            <a:xfrm>
              <a:off x="1778563" y="1542175"/>
              <a:ext cx="3142089" cy="708014"/>
            </a:xfrm>
            <a:prstGeom prst="rect">
              <a:avLst/>
            </a:prstGeom>
            <a:noFill/>
          </p:spPr>
          <p:txBody>
            <a:bodyPr wrap="square" rtlCol="0">
              <a:spAutoFit/>
            </a:bodyPr>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altLang="zh-CN" sz="1200" dirty="0">
                <a:solidFill>
                  <a:schemeClr val="tx1">
                    <a:lumMod val="75000"/>
                    <a:lumOff val="25000"/>
                  </a:schemeClr>
                </a:solidFill>
                <a:cs typeface="+mn-ea"/>
                <a:sym typeface="+mn-lt"/>
              </a:endParaRPr>
            </a:p>
          </p:txBody>
        </p:sp>
        <p:sp>
          <p:nvSpPr>
            <p:cNvPr id="40" name="矩形 39">
              <a:extLst>
                <a:ext uri="{FF2B5EF4-FFF2-40B4-BE49-F238E27FC236}">
                  <a16:creationId xmlns:a16="http://schemas.microsoft.com/office/drawing/2014/main" id="{859B0FED-78CA-4997-BF1B-D8E3AB3E06A8}"/>
                </a:ext>
              </a:extLst>
            </p:cNvPr>
            <p:cNvSpPr/>
            <p:nvPr/>
          </p:nvSpPr>
          <p:spPr>
            <a:xfrm>
              <a:off x="1786187" y="1218253"/>
              <a:ext cx="1498354" cy="338554"/>
            </a:xfrm>
            <a:prstGeom prst="rect">
              <a:avLst/>
            </a:prstGeom>
          </p:spPr>
          <p:txBody>
            <a:bodyPr wrap="none">
              <a:spAutoFit/>
            </a:bodyPr>
            <a:lstStyle/>
            <a:p>
              <a:pPr fontAlgn="base">
                <a:spcBef>
                  <a:spcPct val="0"/>
                </a:spcBef>
                <a:spcAft>
                  <a:spcPct val="0"/>
                </a:spcAft>
                <a:buFont typeface="Arial" panose="020B0604020202020204" pitchFamily="34" charset="0"/>
                <a:buNone/>
              </a:pPr>
              <a:r>
                <a:rPr lang="zh-CN" altLang="en-US" sz="1600" dirty="0">
                  <a:solidFill>
                    <a:srgbClr val="4D4D4D"/>
                  </a:solidFill>
                  <a:cs typeface="+mn-ea"/>
                  <a:sym typeface="+mn-lt"/>
                </a:rPr>
                <a:t>添加标题</a:t>
              </a:r>
            </a:p>
          </p:txBody>
        </p:sp>
      </p:grpSp>
      <p:grpSp>
        <p:nvGrpSpPr>
          <p:cNvPr id="41" name="组合 40">
            <a:extLst>
              <a:ext uri="{FF2B5EF4-FFF2-40B4-BE49-F238E27FC236}">
                <a16:creationId xmlns:a16="http://schemas.microsoft.com/office/drawing/2014/main" id="{61D62ADE-D6EF-4631-AF22-F349A681F624}"/>
              </a:ext>
            </a:extLst>
          </p:cNvPr>
          <p:cNvGrpSpPr/>
          <p:nvPr/>
        </p:nvGrpSpPr>
        <p:grpSpPr>
          <a:xfrm>
            <a:off x="1696511" y="3059482"/>
            <a:ext cx="1900602" cy="1389570"/>
            <a:chOff x="1696511" y="2790392"/>
            <a:chExt cx="1900602" cy="1389570"/>
          </a:xfrm>
        </p:grpSpPr>
        <p:sp>
          <p:nvSpPr>
            <p:cNvPr id="42" name="Freeform 5">
              <a:extLst>
                <a:ext uri="{FF2B5EF4-FFF2-40B4-BE49-F238E27FC236}">
                  <a16:creationId xmlns:a16="http://schemas.microsoft.com/office/drawing/2014/main" id="{5666344B-E1D8-4974-A192-0B2D1E2BFD60}"/>
                </a:ext>
              </a:extLst>
            </p:cNvPr>
            <p:cNvSpPr/>
            <p:nvPr/>
          </p:nvSpPr>
          <p:spPr bwMode="auto">
            <a:xfrm>
              <a:off x="1696511" y="2790392"/>
              <a:ext cx="1900602" cy="1389570"/>
            </a:xfrm>
            <a:custGeom>
              <a:avLst/>
              <a:gdLst>
                <a:gd name="T0" fmla="*/ 1408 w 2454"/>
                <a:gd name="T1" fmla="*/ 175 h 2140"/>
                <a:gd name="T2" fmla="*/ 1887 w 2454"/>
                <a:gd name="T3" fmla="*/ 1005 h 2140"/>
                <a:gd name="T4" fmla="*/ 2364 w 2454"/>
                <a:gd name="T5" fmla="*/ 1832 h 2140"/>
                <a:gd name="T6" fmla="*/ 2189 w 2454"/>
                <a:gd name="T7" fmla="*/ 2140 h 2140"/>
                <a:gd name="T8" fmla="*/ 1231 w 2454"/>
                <a:gd name="T9" fmla="*/ 2140 h 2140"/>
                <a:gd name="T10" fmla="*/ 276 w 2454"/>
                <a:gd name="T11" fmla="*/ 2140 h 2140"/>
                <a:gd name="T12" fmla="*/ 97 w 2454"/>
                <a:gd name="T13" fmla="*/ 1834 h 2140"/>
                <a:gd name="T14" fmla="*/ 575 w 2454"/>
                <a:gd name="T15" fmla="*/ 1005 h 2140"/>
                <a:gd name="T16" fmla="*/ 1053 w 2454"/>
                <a:gd name="T17" fmla="*/ 178 h 2140"/>
                <a:gd name="T18" fmla="*/ 1408 w 2454"/>
                <a:gd name="T19" fmla="*/ 175 h 2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54" h="2140">
                  <a:moveTo>
                    <a:pt x="1408" y="175"/>
                  </a:moveTo>
                  <a:lnTo>
                    <a:pt x="1887" y="1005"/>
                  </a:lnTo>
                  <a:cubicBezTo>
                    <a:pt x="2046" y="1280"/>
                    <a:pt x="2205" y="1556"/>
                    <a:pt x="2364" y="1832"/>
                  </a:cubicBezTo>
                  <a:cubicBezTo>
                    <a:pt x="2454" y="2028"/>
                    <a:pt x="2396" y="2132"/>
                    <a:pt x="2189" y="2140"/>
                  </a:cubicBezTo>
                  <a:lnTo>
                    <a:pt x="1231" y="2140"/>
                  </a:lnTo>
                  <a:cubicBezTo>
                    <a:pt x="913" y="2140"/>
                    <a:pt x="594" y="2140"/>
                    <a:pt x="276" y="2140"/>
                  </a:cubicBezTo>
                  <a:cubicBezTo>
                    <a:pt x="61" y="2119"/>
                    <a:pt x="0" y="2018"/>
                    <a:pt x="97" y="1834"/>
                  </a:cubicBezTo>
                  <a:lnTo>
                    <a:pt x="575" y="1005"/>
                  </a:lnTo>
                  <a:cubicBezTo>
                    <a:pt x="734" y="729"/>
                    <a:pt x="894" y="453"/>
                    <a:pt x="1053" y="178"/>
                  </a:cubicBezTo>
                  <a:cubicBezTo>
                    <a:pt x="1178" y="2"/>
                    <a:pt x="1297" y="0"/>
                    <a:pt x="1408" y="175"/>
                  </a:cubicBezTo>
                  <a:close/>
                </a:path>
              </a:pathLst>
            </a:custGeom>
            <a:solidFill>
              <a:schemeClr val="accent1"/>
            </a:solidFill>
            <a:ln w="38100" cap="flat">
              <a:solidFill>
                <a:srgbClr val="FFFFFF"/>
              </a:solidFill>
              <a:prstDash val="solid"/>
              <a:miter lim="800000"/>
            </a:ln>
            <a:effectLst>
              <a:outerShdw blurRad="63500" sx="102000" sy="102000" algn="ctr" rotWithShape="0">
                <a:prstClr val="black">
                  <a:alpha val="40000"/>
                </a:prstClr>
              </a:outerShdw>
            </a:effectLst>
          </p:spPr>
          <p:txBody>
            <a:bodyPr vert="horz" wrap="square" lIns="91440" tIns="45720" rIns="91440" bIns="45720"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a:ln>
                  <a:noFill/>
                </a:ln>
                <a:solidFill>
                  <a:srgbClr val="54A0D8"/>
                </a:solidFill>
                <a:effectLst/>
                <a:uLnTx/>
                <a:uFillTx/>
                <a:cs typeface="+mn-ea"/>
                <a:sym typeface="+mn-lt"/>
              </a:endParaRPr>
            </a:p>
          </p:txBody>
        </p:sp>
        <p:sp>
          <p:nvSpPr>
            <p:cNvPr id="43" name="文本框 42">
              <a:extLst>
                <a:ext uri="{FF2B5EF4-FFF2-40B4-BE49-F238E27FC236}">
                  <a16:creationId xmlns:a16="http://schemas.microsoft.com/office/drawing/2014/main" id="{BA80D6F1-EFFA-43EC-9B52-44B95D5DDA2E}"/>
                </a:ext>
              </a:extLst>
            </p:cNvPr>
            <p:cNvSpPr txBox="1"/>
            <p:nvPr/>
          </p:nvSpPr>
          <p:spPr>
            <a:xfrm>
              <a:off x="2288736" y="3249645"/>
              <a:ext cx="679994" cy="769441"/>
            </a:xfrm>
            <a:prstGeom prst="rect">
              <a:avLst/>
            </a:prstGeom>
            <a:noFill/>
          </p:spPr>
          <p:txBody>
            <a:bodyPr wrap="none" rtlCol="0">
              <a:spAutoFit/>
            </a:bodyPr>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zh-CN" sz="4400" i="0" u="none" strike="noStrike" kern="0" cap="none" spc="0" normalizeH="0" baseline="0" noProof="0" dirty="0">
                  <a:ln>
                    <a:noFill/>
                  </a:ln>
                  <a:solidFill>
                    <a:srgbClr val="FFFFFF"/>
                  </a:solidFill>
                  <a:effectLst/>
                  <a:uLnTx/>
                  <a:uFillTx/>
                  <a:cs typeface="+mn-ea"/>
                  <a:sym typeface="+mn-lt"/>
                </a:rPr>
                <a:t>01</a:t>
              </a:r>
              <a:endParaRPr kumimoji="0" lang="zh-CN" altLang="en-US" sz="4400" i="0" u="none" strike="noStrike" kern="0" cap="none" spc="0" normalizeH="0" baseline="0" noProof="0" dirty="0">
                <a:ln>
                  <a:noFill/>
                </a:ln>
                <a:solidFill>
                  <a:srgbClr val="FFFFFF"/>
                </a:solidFill>
                <a:effectLst/>
                <a:uLnTx/>
                <a:uFillTx/>
                <a:cs typeface="+mn-ea"/>
                <a:sym typeface="+mn-lt"/>
              </a:endParaRPr>
            </a:p>
          </p:txBody>
        </p:sp>
      </p:grpSp>
      <p:grpSp>
        <p:nvGrpSpPr>
          <p:cNvPr id="44" name="组合 43">
            <a:extLst>
              <a:ext uri="{FF2B5EF4-FFF2-40B4-BE49-F238E27FC236}">
                <a16:creationId xmlns:a16="http://schemas.microsoft.com/office/drawing/2014/main" id="{B74AF5F5-CAA2-46E7-AB64-4A7674F64C3A}"/>
              </a:ext>
            </a:extLst>
          </p:cNvPr>
          <p:cNvGrpSpPr/>
          <p:nvPr/>
        </p:nvGrpSpPr>
        <p:grpSpPr>
          <a:xfrm>
            <a:off x="3364756" y="3002340"/>
            <a:ext cx="1900602" cy="1389570"/>
            <a:chOff x="3364756" y="2733250"/>
            <a:chExt cx="1900602" cy="1389570"/>
          </a:xfrm>
        </p:grpSpPr>
        <p:sp>
          <p:nvSpPr>
            <p:cNvPr id="45" name="Freeform 8">
              <a:extLst>
                <a:ext uri="{FF2B5EF4-FFF2-40B4-BE49-F238E27FC236}">
                  <a16:creationId xmlns:a16="http://schemas.microsoft.com/office/drawing/2014/main" id="{310A85D7-7F74-47F2-8D7E-736B2D3B9B49}"/>
                </a:ext>
              </a:extLst>
            </p:cNvPr>
            <p:cNvSpPr/>
            <p:nvPr/>
          </p:nvSpPr>
          <p:spPr bwMode="auto">
            <a:xfrm>
              <a:off x="3364756" y="2733250"/>
              <a:ext cx="1900602" cy="1389570"/>
            </a:xfrm>
            <a:custGeom>
              <a:avLst/>
              <a:gdLst>
                <a:gd name="T0" fmla="*/ 1408 w 2454"/>
                <a:gd name="T1" fmla="*/ 1966 h 2141"/>
                <a:gd name="T2" fmla="*/ 1887 w 2454"/>
                <a:gd name="T3" fmla="*/ 1136 h 2141"/>
                <a:gd name="T4" fmla="*/ 2365 w 2454"/>
                <a:gd name="T5" fmla="*/ 309 h 2141"/>
                <a:gd name="T6" fmla="*/ 2189 w 2454"/>
                <a:gd name="T7" fmla="*/ 0 h 2141"/>
                <a:gd name="T8" fmla="*/ 1231 w 2454"/>
                <a:gd name="T9" fmla="*/ 0 h 2141"/>
                <a:gd name="T10" fmla="*/ 276 w 2454"/>
                <a:gd name="T11" fmla="*/ 0 h 2141"/>
                <a:gd name="T12" fmla="*/ 97 w 2454"/>
                <a:gd name="T13" fmla="*/ 307 h 2141"/>
                <a:gd name="T14" fmla="*/ 576 w 2454"/>
                <a:gd name="T15" fmla="*/ 1136 h 2141"/>
                <a:gd name="T16" fmla="*/ 1053 w 2454"/>
                <a:gd name="T17" fmla="*/ 1963 h 2141"/>
                <a:gd name="T18" fmla="*/ 1408 w 2454"/>
                <a:gd name="T19" fmla="*/ 1966 h 2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54" h="2141">
                  <a:moveTo>
                    <a:pt x="1408" y="1966"/>
                  </a:moveTo>
                  <a:lnTo>
                    <a:pt x="1887" y="1136"/>
                  </a:lnTo>
                  <a:cubicBezTo>
                    <a:pt x="2046" y="861"/>
                    <a:pt x="2205" y="585"/>
                    <a:pt x="2365" y="309"/>
                  </a:cubicBezTo>
                  <a:cubicBezTo>
                    <a:pt x="2454" y="113"/>
                    <a:pt x="2396" y="9"/>
                    <a:pt x="2189" y="0"/>
                  </a:cubicBezTo>
                  <a:lnTo>
                    <a:pt x="1231" y="0"/>
                  </a:lnTo>
                  <a:cubicBezTo>
                    <a:pt x="913" y="0"/>
                    <a:pt x="595" y="0"/>
                    <a:pt x="276" y="0"/>
                  </a:cubicBezTo>
                  <a:cubicBezTo>
                    <a:pt x="61" y="21"/>
                    <a:pt x="0" y="123"/>
                    <a:pt x="97" y="307"/>
                  </a:cubicBezTo>
                  <a:lnTo>
                    <a:pt x="576" y="1136"/>
                  </a:lnTo>
                  <a:cubicBezTo>
                    <a:pt x="735" y="1412"/>
                    <a:pt x="894" y="1688"/>
                    <a:pt x="1053" y="1963"/>
                  </a:cubicBezTo>
                  <a:cubicBezTo>
                    <a:pt x="1179" y="2139"/>
                    <a:pt x="1297" y="2141"/>
                    <a:pt x="1408" y="1966"/>
                  </a:cubicBezTo>
                  <a:close/>
                </a:path>
              </a:pathLst>
            </a:custGeom>
            <a:solidFill>
              <a:schemeClr val="accent2"/>
            </a:solidFill>
            <a:ln w="38100" cap="flat">
              <a:solidFill>
                <a:srgbClr val="FFFFFF"/>
              </a:solidFill>
              <a:prstDash val="solid"/>
              <a:miter lim="800000"/>
            </a:ln>
            <a:effectLst>
              <a:outerShdw blurRad="63500" sx="102000" sy="102000" algn="ctr" rotWithShape="0">
                <a:prstClr val="black">
                  <a:alpha val="40000"/>
                </a:prstClr>
              </a:outerShdw>
            </a:effectLst>
          </p:spPr>
          <p:txBody>
            <a:bodyPr vert="horz" wrap="square" lIns="91440" tIns="45720" rIns="91440" bIns="45720"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dirty="0">
                <a:ln>
                  <a:noFill/>
                </a:ln>
                <a:solidFill>
                  <a:srgbClr val="54A0D8"/>
                </a:solidFill>
                <a:effectLst/>
                <a:uLnTx/>
                <a:uFillTx/>
                <a:cs typeface="+mn-ea"/>
                <a:sym typeface="+mn-lt"/>
              </a:endParaRPr>
            </a:p>
          </p:txBody>
        </p:sp>
        <p:sp>
          <p:nvSpPr>
            <p:cNvPr id="46" name="文本框 45">
              <a:extLst>
                <a:ext uri="{FF2B5EF4-FFF2-40B4-BE49-F238E27FC236}">
                  <a16:creationId xmlns:a16="http://schemas.microsoft.com/office/drawing/2014/main" id="{87AA81EA-83A6-4125-AB3E-D89A76C3F961}"/>
                </a:ext>
              </a:extLst>
            </p:cNvPr>
            <p:cNvSpPr txBox="1"/>
            <p:nvPr/>
          </p:nvSpPr>
          <p:spPr>
            <a:xfrm>
              <a:off x="3890110" y="2780159"/>
              <a:ext cx="779381" cy="769441"/>
            </a:xfrm>
            <a:prstGeom prst="rect">
              <a:avLst/>
            </a:prstGeom>
            <a:noFill/>
          </p:spPr>
          <p:txBody>
            <a:bodyPr wrap="none" rtlCol="0">
              <a:spAutoFit/>
            </a:bodyPr>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zh-CN" sz="4400" i="0" u="none" strike="noStrike" kern="0" cap="none" spc="0" normalizeH="0" baseline="0" noProof="0" dirty="0">
                  <a:ln>
                    <a:noFill/>
                  </a:ln>
                  <a:solidFill>
                    <a:srgbClr val="FFFFFF"/>
                  </a:solidFill>
                  <a:effectLst/>
                  <a:uLnTx/>
                  <a:uFillTx/>
                  <a:cs typeface="+mn-ea"/>
                  <a:sym typeface="+mn-lt"/>
                </a:rPr>
                <a:t>02</a:t>
              </a:r>
              <a:endParaRPr kumimoji="0" lang="zh-CN" altLang="en-US" sz="4400" i="0" u="none" strike="noStrike" kern="0" cap="none" spc="0" normalizeH="0" baseline="0" noProof="0" dirty="0">
                <a:ln>
                  <a:noFill/>
                </a:ln>
                <a:solidFill>
                  <a:srgbClr val="FFFFFF"/>
                </a:solidFill>
                <a:effectLst/>
                <a:uLnTx/>
                <a:uFillTx/>
                <a:cs typeface="+mn-ea"/>
                <a:sym typeface="+mn-lt"/>
              </a:endParaRPr>
            </a:p>
          </p:txBody>
        </p:sp>
      </p:grpSp>
      <p:grpSp>
        <p:nvGrpSpPr>
          <p:cNvPr id="47" name="组合 46">
            <a:extLst>
              <a:ext uri="{FF2B5EF4-FFF2-40B4-BE49-F238E27FC236}">
                <a16:creationId xmlns:a16="http://schemas.microsoft.com/office/drawing/2014/main" id="{7983E079-884A-4CBC-A627-5EA47AAC1888}"/>
              </a:ext>
            </a:extLst>
          </p:cNvPr>
          <p:cNvGrpSpPr/>
          <p:nvPr/>
        </p:nvGrpSpPr>
        <p:grpSpPr>
          <a:xfrm>
            <a:off x="5033077" y="3059482"/>
            <a:ext cx="1898864" cy="1389570"/>
            <a:chOff x="5033077" y="2790392"/>
            <a:chExt cx="1898864" cy="1389570"/>
          </a:xfrm>
        </p:grpSpPr>
        <p:sp>
          <p:nvSpPr>
            <p:cNvPr id="48" name="Freeform 6">
              <a:extLst>
                <a:ext uri="{FF2B5EF4-FFF2-40B4-BE49-F238E27FC236}">
                  <a16:creationId xmlns:a16="http://schemas.microsoft.com/office/drawing/2014/main" id="{BE143B25-0E98-404B-905D-B79C9482431D}"/>
                </a:ext>
              </a:extLst>
            </p:cNvPr>
            <p:cNvSpPr/>
            <p:nvPr/>
          </p:nvSpPr>
          <p:spPr bwMode="auto">
            <a:xfrm>
              <a:off x="5033077" y="2790392"/>
              <a:ext cx="1898864" cy="1389570"/>
            </a:xfrm>
            <a:custGeom>
              <a:avLst/>
              <a:gdLst>
                <a:gd name="T0" fmla="*/ 1407 w 2453"/>
                <a:gd name="T1" fmla="*/ 175 h 2140"/>
                <a:gd name="T2" fmla="*/ 1886 w 2453"/>
                <a:gd name="T3" fmla="*/ 1005 h 2140"/>
                <a:gd name="T4" fmla="*/ 2364 w 2453"/>
                <a:gd name="T5" fmla="*/ 1832 h 2140"/>
                <a:gd name="T6" fmla="*/ 2188 w 2453"/>
                <a:gd name="T7" fmla="*/ 2140 h 2140"/>
                <a:gd name="T8" fmla="*/ 1231 w 2453"/>
                <a:gd name="T9" fmla="*/ 2140 h 2140"/>
                <a:gd name="T10" fmla="*/ 276 w 2453"/>
                <a:gd name="T11" fmla="*/ 2140 h 2140"/>
                <a:gd name="T12" fmla="*/ 96 w 2453"/>
                <a:gd name="T13" fmla="*/ 1834 h 2140"/>
                <a:gd name="T14" fmla="*/ 575 w 2453"/>
                <a:gd name="T15" fmla="*/ 1005 h 2140"/>
                <a:gd name="T16" fmla="*/ 1052 w 2453"/>
                <a:gd name="T17" fmla="*/ 178 h 2140"/>
                <a:gd name="T18" fmla="*/ 1407 w 2453"/>
                <a:gd name="T19" fmla="*/ 175 h 2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53" h="2140">
                  <a:moveTo>
                    <a:pt x="1407" y="175"/>
                  </a:moveTo>
                  <a:lnTo>
                    <a:pt x="1886" y="1005"/>
                  </a:lnTo>
                  <a:cubicBezTo>
                    <a:pt x="2045" y="1280"/>
                    <a:pt x="2205" y="1556"/>
                    <a:pt x="2364" y="1832"/>
                  </a:cubicBezTo>
                  <a:cubicBezTo>
                    <a:pt x="2453" y="2028"/>
                    <a:pt x="2396" y="2132"/>
                    <a:pt x="2188" y="2140"/>
                  </a:cubicBezTo>
                  <a:lnTo>
                    <a:pt x="1231" y="2140"/>
                  </a:lnTo>
                  <a:cubicBezTo>
                    <a:pt x="912" y="2140"/>
                    <a:pt x="594" y="2140"/>
                    <a:pt x="276" y="2140"/>
                  </a:cubicBezTo>
                  <a:cubicBezTo>
                    <a:pt x="61" y="2119"/>
                    <a:pt x="0" y="2018"/>
                    <a:pt x="96" y="1834"/>
                  </a:cubicBezTo>
                  <a:lnTo>
                    <a:pt x="575" y="1005"/>
                  </a:lnTo>
                  <a:cubicBezTo>
                    <a:pt x="734" y="729"/>
                    <a:pt x="893" y="453"/>
                    <a:pt x="1052" y="178"/>
                  </a:cubicBezTo>
                  <a:cubicBezTo>
                    <a:pt x="1178" y="2"/>
                    <a:pt x="1296" y="0"/>
                    <a:pt x="1407" y="175"/>
                  </a:cubicBezTo>
                  <a:close/>
                </a:path>
              </a:pathLst>
            </a:custGeom>
            <a:solidFill>
              <a:schemeClr val="accent1"/>
            </a:solidFill>
            <a:ln w="38100" cap="flat">
              <a:solidFill>
                <a:srgbClr val="FFFFFF"/>
              </a:solidFill>
              <a:prstDash val="solid"/>
              <a:miter lim="800000"/>
            </a:ln>
            <a:effectLst>
              <a:outerShdw blurRad="63500" sx="102000" sy="102000" algn="ctr" rotWithShape="0">
                <a:prstClr val="black">
                  <a:alpha val="40000"/>
                </a:prstClr>
              </a:outerShdw>
            </a:effectLst>
          </p:spPr>
          <p:txBody>
            <a:bodyPr vert="horz" wrap="square" lIns="91440" tIns="45720" rIns="91440" bIns="45720"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a:ln>
                  <a:noFill/>
                </a:ln>
                <a:solidFill>
                  <a:srgbClr val="54A0D8"/>
                </a:solidFill>
                <a:effectLst/>
                <a:uLnTx/>
                <a:uFillTx/>
                <a:cs typeface="+mn-ea"/>
                <a:sym typeface="+mn-lt"/>
              </a:endParaRPr>
            </a:p>
          </p:txBody>
        </p:sp>
        <p:sp>
          <p:nvSpPr>
            <p:cNvPr id="49" name="文本框 48">
              <a:extLst>
                <a:ext uri="{FF2B5EF4-FFF2-40B4-BE49-F238E27FC236}">
                  <a16:creationId xmlns:a16="http://schemas.microsoft.com/office/drawing/2014/main" id="{B145AB5C-27B7-432D-B086-88A12796DB73}"/>
                </a:ext>
              </a:extLst>
            </p:cNvPr>
            <p:cNvSpPr txBox="1"/>
            <p:nvPr/>
          </p:nvSpPr>
          <p:spPr>
            <a:xfrm>
              <a:off x="5557547" y="3249645"/>
              <a:ext cx="777777" cy="769441"/>
            </a:xfrm>
            <a:prstGeom prst="rect">
              <a:avLst/>
            </a:prstGeom>
            <a:noFill/>
          </p:spPr>
          <p:txBody>
            <a:bodyPr wrap="none" rtlCol="0">
              <a:spAutoFit/>
            </a:bodyPr>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zh-CN" sz="4400" i="0" u="none" strike="noStrike" kern="0" cap="none" spc="0" normalizeH="0" baseline="0" noProof="0" dirty="0">
                  <a:ln>
                    <a:noFill/>
                  </a:ln>
                  <a:solidFill>
                    <a:srgbClr val="FFFFFF"/>
                  </a:solidFill>
                  <a:effectLst/>
                  <a:uLnTx/>
                  <a:uFillTx/>
                  <a:cs typeface="+mn-ea"/>
                  <a:sym typeface="+mn-lt"/>
                </a:rPr>
                <a:t>03</a:t>
              </a:r>
              <a:endParaRPr kumimoji="0" lang="zh-CN" altLang="en-US" sz="4400" i="0" u="none" strike="noStrike" kern="0" cap="none" spc="0" normalizeH="0" baseline="0" noProof="0" dirty="0">
                <a:ln>
                  <a:noFill/>
                </a:ln>
                <a:solidFill>
                  <a:srgbClr val="FFFFFF"/>
                </a:solidFill>
                <a:effectLst/>
                <a:uLnTx/>
                <a:uFillTx/>
                <a:cs typeface="+mn-ea"/>
                <a:sym typeface="+mn-lt"/>
              </a:endParaRPr>
            </a:p>
          </p:txBody>
        </p:sp>
      </p:grpSp>
      <p:grpSp>
        <p:nvGrpSpPr>
          <p:cNvPr id="50" name="组合 49">
            <a:extLst>
              <a:ext uri="{FF2B5EF4-FFF2-40B4-BE49-F238E27FC236}">
                <a16:creationId xmlns:a16="http://schemas.microsoft.com/office/drawing/2014/main" id="{9D778506-C12A-45C6-9564-14946DFA308D}"/>
              </a:ext>
            </a:extLst>
          </p:cNvPr>
          <p:cNvGrpSpPr/>
          <p:nvPr/>
        </p:nvGrpSpPr>
        <p:grpSpPr>
          <a:xfrm>
            <a:off x="6701322" y="3002340"/>
            <a:ext cx="1898864" cy="1389570"/>
            <a:chOff x="6701322" y="2733250"/>
            <a:chExt cx="1898864" cy="1389570"/>
          </a:xfrm>
        </p:grpSpPr>
        <p:sp>
          <p:nvSpPr>
            <p:cNvPr id="51" name="Freeform 9">
              <a:extLst>
                <a:ext uri="{FF2B5EF4-FFF2-40B4-BE49-F238E27FC236}">
                  <a16:creationId xmlns:a16="http://schemas.microsoft.com/office/drawing/2014/main" id="{B7B0EB50-C0F3-490B-814D-142E6AA45FED}"/>
                </a:ext>
              </a:extLst>
            </p:cNvPr>
            <p:cNvSpPr/>
            <p:nvPr/>
          </p:nvSpPr>
          <p:spPr bwMode="auto">
            <a:xfrm>
              <a:off x="6701322" y="2733250"/>
              <a:ext cx="1898864" cy="1389570"/>
            </a:xfrm>
            <a:custGeom>
              <a:avLst/>
              <a:gdLst>
                <a:gd name="T0" fmla="*/ 1408 w 2453"/>
                <a:gd name="T1" fmla="*/ 1966 h 2141"/>
                <a:gd name="T2" fmla="*/ 1886 w 2453"/>
                <a:gd name="T3" fmla="*/ 1136 h 2141"/>
                <a:gd name="T4" fmla="*/ 2364 w 2453"/>
                <a:gd name="T5" fmla="*/ 309 h 2141"/>
                <a:gd name="T6" fmla="*/ 2188 w 2453"/>
                <a:gd name="T7" fmla="*/ 0 h 2141"/>
                <a:gd name="T8" fmla="*/ 1231 w 2453"/>
                <a:gd name="T9" fmla="*/ 0 h 2141"/>
                <a:gd name="T10" fmla="*/ 276 w 2453"/>
                <a:gd name="T11" fmla="*/ 0 h 2141"/>
                <a:gd name="T12" fmla="*/ 96 w 2453"/>
                <a:gd name="T13" fmla="*/ 307 h 2141"/>
                <a:gd name="T14" fmla="*/ 575 w 2453"/>
                <a:gd name="T15" fmla="*/ 1136 h 2141"/>
                <a:gd name="T16" fmla="*/ 1052 w 2453"/>
                <a:gd name="T17" fmla="*/ 1963 h 2141"/>
                <a:gd name="T18" fmla="*/ 1408 w 2453"/>
                <a:gd name="T19" fmla="*/ 1966 h 21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53" h="2141">
                  <a:moveTo>
                    <a:pt x="1408" y="1966"/>
                  </a:moveTo>
                  <a:lnTo>
                    <a:pt x="1886" y="1136"/>
                  </a:lnTo>
                  <a:cubicBezTo>
                    <a:pt x="2046" y="861"/>
                    <a:pt x="2205" y="585"/>
                    <a:pt x="2364" y="309"/>
                  </a:cubicBezTo>
                  <a:cubicBezTo>
                    <a:pt x="2453" y="113"/>
                    <a:pt x="2396" y="9"/>
                    <a:pt x="2188" y="0"/>
                  </a:cubicBezTo>
                  <a:lnTo>
                    <a:pt x="1231" y="0"/>
                  </a:lnTo>
                  <a:cubicBezTo>
                    <a:pt x="912" y="0"/>
                    <a:pt x="594" y="0"/>
                    <a:pt x="276" y="0"/>
                  </a:cubicBezTo>
                  <a:cubicBezTo>
                    <a:pt x="61" y="21"/>
                    <a:pt x="0" y="123"/>
                    <a:pt x="96" y="307"/>
                  </a:cubicBezTo>
                  <a:lnTo>
                    <a:pt x="575" y="1136"/>
                  </a:lnTo>
                  <a:cubicBezTo>
                    <a:pt x="734" y="1412"/>
                    <a:pt x="893" y="1688"/>
                    <a:pt x="1052" y="1963"/>
                  </a:cubicBezTo>
                  <a:cubicBezTo>
                    <a:pt x="1178" y="2139"/>
                    <a:pt x="1297" y="2141"/>
                    <a:pt x="1408" y="1966"/>
                  </a:cubicBezTo>
                  <a:close/>
                </a:path>
              </a:pathLst>
            </a:custGeom>
            <a:solidFill>
              <a:schemeClr val="accent2"/>
            </a:solidFill>
            <a:ln w="38100" cap="flat">
              <a:solidFill>
                <a:srgbClr val="FFFFFF"/>
              </a:solidFill>
              <a:prstDash val="solid"/>
              <a:miter lim="800000"/>
            </a:ln>
            <a:effectLst>
              <a:outerShdw blurRad="63500" sx="102000" sy="102000" algn="ctr" rotWithShape="0">
                <a:prstClr val="black">
                  <a:alpha val="40000"/>
                </a:prstClr>
              </a:outerShdw>
            </a:effectLst>
          </p:spPr>
          <p:txBody>
            <a:bodyPr vert="horz" wrap="square" lIns="91440" tIns="45720" rIns="91440" bIns="45720"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dirty="0">
                <a:ln>
                  <a:noFill/>
                </a:ln>
                <a:solidFill>
                  <a:srgbClr val="54A0D8"/>
                </a:solidFill>
                <a:effectLst/>
                <a:uLnTx/>
                <a:uFillTx/>
                <a:cs typeface="+mn-ea"/>
                <a:sym typeface="+mn-lt"/>
              </a:endParaRPr>
            </a:p>
          </p:txBody>
        </p:sp>
        <p:sp>
          <p:nvSpPr>
            <p:cNvPr id="52" name="文本框 51">
              <a:extLst>
                <a:ext uri="{FF2B5EF4-FFF2-40B4-BE49-F238E27FC236}">
                  <a16:creationId xmlns:a16="http://schemas.microsoft.com/office/drawing/2014/main" id="{36D1653C-C2DA-40E2-A327-6E81E45B624E}"/>
                </a:ext>
              </a:extLst>
            </p:cNvPr>
            <p:cNvSpPr txBox="1"/>
            <p:nvPr/>
          </p:nvSpPr>
          <p:spPr>
            <a:xfrm>
              <a:off x="7232088" y="2780159"/>
              <a:ext cx="795411" cy="769441"/>
            </a:xfrm>
            <a:prstGeom prst="rect">
              <a:avLst/>
            </a:prstGeom>
            <a:noFill/>
          </p:spPr>
          <p:txBody>
            <a:bodyPr wrap="none" rtlCol="0">
              <a:spAutoFit/>
            </a:bodyPr>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zh-CN" sz="4400" i="0" u="none" strike="noStrike" kern="0" cap="none" spc="0" normalizeH="0" baseline="0" noProof="0" dirty="0">
                  <a:ln>
                    <a:noFill/>
                  </a:ln>
                  <a:solidFill>
                    <a:srgbClr val="FFFFFF"/>
                  </a:solidFill>
                  <a:effectLst/>
                  <a:uLnTx/>
                  <a:uFillTx/>
                  <a:cs typeface="+mn-ea"/>
                  <a:sym typeface="+mn-lt"/>
                </a:rPr>
                <a:t>04</a:t>
              </a:r>
              <a:endParaRPr kumimoji="0" lang="zh-CN" altLang="en-US" sz="4400" i="0" u="none" strike="noStrike" kern="0" cap="none" spc="0" normalizeH="0" baseline="0" noProof="0" dirty="0">
                <a:ln>
                  <a:noFill/>
                </a:ln>
                <a:solidFill>
                  <a:srgbClr val="FFFFFF"/>
                </a:solidFill>
                <a:effectLst/>
                <a:uLnTx/>
                <a:uFillTx/>
                <a:cs typeface="+mn-ea"/>
                <a:sym typeface="+mn-lt"/>
              </a:endParaRPr>
            </a:p>
          </p:txBody>
        </p:sp>
      </p:grpSp>
      <p:grpSp>
        <p:nvGrpSpPr>
          <p:cNvPr id="53" name="组合 52">
            <a:extLst>
              <a:ext uri="{FF2B5EF4-FFF2-40B4-BE49-F238E27FC236}">
                <a16:creationId xmlns:a16="http://schemas.microsoft.com/office/drawing/2014/main" id="{0D2CF844-7197-427E-8E56-DFF374107F70}"/>
              </a:ext>
            </a:extLst>
          </p:cNvPr>
          <p:cNvGrpSpPr/>
          <p:nvPr/>
        </p:nvGrpSpPr>
        <p:grpSpPr>
          <a:xfrm>
            <a:off x="8369568" y="3059482"/>
            <a:ext cx="1898864" cy="1389570"/>
            <a:chOff x="8369568" y="2790392"/>
            <a:chExt cx="1898864" cy="1389570"/>
          </a:xfrm>
        </p:grpSpPr>
        <p:sp>
          <p:nvSpPr>
            <p:cNvPr id="54" name="Freeform 7">
              <a:extLst>
                <a:ext uri="{FF2B5EF4-FFF2-40B4-BE49-F238E27FC236}">
                  <a16:creationId xmlns:a16="http://schemas.microsoft.com/office/drawing/2014/main" id="{3FDA00CF-2BD9-4CD4-9305-1F6FD2A9B26D}"/>
                </a:ext>
              </a:extLst>
            </p:cNvPr>
            <p:cNvSpPr/>
            <p:nvPr/>
          </p:nvSpPr>
          <p:spPr bwMode="auto">
            <a:xfrm>
              <a:off x="8369568" y="2790392"/>
              <a:ext cx="1898864" cy="1389570"/>
            </a:xfrm>
            <a:custGeom>
              <a:avLst/>
              <a:gdLst>
                <a:gd name="T0" fmla="*/ 1408 w 2454"/>
                <a:gd name="T1" fmla="*/ 175 h 2140"/>
                <a:gd name="T2" fmla="*/ 1887 w 2454"/>
                <a:gd name="T3" fmla="*/ 1005 h 2140"/>
                <a:gd name="T4" fmla="*/ 2364 w 2454"/>
                <a:gd name="T5" fmla="*/ 1832 h 2140"/>
                <a:gd name="T6" fmla="*/ 2189 w 2454"/>
                <a:gd name="T7" fmla="*/ 2140 h 2140"/>
                <a:gd name="T8" fmla="*/ 1231 w 2454"/>
                <a:gd name="T9" fmla="*/ 2140 h 2140"/>
                <a:gd name="T10" fmla="*/ 276 w 2454"/>
                <a:gd name="T11" fmla="*/ 2140 h 2140"/>
                <a:gd name="T12" fmla="*/ 96 w 2454"/>
                <a:gd name="T13" fmla="*/ 1834 h 2140"/>
                <a:gd name="T14" fmla="*/ 575 w 2454"/>
                <a:gd name="T15" fmla="*/ 1005 h 2140"/>
                <a:gd name="T16" fmla="*/ 1053 w 2454"/>
                <a:gd name="T17" fmla="*/ 178 h 2140"/>
                <a:gd name="T18" fmla="*/ 1408 w 2454"/>
                <a:gd name="T19" fmla="*/ 175 h 2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54" h="2140">
                  <a:moveTo>
                    <a:pt x="1408" y="175"/>
                  </a:moveTo>
                  <a:lnTo>
                    <a:pt x="1887" y="1005"/>
                  </a:lnTo>
                  <a:cubicBezTo>
                    <a:pt x="2046" y="1280"/>
                    <a:pt x="2205" y="1556"/>
                    <a:pt x="2364" y="1832"/>
                  </a:cubicBezTo>
                  <a:cubicBezTo>
                    <a:pt x="2454" y="2028"/>
                    <a:pt x="2396" y="2132"/>
                    <a:pt x="2189" y="2140"/>
                  </a:cubicBezTo>
                  <a:lnTo>
                    <a:pt x="1231" y="2140"/>
                  </a:lnTo>
                  <a:cubicBezTo>
                    <a:pt x="913" y="2140"/>
                    <a:pt x="594" y="2140"/>
                    <a:pt x="276" y="2140"/>
                  </a:cubicBezTo>
                  <a:cubicBezTo>
                    <a:pt x="61" y="2119"/>
                    <a:pt x="0" y="2018"/>
                    <a:pt x="96" y="1834"/>
                  </a:cubicBezTo>
                  <a:lnTo>
                    <a:pt x="575" y="1005"/>
                  </a:lnTo>
                  <a:cubicBezTo>
                    <a:pt x="734" y="729"/>
                    <a:pt x="894" y="453"/>
                    <a:pt x="1053" y="178"/>
                  </a:cubicBezTo>
                  <a:cubicBezTo>
                    <a:pt x="1178" y="2"/>
                    <a:pt x="1297" y="0"/>
                    <a:pt x="1408" y="175"/>
                  </a:cubicBezTo>
                  <a:close/>
                </a:path>
              </a:pathLst>
            </a:custGeom>
            <a:solidFill>
              <a:schemeClr val="accent1"/>
            </a:solidFill>
            <a:ln w="38100" cap="flat">
              <a:solidFill>
                <a:srgbClr val="FFFFFF"/>
              </a:solidFill>
              <a:prstDash val="solid"/>
              <a:miter lim="800000"/>
            </a:ln>
            <a:effectLst>
              <a:outerShdw blurRad="63500" sx="102000" sy="102000" algn="ctr" rotWithShape="0">
                <a:prstClr val="black">
                  <a:alpha val="40000"/>
                </a:prstClr>
              </a:outerShdw>
            </a:effectLst>
          </p:spPr>
          <p:txBody>
            <a:bodyPr vert="horz" wrap="square" lIns="91440" tIns="45720" rIns="91440" bIns="45720" numCol="1" anchor="t" anchorCtr="0" compatLnSpc="1"/>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endParaRPr kumimoji="0" lang="zh-CN" altLang="en-US" sz="1800" i="0" u="none" strike="noStrike" kern="0" cap="none" spc="0" normalizeH="0" baseline="0" noProof="0">
                <a:ln>
                  <a:noFill/>
                </a:ln>
                <a:solidFill>
                  <a:srgbClr val="54A0D8"/>
                </a:solidFill>
                <a:effectLst/>
                <a:uLnTx/>
                <a:uFillTx/>
                <a:cs typeface="+mn-ea"/>
                <a:sym typeface="+mn-lt"/>
              </a:endParaRPr>
            </a:p>
          </p:txBody>
        </p:sp>
        <p:sp>
          <p:nvSpPr>
            <p:cNvPr id="55" name="文本框 54">
              <a:extLst>
                <a:ext uri="{FF2B5EF4-FFF2-40B4-BE49-F238E27FC236}">
                  <a16:creationId xmlns:a16="http://schemas.microsoft.com/office/drawing/2014/main" id="{DEA5F755-8079-4A34-A220-172977243EDB}"/>
                </a:ext>
              </a:extLst>
            </p:cNvPr>
            <p:cNvSpPr txBox="1"/>
            <p:nvPr/>
          </p:nvSpPr>
          <p:spPr>
            <a:xfrm>
              <a:off x="8936115" y="3249645"/>
              <a:ext cx="784189" cy="769441"/>
            </a:xfrm>
            <a:prstGeom prst="rect">
              <a:avLst/>
            </a:prstGeom>
            <a:noFill/>
          </p:spPr>
          <p:txBody>
            <a:bodyPr wrap="none" rtlCol="0">
              <a:spAutoFit/>
            </a:bodyPr>
            <a:lstStyle/>
            <a:p>
              <a:pPr marL="0" marR="0" lvl="0" indent="0" defTabSz="914400" eaLnBrk="1" fontAlgn="base" latinLnBrk="0" hangingPunct="1">
                <a:lnSpc>
                  <a:spcPct val="100000"/>
                </a:lnSpc>
                <a:spcBef>
                  <a:spcPct val="0"/>
                </a:spcBef>
                <a:spcAft>
                  <a:spcPct val="0"/>
                </a:spcAft>
                <a:buClrTx/>
                <a:buSzTx/>
                <a:buFont typeface="Arial" panose="020B0604020202020204" pitchFamily="34" charset="0"/>
                <a:buNone/>
                <a:tabLst/>
                <a:defRPr/>
              </a:pPr>
              <a:r>
                <a:rPr kumimoji="0" lang="en-US" altLang="zh-CN" sz="4400" i="0" u="none" strike="noStrike" kern="0" cap="none" spc="0" normalizeH="0" baseline="0" noProof="0" dirty="0">
                  <a:ln>
                    <a:noFill/>
                  </a:ln>
                  <a:solidFill>
                    <a:srgbClr val="FFFFFF"/>
                  </a:solidFill>
                  <a:effectLst/>
                  <a:uLnTx/>
                  <a:uFillTx/>
                  <a:cs typeface="+mn-ea"/>
                  <a:sym typeface="+mn-lt"/>
                </a:rPr>
                <a:t>05</a:t>
              </a:r>
              <a:endParaRPr kumimoji="0" lang="zh-CN" altLang="en-US" sz="4400" i="0" u="none" strike="noStrike" kern="0" cap="none" spc="0" normalizeH="0" baseline="0" noProof="0" dirty="0">
                <a:ln>
                  <a:noFill/>
                </a:ln>
                <a:solidFill>
                  <a:srgbClr val="FFFFFF"/>
                </a:solidFill>
                <a:effectLst/>
                <a:uLnTx/>
                <a:uFillTx/>
                <a:cs typeface="+mn-ea"/>
                <a:sym typeface="+mn-lt"/>
              </a:endParaRPr>
            </a:p>
          </p:txBody>
        </p:sp>
      </p:grpSp>
      <p:grpSp>
        <p:nvGrpSpPr>
          <p:cNvPr id="56" name="组合 55">
            <a:extLst>
              <a:ext uri="{FF2B5EF4-FFF2-40B4-BE49-F238E27FC236}">
                <a16:creationId xmlns:a16="http://schemas.microsoft.com/office/drawing/2014/main" id="{AF3CC3AF-35F8-4603-A02B-F1DFAD0E04A3}"/>
              </a:ext>
            </a:extLst>
          </p:cNvPr>
          <p:cNvGrpSpPr/>
          <p:nvPr/>
        </p:nvGrpSpPr>
        <p:grpSpPr>
          <a:xfrm>
            <a:off x="3751486" y="4723417"/>
            <a:ext cx="2148696" cy="1031936"/>
            <a:chOff x="3751485" y="4454327"/>
            <a:chExt cx="3142089" cy="1031936"/>
          </a:xfrm>
        </p:grpSpPr>
        <p:sp>
          <p:nvSpPr>
            <p:cNvPr id="57" name="矩形 56">
              <a:extLst>
                <a:ext uri="{FF2B5EF4-FFF2-40B4-BE49-F238E27FC236}">
                  <a16:creationId xmlns:a16="http://schemas.microsoft.com/office/drawing/2014/main" id="{35F498BC-F767-4162-A352-366382261402}"/>
                </a:ext>
              </a:extLst>
            </p:cNvPr>
            <p:cNvSpPr/>
            <p:nvPr/>
          </p:nvSpPr>
          <p:spPr>
            <a:xfrm>
              <a:off x="3751485" y="4778249"/>
              <a:ext cx="3142089" cy="708014"/>
            </a:xfrm>
            <a:prstGeom prst="rect">
              <a:avLst/>
            </a:prstGeom>
            <a:noFill/>
          </p:spPr>
          <p:txBody>
            <a:bodyPr wrap="square" rtlCol="0">
              <a:spAutoFit/>
            </a:bodyPr>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altLang="zh-CN" sz="1200" dirty="0">
                <a:solidFill>
                  <a:schemeClr val="tx1">
                    <a:lumMod val="75000"/>
                    <a:lumOff val="25000"/>
                  </a:schemeClr>
                </a:solidFill>
                <a:cs typeface="+mn-ea"/>
                <a:sym typeface="+mn-lt"/>
              </a:endParaRPr>
            </a:p>
          </p:txBody>
        </p:sp>
        <p:sp>
          <p:nvSpPr>
            <p:cNvPr id="58" name="矩形 57">
              <a:extLst>
                <a:ext uri="{FF2B5EF4-FFF2-40B4-BE49-F238E27FC236}">
                  <a16:creationId xmlns:a16="http://schemas.microsoft.com/office/drawing/2014/main" id="{F0F37CA3-5831-4DAF-AC28-2B623CB31D1A}"/>
                </a:ext>
              </a:extLst>
            </p:cNvPr>
            <p:cNvSpPr/>
            <p:nvPr/>
          </p:nvSpPr>
          <p:spPr>
            <a:xfrm>
              <a:off x="3801934" y="4454327"/>
              <a:ext cx="1498354" cy="338554"/>
            </a:xfrm>
            <a:prstGeom prst="rect">
              <a:avLst/>
            </a:prstGeom>
          </p:spPr>
          <p:txBody>
            <a:bodyPr wrap="none">
              <a:spAutoFit/>
            </a:bodyPr>
            <a:lstStyle/>
            <a:p>
              <a:pPr fontAlgn="base">
                <a:spcBef>
                  <a:spcPct val="0"/>
                </a:spcBef>
                <a:spcAft>
                  <a:spcPct val="0"/>
                </a:spcAft>
                <a:buFont typeface="Arial" panose="020B0604020202020204" pitchFamily="34" charset="0"/>
                <a:buNone/>
              </a:pPr>
              <a:r>
                <a:rPr lang="zh-CN" altLang="en-US" sz="1600" dirty="0">
                  <a:solidFill>
                    <a:srgbClr val="4D4D4D"/>
                  </a:solidFill>
                  <a:cs typeface="+mn-ea"/>
                  <a:sym typeface="+mn-lt"/>
                </a:rPr>
                <a:t>添加标题</a:t>
              </a:r>
            </a:p>
          </p:txBody>
        </p:sp>
      </p:grpSp>
      <p:grpSp>
        <p:nvGrpSpPr>
          <p:cNvPr id="59" name="组合 58">
            <a:extLst>
              <a:ext uri="{FF2B5EF4-FFF2-40B4-BE49-F238E27FC236}">
                <a16:creationId xmlns:a16="http://schemas.microsoft.com/office/drawing/2014/main" id="{DDADAD33-9528-4F50-844F-28957D42FDFB}"/>
              </a:ext>
            </a:extLst>
          </p:cNvPr>
          <p:cNvGrpSpPr/>
          <p:nvPr/>
        </p:nvGrpSpPr>
        <p:grpSpPr>
          <a:xfrm>
            <a:off x="5483807" y="1713589"/>
            <a:ext cx="2148696" cy="1031936"/>
            <a:chOff x="5483806" y="1218253"/>
            <a:chExt cx="3142089" cy="1031936"/>
          </a:xfrm>
        </p:grpSpPr>
        <p:sp>
          <p:nvSpPr>
            <p:cNvPr id="60" name="矩形 59">
              <a:extLst>
                <a:ext uri="{FF2B5EF4-FFF2-40B4-BE49-F238E27FC236}">
                  <a16:creationId xmlns:a16="http://schemas.microsoft.com/office/drawing/2014/main" id="{435B630D-106A-4D44-A7E3-DE26FE75CAE6}"/>
                </a:ext>
              </a:extLst>
            </p:cNvPr>
            <p:cNvSpPr/>
            <p:nvPr/>
          </p:nvSpPr>
          <p:spPr>
            <a:xfrm>
              <a:off x="5483806" y="1542175"/>
              <a:ext cx="3142089" cy="708014"/>
            </a:xfrm>
            <a:prstGeom prst="rect">
              <a:avLst/>
            </a:prstGeom>
            <a:noFill/>
          </p:spPr>
          <p:txBody>
            <a:bodyPr wrap="square" rtlCol="0">
              <a:spAutoFit/>
            </a:bodyPr>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altLang="zh-CN" sz="1200" dirty="0">
                <a:solidFill>
                  <a:schemeClr val="tx1">
                    <a:lumMod val="75000"/>
                    <a:lumOff val="25000"/>
                  </a:schemeClr>
                </a:solidFill>
                <a:cs typeface="+mn-ea"/>
                <a:sym typeface="+mn-lt"/>
              </a:endParaRPr>
            </a:p>
          </p:txBody>
        </p:sp>
        <p:sp>
          <p:nvSpPr>
            <p:cNvPr id="61" name="矩形 60">
              <a:extLst>
                <a:ext uri="{FF2B5EF4-FFF2-40B4-BE49-F238E27FC236}">
                  <a16:creationId xmlns:a16="http://schemas.microsoft.com/office/drawing/2014/main" id="{111839C4-5336-44F3-BC02-9616EF74BE39}"/>
                </a:ext>
              </a:extLst>
            </p:cNvPr>
            <p:cNvSpPr/>
            <p:nvPr/>
          </p:nvSpPr>
          <p:spPr>
            <a:xfrm>
              <a:off x="5491431" y="1218253"/>
              <a:ext cx="1498354" cy="338554"/>
            </a:xfrm>
            <a:prstGeom prst="rect">
              <a:avLst/>
            </a:prstGeom>
          </p:spPr>
          <p:txBody>
            <a:bodyPr wrap="none">
              <a:spAutoFit/>
            </a:bodyPr>
            <a:lstStyle/>
            <a:p>
              <a:pPr fontAlgn="base">
                <a:spcBef>
                  <a:spcPct val="0"/>
                </a:spcBef>
                <a:spcAft>
                  <a:spcPct val="0"/>
                </a:spcAft>
                <a:buFont typeface="Arial" panose="020B0604020202020204" pitchFamily="34" charset="0"/>
                <a:buNone/>
              </a:pPr>
              <a:r>
                <a:rPr lang="zh-CN" altLang="en-US" sz="1600" dirty="0">
                  <a:solidFill>
                    <a:srgbClr val="4D4D4D"/>
                  </a:solidFill>
                  <a:cs typeface="+mn-ea"/>
                  <a:sym typeface="+mn-lt"/>
                </a:rPr>
                <a:t>添加标题</a:t>
              </a:r>
            </a:p>
          </p:txBody>
        </p:sp>
      </p:grpSp>
      <p:grpSp>
        <p:nvGrpSpPr>
          <p:cNvPr id="62" name="组合 61">
            <a:extLst>
              <a:ext uri="{FF2B5EF4-FFF2-40B4-BE49-F238E27FC236}">
                <a16:creationId xmlns:a16="http://schemas.microsoft.com/office/drawing/2014/main" id="{B5F2E53D-14BC-462B-9856-C72BFE84A1C5}"/>
              </a:ext>
            </a:extLst>
          </p:cNvPr>
          <p:cNvGrpSpPr/>
          <p:nvPr/>
        </p:nvGrpSpPr>
        <p:grpSpPr>
          <a:xfrm>
            <a:off x="7240190" y="4723417"/>
            <a:ext cx="2148696" cy="1031936"/>
            <a:chOff x="7240189" y="4454327"/>
            <a:chExt cx="3142089" cy="1031936"/>
          </a:xfrm>
        </p:grpSpPr>
        <p:sp>
          <p:nvSpPr>
            <p:cNvPr id="63" name="矩形 62">
              <a:extLst>
                <a:ext uri="{FF2B5EF4-FFF2-40B4-BE49-F238E27FC236}">
                  <a16:creationId xmlns:a16="http://schemas.microsoft.com/office/drawing/2014/main" id="{B5E7CF42-4091-49E0-803F-B96534877A87}"/>
                </a:ext>
              </a:extLst>
            </p:cNvPr>
            <p:cNvSpPr/>
            <p:nvPr/>
          </p:nvSpPr>
          <p:spPr>
            <a:xfrm>
              <a:off x="7240189" y="4778249"/>
              <a:ext cx="3142089" cy="708014"/>
            </a:xfrm>
            <a:prstGeom prst="rect">
              <a:avLst/>
            </a:prstGeom>
            <a:noFill/>
          </p:spPr>
          <p:txBody>
            <a:bodyPr wrap="square" rtlCol="0">
              <a:spAutoFit/>
            </a:bodyPr>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altLang="zh-CN" sz="1200" dirty="0">
                <a:solidFill>
                  <a:schemeClr val="tx1">
                    <a:lumMod val="75000"/>
                    <a:lumOff val="25000"/>
                  </a:schemeClr>
                </a:solidFill>
                <a:cs typeface="+mn-ea"/>
                <a:sym typeface="+mn-lt"/>
              </a:endParaRPr>
            </a:p>
          </p:txBody>
        </p:sp>
        <p:sp>
          <p:nvSpPr>
            <p:cNvPr id="64" name="矩形 63">
              <a:extLst>
                <a:ext uri="{FF2B5EF4-FFF2-40B4-BE49-F238E27FC236}">
                  <a16:creationId xmlns:a16="http://schemas.microsoft.com/office/drawing/2014/main" id="{32B14D6C-BBD7-4882-8211-FED84D4CE55B}"/>
                </a:ext>
              </a:extLst>
            </p:cNvPr>
            <p:cNvSpPr/>
            <p:nvPr/>
          </p:nvSpPr>
          <p:spPr>
            <a:xfrm>
              <a:off x="7273202" y="4454327"/>
              <a:ext cx="1498354" cy="338554"/>
            </a:xfrm>
            <a:prstGeom prst="rect">
              <a:avLst/>
            </a:prstGeom>
          </p:spPr>
          <p:txBody>
            <a:bodyPr wrap="none">
              <a:spAutoFit/>
            </a:bodyPr>
            <a:lstStyle/>
            <a:p>
              <a:pPr fontAlgn="base">
                <a:spcBef>
                  <a:spcPct val="0"/>
                </a:spcBef>
                <a:spcAft>
                  <a:spcPct val="0"/>
                </a:spcAft>
                <a:buFont typeface="Arial" panose="020B0604020202020204" pitchFamily="34" charset="0"/>
                <a:buNone/>
              </a:pPr>
              <a:r>
                <a:rPr lang="zh-CN" altLang="en-US" sz="1600" dirty="0">
                  <a:solidFill>
                    <a:srgbClr val="4D4D4D"/>
                  </a:solidFill>
                  <a:cs typeface="+mn-ea"/>
                  <a:sym typeface="+mn-lt"/>
                </a:rPr>
                <a:t>添加标题</a:t>
              </a:r>
            </a:p>
          </p:txBody>
        </p:sp>
      </p:grpSp>
      <p:grpSp>
        <p:nvGrpSpPr>
          <p:cNvPr id="65" name="组合 64">
            <a:extLst>
              <a:ext uri="{FF2B5EF4-FFF2-40B4-BE49-F238E27FC236}">
                <a16:creationId xmlns:a16="http://schemas.microsoft.com/office/drawing/2014/main" id="{9DE69E3E-79D4-43DB-8A3D-00839B895C56}"/>
              </a:ext>
            </a:extLst>
          </p:cNvPr>
          <p:cNvGrpSpPr/>
          <p:nvPr/>
        </p:nvGrpSpPr>
        <p:grpSpPr>
          <a:xfrm>
            <a:off x="8804091" y="1713589"/>
            <a:ext cx="2297688" cy="1031936"/>
            <a:chOff x="8804091" y="1218253"/>
            <a:chExt cx="2297688" cy="1031936"/>
          </a:xfrm>
        </p:grpSpPr>
        <p:sp>
          <p:nvSpPr>
            <p:cNvPr id="66" name="矩形 65">
              <a:extLst>
                <a:ext uri="{FF2B5EF4-FFF2-40B4-BE49-F238E27FC236}">
                  <a16:creationId xmlns:a16="http://schemas.microsoft.com/office/drawing/2014/main" id="{96E37F91-CEE1-4985-B0F1-FDDE002EA0A6}"/>
                </a:ext>
              </a:extLst>
            </p:cNvPr>
            <p:cNvSpPr/>
            <p:nvPr/>
          </p:nvSpPr>
          <p:spPr>
            <a:xfrm>
              <a:off x="8804091" y="1542175"/>
              <a:ext cx="2297688" cy="708014"/>
            </a:xfrm>
            <a:prstGeom prst="rect">
              <a:avLst/>
            </a:prstGeom>
            <a:noFill/>
          </p:spPr>
          <p:txBody>
            <a:bodyPr wrap="square" rtlCol="0">
              <a:spAutoFit/>
            </a:bodyPr>
            <a:lstStyle/>
            <a:p>
              <a:pPr defTabSz="1219170" fontAlgn="base">
                <a:lnSpc>
                  <a:spcPct val="114000"/>
                </a:lnSpc>
                <a:spcBef>
                  <a:spcPct val="0"/>
                </a:spcBef>
                <a:spcAft>
                  <a:spcPct val="0"/>
                </a:spcAft>
                <a:defRPr/>
              </a:pPr>
              <a:r>
                <a:rPr lang="zh-CN" altLang="en-US" sz="1200" dirty="0">
                  <a:solidFill>
                    <a:schemeClr val="tx1">
                      <a:lumMod val="75000"/>
                      <a:lumOff val="25000"/>
                    </a:schemeClr>
                  </a:solidFill>
                  <a:cs typeface="+mn-ea"/>
                  <a:sym typeface="+mn-lt"/>
                </a:rPr>
                <a:t>请替换文字内容复制你的内容到此请替换文字内容复制你的内容到此</a:t>
              </a:r>
              <a:endParaRPr lang="en-US" altLang="zh-CN" sz="1200" dirty="0">
                <a:solidFill>
                  <a:schemeClr val="tx1">
                    <a:lumMod val="75000"/>
                    <a:lumOff val="25000"/>
                  </a:schemeClr>
                </a:solidFill>
                <a:cs typeface="+mn-ea"/>
                <a:sym typeface="+mn-lt"/>
              </a:endParaRPr>
            </a:p>
          </p:txBody>
        </p:sp>
        <p:sp>
          <p:nvSpPr>
            <p:cNvPr id="67" name="矩形 66">
              <a:extLst>
                <a:ext uri="{FF2B5EF4-FFF2-40B4-BE49-F238E27FC236}">
                  <a16:creationId xmlns:a16="http://schemas.microsoft.com/office/drawing/2014/main" id="{E57A4ADC-D865-4FD9-A511-4324438E02A5}"/>
                </a:ext>
              </a:extLst>
            </p:cNvPr>
            <p:cNvSpPr/>
            <p:nvPr/>
          </p:nvSpPr>
          <p:spPr>
            <a:xfrm>
              <a:off x="8811714" y="1218253"/>
              <a:ext cx="1024639" cy="338554"/>
            </a:xfrm>
            <a:prstGeom prst="rect">
              <a:avLst/>
            </a:prstGeom>
          </p:spPr>
          <p:txBody>
            <a:bodyPr wrap="none">
              <a:spAutoFit/>
            </a:bodyPr>
            <a:lstStyle/>
            <a:p>
              <a:pPr fontAlgn="base">
                <a:spcBef>
                  <a:spcPct val="0"/>
                </a:spcBef>
                <a:spcAft>
                  <a:spcPct val="0"/>
                </a:spcAft>
                <a:buFont typeface="Arial" panose="020B0604020202020204" pitchFamily="34" charset="0"/>
                <a:buNone/>
              </a:pPr>
              <a:r>
                <a:rPr lang="zh-CN" altLang="en-US" sz="1600" dirty="0">
                  <a:solidFill>
                    <a:srgbClr val="4D4D4D"/>
                  </a:solidFill>
                  <a:cs typeface="+mn-ea"/>
                  <a:sym typeface="+mn-lt"/>
                </a:rPr>
                <a:t>添加标题</a:t>
              </a:r>
            </a:p>
          </p:txBody>
        </p:sp>
      </p:grpSp>
      <p:sp>
        <p:nvSpPr>
          <p:cNvPr id="3" name="TextBox 3">
            <a:extLst>
              <a:ext uri="{FF2B5EF4-FFF2-40B4-BE49-F238E27FC236}">
                <a16:creationId xmlns:a16="http://schemas.microsoft.com/office/drawing/2014/main" id="{394E5308-F8F3-CCF3-C18A-966CFAC41B00}"/>
              </a:ext>
            </a:extLst>
          </p:cNvPr>
          <p:cNvSpPr txBox="1"/>
          <p:nvPr/>
        </p:nvSpPr>
        <p:spPr>
          <a:xfrm>
            <a:off x="267465" y="6494377"/>
            <a:ext cx="1800200" cy="118430"/>
          </a:xfrm>
          <a:prstGeom prst="rect">
            <a:avLst/>
          </a:prstGeom>
          <a:noFill/>
        </p:spPr>
        <p:txBody>
          <a:bodyPr wrap="square" rtlCol="0">
            <a:spAutoFit/>
          </a:bodyPr>
          <a:lstStyle/>
          <a:p>
            <a:pPr>
              <a:lnSpc>
                <a:spcPct val="200000"/>
              </a:lnSpc>
            </a:pPr>
            <a:r>
              <a:rPr lang="en-US" altLang="zh-CN" sz="100" dirty="0">
                <a:solidFill>
                  <a:schemeClr val="bg1"/>
                </a:solidFill>
                <a:latin typeface="微软雅黑" panose="020B0503020204020204" pitchFamily="34" charset="-122"/>
                <a:ea typeface="微软雅黑" panose="020B0503020204020204" pitchFamily="34" charset="-122"/>
              </a:rPr>
              <a:t>PPT</a:t>
            </a:r>
            <a:r>
              <a:rPr lang="zh-CN" altLang="en-US" sz="100" dirty="0">
                <a:solidFill>
                  <a:schemeClr val="bg1"/>
                </a:solidFill>
                <a:latin typeface="微软雅黑" panose="020B0503020204020204" pitchFamily="34" charset="-122"/>
                <a:ea typeface="微软雅黑" panose="020B0503020204020204" pitchFamily="34" charset="-122"/>
              </a:rPr>
              <a:t>模板 </a:t>
            </a:r>
            <a:r>
              <a:rPr lang="en-US" altLang="zh-CN" sz="100" dirty="0">
                <a:solidFill>
                  <a:schemeClr val="bg1"/>
                </a:solidFill>
                <a:latin typeface="微软雅黑" panose="020B0503020204020204" pitchFamily="34" charset="-122"/>
                <a:ea typeface="微软雅黑" panose="020B0503020204020204" pitchFamily="34" charset="-122"/>
              </a:rPr>
              <a:t>http://www.1ppt.com/moban/</a:t>
            </a:r>
            <a:r>
              <a:rPr lang="zh-CN" altLang="en-US" sz="100" dirty="0">
                <a:solidFill>
                  <a:schemeClr val="bg1"/>
                </a:solidFill>
                <a:latin typeface="微软雅黑" panose="020B0503020204020204" pitchFamily="34" charset="-122"/>
                <a:ea typeface="微软雅黑" panose="020B0503020204020204" pitchFamily="34" charset="-122"/>
              </a:rPr>
              <a:t> </a:t>
            </a:r>
            <a:endParaRPr lang="en-US" altLang="zh-CN" sz="100"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747464935"/>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ntr" presetSubtype="32" fill="hold" grpId="0" nodeType="with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circle(out)">
                                      <p:cBhvr>
                                        <p:cTn id="7" dur="1000"/>
                                        <p:tgtEl>
                                          <p:spTgt spid="34"/>
                                        </p:tgtEl>
                                      </p:cBhvr>
                                    </p:animEffect>
                                  </p:childTnLst>
                                </p:cTn>
                              </p:par>
                              <p:par>
                                <p:cTn id="8" presetID="14" presetClass="entr" presetSubtype="10" fill="hold"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randombar(horizontal)">
                                      <p:cBhvr>
                                        <p:cTn id="10" dur="500"/>
                                        <p:tgtEl>
                                          <p:spTgt spid="41"/>
                                        </p:tgtEl>
                                      </p:cBhvr>
                                    </p:animEffect>
                                  </p:childTnLst>
                                </p:cTn>
                              </p:par>
                              <p:par>
                                <p:cTn id="11" presetID="14" presetClass="entr" presetSubtype="10" fill="hold" nodeType="withEffect">
                                  <p:stCondLst>
                                    <p:cond delay="0"/>
                                  </p:stCondLst>
                                  <p:childTnLst>
                                    <p:set>
                                      <p:cBhvr>
                                        <p:cTn id="12" dur="1" fill="hold">
                                          <p:stCondLst>
                                            <p:cond delay="0"/>
                                          </p:stCondLst>
                                        </p:cTn>
                                        <p:tgtEl>
                                          <p:spTgt spid="44"/>
                                        </p:tgtEl>
                                        <p:attrNameLst>
                                          <p:attrName>style.visibility</p:attrName>
                                        </p:attrNameLst>
                                      </p:cBhvr>
                                      <p:to>
                                        <p:strVal val="visible"/>
                                      </p:to>
                                    </p:set>
                                    <p:animEffect transition="in" filter="randombar(horizontal)">
                                      <p:cBhvr>
                                        <p:cTn id="13" dur="500"/>
                                        <p:tgtEl>
                                          <p:spTgt spid="44"/>
                                        </p:tgtEl>
                                      </p:cBhvr>
                                    </p:animEffect>
                                  </p:childTnLst>
                                </p:cTn>
                              </p:par>
                              <p:par>
                                <p:cTn id="14" presetID="14" presetClass="entr" presetSubtype="10" fill="hold" nodeType="withEffect">
                                  <p:stCondLst>
                                    <p:cond delay="0"/>
                                  </p:stCondLst>
                                  <p:childTnLst>
                                    <p:set>
                                      <p:cBhvr>
                                        <p:cTn id="15" dur="1" fill="hold">
                                          <p:stCondLst>
                                            <p:cond delay="0"/>
                                          </p:stCondLst>
                                        </p:cTn>
                                        <p:tgtEl>
                                          <p:spTgt spid="47"/>
                                        </p:tgtEl>
                                        <p:attrNameLst>
                                          <p:attrName>style.visibility</p:attrName>
                                        </p:attrNameLst>
                                      </p:cBhvr>
                                      <p:to>
                                        <p:strVal val="visible"/>
                                      </p:to>
                                    </p:set>
                                    <p:animEffect transition="in" filter="randombar(horizontal)">
                                      <p:cBhvr>
                                        <p:cTn id="16" dur="500"/>
                                        <p:tgtEl>
                                          <p:spTgt spid="47"/>
                                        </p:tgtEl>
                                      </p:cBhvr>
                                    </p:animEffect>
                                  </p:childTnLst>
                                </p:cTn>
                              </p:par>
                              <p:par>
                                <p:cTn id="17" presetID="14" presetClass="entr" presetSubtype="10" fill="hold" nodeType="withEffect">
                                  <p:stCondLst>
                                    <p:cond delay="0"/>
                                  </p:stCondLst>
                                  <p:childTnLst>
                                    <p:set>
                                      <p:cBhvr>
                                        <p:cTn id="18" dur="1" fill="hold">
                                          <p:stCondLst>
                                            <p:cond delay="0"/>
                                          </p:stCondLst>
                                        </p:cTn>
                                        <p:tgtEl>
                                          <p:spTgt spid="50"/>
                                        </p:tgtEl>
                                        <p:attrNameLst>
                                          <p:attrName>style.visibility</p:attrName>
                                        </p:attrNameLst>
                                      </p:cBhvr>
                                      <p:to>
                                        <p:strVal val="visible"/>
                                      </p:to>
                                    </p:set>
                                    <p:animEffect transition="in" filter="randombar(horizontal)">
                                      <p:cBhvr>
                                        <p:cTn id="19" dur="500"/>
                                        <p:tgtEl>
                                          <p:spTgt spid="50"/>
                                        </p:tgtEl>
                                      </p:cBhvr>
                                    </p:animEffect>
                                  </p:childTnLst>
                                </p:cTn>
                              </p:par>
                              <p:par>
                                <p:cTn id="20" presetID="14" presetClass="entr" presetSubtype="10" fill="hold" nodeType="withEffect">
                                  <p:stCondLst>
                                    <p:cond delay="0"/>
                                  </p:stCondLst>
                                  <p:childTnLst>
                                    <p:set>
                                      <p:cBhvr>
                                        <p:cTn id="21" dur="1" fill="hold">
                                          <p:stCondLst>
                                            <p:cond delay="0"/>
                                          </p:stCondLst>
                                        </p:cTn>
                                        <p:tgtEl>
                                          <p:spTgt spid="53"/>
                                        </p:tgtEl>
                                        <p:attrNameLst>
                                          <p:attrName>style.visibility</p:attrName>
                                        </p:attrNameLst>
                                      </p:cBhvr>
                                      <p:to>
                                        <p:strVal val="visible"/>
                                      </p:to>
                                    </p:set>
                                    <p:animEffect transition="in" filter="randombar(horizontal)">
                                      <p:cBhvr>
                                        <p:cTn id="22" dur="500"/>
                                        <p:tgtEl>
                                          <p:spTgt spid="53"/>
                                        </p:tgtEl>
                                      </p:cBhvr>
                                    </p:animEffect>
                                  </p:childTnLst>
                                </p:cTn>
                              </p:par>
                              <p:par>
                                <p:cTn id="23" presetID="21" presetClass="entr" presetSubtype="1"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wheel(1)">
                                      <p:cBhvr>
                                        <p:cTn id="25" dur="2000"/>
                                        <p:tgtEl>
                                          <p:spTgt spid="28"/>
                                        </p:tgtEl>
                                      </p:cBhvr>
                                    </p:animEffect>
                                  </p:childTnLst>
                                </p:cTn>
                              </p:par>
                              <p:par>
                                <p:cTn id="26" presetID="21" presetClass="entr" presetSubtype="1"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wheel(1)">
                                      <p:cBhvr>
                                        <p:cTn id="28" dur="2000"/>
                                        <p:tgtEl>
                                          <p:spTgt spid="31"/>
                                        </p:tgtEl>
                                      </p:cBhvr>
                                    </p:animEffect>
                                  </p:childTnLst>
                                </p:cTn>
                              </p:par>
                              <p:par>
                                <p:cTn id="29" presetID="21" presetClass="entr" presetSubtype="1"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heel(1)">
                                      <p:cBhvr>
                                        <p:cTn id="31" dur="2000"/>
                                        <p:tgtEl>
                                          <p:spTgt spid="29"/>
                                        </p:tgtEl>
                                      </p:cBhvr>
                                    </p:animEffect>
                                  </p:childTnLst>
                                </p:cTn>
                              </p:par>
                              <p:par>
                                <p:cTn id="32" presetID="21" presetClass="entr" presetSubtype="1" fill="hold" grpId="0"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wheel(1)">
                                      <p:cBhvr>
                                        <p:cTn id="34" dur="2000"/>
                                        <p:tgtEl>
                                          <p:spTgt spid="32"/>
                                        </p:tgtEl>
                                      </p:cBhvr>
                                    </p:animEffect>
                                  </p:childTnLst>
                                </p:cTn>
                              </p:par>
                              <p:par>
                                <p:cTn id="35" presetID="21" presetClass="entr" presetSubtype="1"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wheel(1)">
                                      <p:cBhvr>
                                        <p:cTn id="37" dur="2000"/>
                                        <p:tgtEl>
                                          <p:spTgt spid="30"/>
                                        </p:tgtEl>
                                      </p:cBhvr>
                                    </p:animEffect>
                                  </p:childTnLst>
                                </p:cTn>
                              </p:par>
                            </p:childTnLst>
                          </p:cTn>
                        </p:par>
                        <p:par>
                          <p:cTn id="38" fill="hold">
                            <p:stCondLst>
                              <p:cond delay="2000"/>
                            </p:stCondLst>
                            <p:childTnLst>
                              <p:par>
                                <p:cTn id="39" presetID="42" presetClass="entr" presetSubtype="0" fill="hold" nodeType="afterEffect">
                                  <p:stCondLst>
                                    <p:cond delay="0"/>
                                  </p:stCondLst>
                                  <p:childTnLst>
                                    <p:set>
                                      <p:cBhvr>
                                        <p:cTn id="40" dur="1" fill="hold">
                                          <p:stCondLst>
                                            <p:cond delay="0"/>
                                          </p:stCondLst>
                                        </p:cTn>
                                        <p:tgtEl>
                                          <p:spTgt spid="38"/>
                                        </p:tgtEl>
                                        <p:attrNameLst>
                                          <p:attrName>style.visibility</p:attrName>
                                        </p:attrNameLst>
                                      </p:cBhvr>
                                      <p:to>
                                        <p:strVal val="visible"/>
                                      </p:to>
                                    </p:set>
                                    <p:animEffect transition="in" filter="fade">
                                      <p:cBhvr>
                                        <p:cTn id="41" dur="1000"/>
                                        <p:tgtEl>
                                          <p:spTgt spid="38"/>
                                        </p:tgtEl>
                                      </p:cBhvr>
                                    </p:animEffect>
                                    <p:anim calcmode="lin" valueType="num">
                                      <p:cBhvr>
                                        <p:cTn id="42" dur="1000" fill="hold"/>
                                        <p:tgtEl>
                                          <p:spTgt spid="38"/>
                                        </p:tgtEl>
                                        <p:attrNameLst>
                                          <p:attrName>ppt_x</p:attrName>
                                        </p:attrNameLst>
                                      </p:cBhvr>
                                      <p:tavLst>
                                        <p:tav tm="0">
                                          <p:val>
                                            <p:strVal val="#ppt_x"/>
                                          </p:val>
                                        </p:tav>
                                        <p:tav tm="100000">
                                          <p:val>
                                            <p:strVal val="#ppt_x"/>
                                          </p:val>
                                        </p:tav>
                                      </p:tavLst>
                                    </p:anim>
                                    <p:anim calcmode="lin" valueType="num">
                                      <p:cBhvr>
                                        <p:cTn id="43" dur="1000" fill="hold"/>
                                        <p:tgtEl>
                                          <p:spTgt spid="38"/>
                                        </p:tgtEl>
                                        <p:attrNameLst>
                                          <p:attrName>ppt_y</p:attrName>
                                        </p:attrNameLst>
                                      </p:cBhvr>
                                      <p:tavLst>
                                        <p:tav tm="0">
                                          <p:val>
                                            <p:strVal val="#ppt_y+.1"/>
                                          </p:val>
                                        </p:tav>
                                        <p:tav tm="100000">
                                          <p:val>
                                            <p:strVal val="#ppt_y"/>
                                          </p:val>
                                        </p:tav>
                                      </p:tavLst>
                                    </p:anim>
                                  </p:childTnLst>
                                </p:cTn>
                              </p:par>
                            </p:childTnLst>
                          </p:cTn>
                        </p:par>
                        <p:par>
                          <p:cTn id="44" fill="hold">
                            <p:stCondLst>
                              <p:cond delay="3000"/>
                            </p:stCondLst>
                            <p:childTnLst>
                              <p:par>
                                <p:cTn id="45" presetID="42" presetClass="entr" presetSubtype="0" fill="hold" nodeType="after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1000"/>
                                        <p:tgtEl>
                                          <p:spTgt spid="56"/>
                                        </p:tgtEl>
                                      </p:cBhvr>
                                    </p:animEffect>
                                    <p:anim calcmode="lin" valueType="num">
                                      <p:cBhvr>
                                        <p:cTn id="48" dur="1000" fill="hold"/>
                                        <p:tgtEl>
                                          <p:spTgt spid="56"/>
                                        </p:tgtEl>
                                        <p:attrNameLst>
                                          <p:attrName>ppt_x</p:attrName>
                                        </p:attrNameLst>
                                      </p:cBhvr>
                                      <p:tavLst>
                                        <p:tav tm="0">
                                          <p:val>
                                            <p:strVal val="#ppt_x"/>
                                          </p:val>
                                        </p:tav>
                                        <p:tav tm="100000">
                                          <p:val>
                                            <p:strVal val="#ppt_x"/>
                                          </p:val>
                                        </p:tav>
                                      </p:tavLst>
                                    </p:anim>
                                    <p:anim calcmode="lin" valueType="num">
                                      <p:cBhvr>
                                        <p:cTn id="49" dur="1000" fill="hold"/>
                                        <p:tgtEl>
                                          <p:spTgt spid="56"/>
                                        </p:tgtEl>
                                        <p:attrNameLst>
                                          <p:attrName>ppt_y</p:attrName>
                                        </p:attrNameLst>
                                      </p:cBhvr>
                                      <p:tavLst>
                                        <p:tav tm="0">
                                          <p:val>
                                            <p:strVal val="#ppt_y+.1"/>
                                          </p:val>
                                        </p:tav>
                                        <p:tav tm="100000">
                                          <p:val>
                                            <p:strVal val="#ppt_y"/>
                                          </p:val>
                                        </p:tav>
                                      </p:tavLst>
                                    </p:anim>
                                  </p:childTnLst>
                                </p:cTn>
                              </p:par>
                            </p:childTnLst>
                          </p:cTn>
                        </p:par>
                        <p:par>
                          <p:cTn id="50" fill="hold">
                            <p:stCondLst>
                              <p:cond delay="4000"/>
                            </p:stCondLst>
                            <p:childTnLst>
                              <p:par>
                                <p:cTn id="51" presetID="42" presetClass="entr" presetSubtype="0" fill="hold" nodeType="after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1000"/>
                                        <p:tgtEl>
                                          <p:spTgt spid="59"/>
                                        </p:tgtEl>
                                      </p:cBhvr>
                                    </p:animEffect>
                                    <p:anim calcmode="lin" valueType="num">
                                      <p:cBhvr>
                                        <p:cTn id="54" dur="1000" fill="hold"/>
                                        <p:tgtEl>
                                          <p:spTgt spid="59"/>
                                        </p:tgtEl>
                                        <p:attrNameLst>
                                          <p:attrName>ppt_x</p:attrName>
                                        </p:attrNameLst>
                                      </p:cBhvr>
                                      <p:tavLst>
                                        <p:tav tm="0">
                                          <p:val>
                                            <p:strVal val="#ppt_x"/>
                                          </p:val>
                                        </p:tav>
                                        <p:tav tm="100000">
                                          <p:val>
                                            <p:strVal val="#ppt_x"/>
                                          </p:val>
                                        </p:tav>
                                      </p:tavLst>
                                    </p:anim>
                                    <p:anim calcmode="lin" valueType="num">
                                      <p:cBhvr>
                                        <p:cTn id="55" dur="1000" fill="hold"/>
                                        <p:tgtEl>
                                          <p:spTgt spid="59"/>
                                        </p:tgtEl>
                                        <p:attrNameLst>
                                          <p:attrName>ppt_y</p:attrName>
                                        </p:attrNameLst>
                                      </p:cBhvr>
                                      <p:tavLst>
                                        <p:tav tm="0">
                                          <p:val>
                                            <p:strVal val="#ppt_y+.1"/>
                                          </p:val>
                                        </p:tav>
                                        <p:tav tm="100000">
                                          <p:val>
                                            <p:strVal val="#ppt_y"/>
                                          </p:val>
                                        </p:tav>
                                      </p:tavLst>
                                    </p:anim>
                                  </p:childTnLst>
                                </p:cTn>
                              </p:par>
                            </p:childTnLst>
                          </p:cTn>
                        </p:par>
                        <p:par>
                          <p:cTn id="56" fill="hold">
                            <p:stCondLst>
                              <p:cond delay="5000"/>
                            </p:stCondLst>
                            <p:childTnLst>
                              <p:par>
                                <p:cTn id="57" presetID="42" presetClass="entr" presetSubtype="0" fill="hold" nodeType="afterEffect">
                                  <p:stCondLst>
                                    <p:cond delay="0"/>
                                  </p:stCondLst>
                                  <p:childTnLst>
                                    <p:set>
                                      <p:cBhvr>
                                        <p:cTn id="58" dur="1" fill="hold">
                                          <p:stCondLst>
                                            <p:cond delay="0"/>
                                          </p:stCondLst>
                                        </p:cTn>
                                        <p:tgtEl>
                                          <p:spTgt spid="62"/>
                                        </p:tgtEl>
                                        <p:attrNameLst>
                                          <p:attrName>style.visibility</p:attrName>
                                        </p:attrNameLst>
                                      </p:cBhvr>
                                      <p:to>
                                        <p:strVal val="visible"/>
                                      </p:to>
                                    </p:set>
                                    <p:animEffect transition="in" filter="fade">
                                      <p:cBhvr>
                                        <p:cTn id="59" dur="1000"/>
                                        <p:tgtEl>
                                          <p:spTgt spid="62"/>
                                        </p:tgtEl>
                                      </p:cBhvr>
                                    </p:animEffect>
                                    <p:anim calcmode="lin" valueType="num">
                                      <p:cBhvr>
                                        <p:cTn id="60" dur="1000" fill="hold"/>
                                        <p:tgtEl>
                                          <p:spTgt spid="62"/>
                                        </p:tgtEl>
                                        <p:attrNameLst>
                                          <p:attrName>ppt_x</p:attrName>
                                        </p:attrNameLst>
                                      </p:cBhvr>
                                      <p:tavLst>
                                        <p:tav tm="0">
                                          <p:val>
                                            <p:strVal val="#ppt_x"/>
                                          </p:val>
                                        </p:tav>
                                        <p:tav tm="100000">
                                          <p:val>
                                            <p:strVal val="#ppt_x"/>
                                          </p:val>
                                        </p:tav>
                                      </p:tavLst>
                                    </p:anim>
                                    <p:anim calcmode="lin" valueType="num">
                                      <p:cBhvr>
                                        <p:cTn id="61" dur="1000" fill="hold"/>
                                        <p:tgtEl>
                                          <p:spTgt spid="62"/>
                                        </p:tgtEl>
                                        <p:attrNameLst>
                                          <p:attrName>ppt_y</p:attrName>
                                        </p:attrNameLst>
                                      </p:cBhvr>
                                      <p:tavLst>
                                        <p:tav tm="0">
                                          <p:val>
                                            <p:strVal val="#ppt_y+.1"/>
                                          </p:val>
                                        </p:tav>
                                        <p:tav tm="100000">
                                          <p:val>
                                            <p:strVal val="#ppt_y"/>
                                          </p:val>
                                        </p:tav>
                                      </p:tavLst>
                                    </p:anim>
                                  </p:childTnLst>
                                </p:cTn>
                              </p:par>
                            </p:childTnLst>
                          </p:cTn>
                        </p:par>
                        <p:par>
                          <p:cTn id="62" fill="hold">
                            <p:stCondLst>
                              <p:cond delay="6000"/>
                            </p:stCondLst>
                            <p:childTnLst>
                              <p:par>
                                <p:cTn id="63" presetID="42" presetClass="entr" presetSubtype="0" fill="hold" nodeType="afterEffect">
                                  <p:stCondLst>
                                    <p:cond delay="0"/>
                                  </p:stCondLst>
                                  <p:childTnLst>
                                    <p:set>
                                      <p:cBhvr>
                                        <p:cTn id="64" dur="1" fill="hold">
                                          <p:stCondLst>
                                            <p:cond delay="0"/>
                                          </p:stCondLst>
                                        </p:cTn>
                                        <p:tgtEl>
                                          <p:spTgt spid="65"/>
                                        </p:tgtEl>
                                        <p:attrNameLst>
                                          <p:attrName>style.visibility</p:attrName>
                                        </p:attrNameLst>
                                      </p:cBhvr>
                                      <p:to>
                                        <p:strVal val="visible"/>
                                      </p:to>
                                    </p:set>
                                    <p:animEffect transition="in" filter="fade">
                                      <p:cBhvr>
                                        <p:cTn id="65" dur="1000"/>
                                        <p:tgtEl>
                                          <p:spTgt spid="65"/>
                                        </p:tgtEl>
                                      </p:cBhvr>
                                    </p:animEffect>
                                    <p:anim calcmode="lin" valueType="num">
                                      <p:cBhvr>
                                        <p:cTn id="66" dur="1000" fill="hold"/>
                                        <p:tgtEl>
                                          <p:spTgt spid="65"/>
                                        </p:tgtEl>
                                        <p:attrNameLst>
                                          <p:attrName>ppt_x</p:attrName>
                                        </p:attrNameLst>
                                      </p:cBhvr>
                                      <p:tavLst>
                                        <p:tav tm="0">
                                          <p:val>
                                            <p:strVal val="#ppt_x"/>
                                          </p:val>
                                        </p:tav>
                                        <p:tav tm="100000">
                                          <p:val>
                                            <p:strVal val="#ppt_x"/>
                                          </p:val>
                                        </p:tav>
                                      </p:tavLst>
                                    </p:anim>
                                    <p:anim calcmode="lin" valueType="num">
                                      <p:cBhvr>
                                        <p:cTn id="67" dur="1000" fill="hold"/>
                                        <p:tgtEl>
                                          <p:spTgt spid="6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28" grpId="0" animBg="1"/>
      <p:bldP spid="29" grpId="0" animBg="1"/>
      <p:bldP spid="30" grpId="0" animBg="1"/>
      <p:bldP spid="31" grpId="0" animBg="1"/>
      <p:bldP spid="3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椭圆 12">
            <a:extLst>
              <a:ext uri="{FF2B5EF4-FFF2-40B4-BE49-F238E27FC236}">
                <a16:creationId xmlns:a16="http://schemas.microsoft.com/office/drawing/2014/main" id="{AA56F85C-ADDD-49BA-8892-C35C88E13760}"/>
              </a:ext>
            </a:extLst>
          </p:cNvPr>
          <p:cNvSpPr/>
          <p:nvPr/>
        </p:nvSpPr>
        <p:spPr>
          <a:xfrm>
            <a:off x="9971652" y="5455615"/>
            <a:ext cx="5513846" cy="5513846"/>
          </a:xfrm>
          <a:prstGeom prst="ellipse">
            <a:avLst/>
          </a:prstGeom>
          <a:gradFill>
            <a:gsLst>
              <a:gs pos="100000">
                <a:srgbClr val="6C92C0">
                  <a:alpha val="72000"/>
                </a:srgbClr>
              </a:gs>
              <a:gs pos="0">
                <a:schemeClr val="accent2">
                  <a:alpha val="80000"/>
                </a:schemeClr>
              </a:gs>
            </a:gsLst>
            <a:lin ang="93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7" name="矩形 16"/>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20" name="矩形 19"/>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24" name="组合 23"/>
          <p:cNvGrpSpPr/>
          <p:nvPr/>
        </p:nvGrpSpPr>
        <p:grpSpPr>
          <a:xfrm rot="10800000">
            <a:off x="0" y="304408"/>
            <a:ext cx="1010103" cy="857396"/>
            <a:chOff x="-39567" y="0"/>
            <a:chExt cx="1677745" cy="1424104"/>
          </a:xfrm>
        </p:grpSpPr>
        <p:sp>
          <p:nvSpPr>
            <p:cNvPr id="26"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28"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16" name="ID 8661124Freeform: Shape 3">
            <a:extLst>
              <a:ext uri="{FF2B5EF4-FFF2-40B4-BE49-F238E27FC236}">
                <a16:creationId xmlns:a16="http://schemas.microsoft.com/office/drawing/2014/main" id="{EBD6EADF-9977-433F-BEB6-4FD2DE15B5DE}"/>
              </a:ext>
            </a:extLst>
          </p:cNvPr>
          <p:cNvSpPr>
            <a:spLocks/>
          </p:cNvSpPr>
          <p:nvPr>
            <p:custDataLst>
              <p:tags r:id="rId1"/>
            </p:custDataLst>
          </p:nvPr>
        </p:nvSpPr>
        <p:spPr bwMode="auto">
          <a:xfrm>
            <a:off x="3820159" y="2921149"/>
            <a:ext cx="411751" cy="830385"/>
          </a:xfrm>
          <a:custGeom>
            <a:avLst/>
            <a:gdLst>
              <a:gd name="T0" fmla="*/ 88 w 104"/>
              <a:gd name="T1" fmla="*/ 0 h 210"/>
              <a:gd name="T2" fmla="*/ 0 w 104"/>
              <a:gd name="T3" fmla="*/ 208 h 210"/>
              <a:gd name="T4" fmla="*/ 20 w 104"/>
              <a:gd name="T5" fmla="*/ 210 h 210"/>
              <a:gd name="T6" fmla="*/ 104 w 104"/>
              <a:gd name="T7" fmla="*/ 13 h 210"/>
              <a:gd name="T8" fmla="*/ 88 w 104"/>
              <a:gd name="T9" fmla="*/ 0 h 210"/>
            </a:gdLst>
            <a:ahLst/>
            <a:cxnLst>
              <a:cxn ang="0">
                <a:pos x="T0" y="T1"/>
              </a:cxn>
              <a:cxn ang="0">
                <a:pos x="T2" y="T3"/>
              </a:cxn>
              <a:cxn ang="0">
                <a:pos x="T4" y="T5"/>
              </a:cxn>
              <a:cxn ang="0">
                <a:pos x="T6" y="T7"/>
              </a:cxn>
              <a:cxn ang="0">
                <a:pos x="T8" y="T9"/>
              </a:cxn>
            </a:cxnLst>
            <a:rect l="0" t="0" r="r" b="b"/>
            <a:pathLst>
              <a:path w="104" h="210">
                <a:moveTo>
                  <a:pt x="88" y="0"/>
                </a:moveTo>
                <a:cubicBezTo>
                  <a:pt x="46" y="62"/>
                  <a:pt x="16" y="133"/>
                  <a:pt x="0" y="208"/>
                </a:cubicBezTo>
                <a:cubicBezTo>
                  <a:pt x="7" y="208"/>
                  <a:pt x="14" y="209"/>
                  <a:pt x="20" y="210"/>
                </a:cubicBezTo>
                <a:cubicBezTo>
                  <a:pt x="35" y="139"/>
                  <a:pt x="64" y="72"/>
                  <a:pt x="104" y="13"/>
                </a:cubicBezTo>
                <a:cubicBezTo>
                  <a:pt x="98" y="9"/>
                  <a:pt x="93" y="5"/>
                  <a:pt x="88" y="0"/>
                </a:cubicBezTo>
                <a:close/>
              </a:path>
            </a:pathLst>
          </a:custGeom>
          <a:solidFill>
            <a:schemeClr val="accent2"/>
          </a:solidFill>
          <a:ln>
            <a:noFill/>
          </a:ln>
        </p:spPr>
        <p:txBody>
          <a:bodyPr anchor="ctr"/>
          <a:lstStyle/>
          <a:p>
            <a:pPr algn="ctr"/>
            <a:endParaRPr dirty="0">
              <a:cs typeface="+mn-ea"/>
              <a:sym typeface="+mn-lt"/>
            </a:endParaRPr>
          </a:p>
        </p:txBody>
      </p:sp>
      <p:sp>
        <p:nvSpPr>
          <p:cNvPr id="25" name="D 8661124Freeform: Shape 4">
            <a:extLst>
              <a:ext uri="{FF2B5EF4-FFF2-40B4-BE49-F238E27FC236}">
                <a16:creationId xmlns:a16="http://schemas.microsoft.com/office/drawing/2014/main" id="{70222870-00AD-4517-BF9F-95B4C4784177}"/>
              </a:ext>
            </a:extLst>
          </p:cNvPr>
          <p:cNvSpPr>
            <a:spLocks/>
          </p:cNvSpPr>
          <p:nvPr>
            <p:custDataLst>
              <p:tags r:id="rId2"/>
            </p:custDataLst>
          </p:nvPr>
        </p:nvSpPr>
        <p:spPr bwMode="auto">
          <a:xfrm>
            <a:off x="7865983" y="2921149"/>
            <a:ext cx="410083" cy="830385"/>
          </a:xfrm>
          <a:custGeom>
            <a:avLst/>
            <a:gdLst>
              <a:gd name="T0" fmla="*/ 104 w 104"/>
              <a:gd name="T1" fmla="*/ 208 h 210"/>
              <a:gd name="T2" fmla="*/ 16 w 104"/>
              <a:gd name="T3" fmla="*/ 0 h 210"/>
              <a:gd name="T4" fmla="*/ 0 w 104"/>
              <a:gd name="T5" fmla="*/ 13 h 210"/>
              <a:gd name="T6" fmla="*/ 84 w 104"/>
              <a:gd name="T7" fmla="*/ 210 h 210"/>
              <a:gd name="T8" fmla="*/ 104 w 104"/>
              <a:gd name="T9" fmla="*/ 208 h 210"/>
            </a:gdLst>
            <a:ahLst/>
            <a:cxnLst>
              <a:cxn ang="0">
                <a:pos x="T0" y="T1"/>
              </a:cxn>
              <a:cxn ang="0">
                <a:pos x="T2" y="T3"/>
              </a:cxn>
              <a:cxn ang="0">
                <a:pos x="T4" y="T5"/>
              </a:cxn>
              <a:cxn ang="0">
                <a:pos x="T6" y="T7"/>
              </a:cxn>
              <a:cxn ang="0">
                <a:pos x="T8" y="T9"/>
              </a:cxn>
            </a:cxnLst>
            <a:rect l="0" t="0" r="r" b="b"/>
            <a:pathLst>
              <a:path w="104" h="210">
                <a:moveTo>
                  <a:pt x="104" y="208"/>
                </a:moveTo>
                <a:cubicBezTo>
                  <a:pt x="88" y="133"/>
                  <a:pt x="58" y="62"/>
                  <a:pt x="16" y="0"/>
                </a:cubicBezTo>
                <a:cubicBezTo>
                  <a:pt x="11" y="5"/>
                  <a:pt x="6" y="9"/>
                  <a:pt x="0" y="13"/>
                </a:cubicBezTo>
                <a:cubicBezTo>
                  <a:pt x="40" y="72"/>
                  <a:pt x="69" y="139"/>
                  <a:pt x="84" y="210"/>
                </a:cubicBezTo>
                <a:cubicBezTo>
                  <a:pt x="90" y="209"/>
                  <a:pt x="97" y="208"/>
                  <a:pt x="104" y="208"/>
                </a:cubicBezTo>
                <a:close/>
              </a:path>
            </a:pathLst>
          </a:custGeom>
          <a:solidFill>
            <a:schemeClr val="accent2"/>
          </a:solidFill>
          <a:ln>
            <a:noFill/>
          </a:ln>
        </p:spPr>
        <p:txBody>
          <a:bodyPr anchor="ctr"/>
          <a:lstStyle/>
          <a:p>
            <a:pPr algn="ctr"/>
            <a:endParaRPr dirty="0">
              <a:cs typeface="+mn-ea"/>
              <a:sym typeface="+mn-lt"/>
            </a:endParaRPr>
          </a:p>
        </p:txBody>
      </p:sp>
      <p:sp>
        <p:nvSpPr>
          <p:cNvPr id="29" name="ID 8661124Freeform: Shape 5">
            <a:extLst>
              <a:ext uri="{FF2B5EF4-FFF2-40B4-BE49-F238E27FC236}">
                <a16:creationId xmlns:a16="http://schemas.microsoft.com/office/drawing/2014/main" id="{362F71E7-8F24-45E8-A06A-2606DEE0D7C7}"/>
              </a:ext>
            </a:extLst>
          </p:cNvPr>
          <p:cNvSpPr>
            <a:spLocks/>
          </p:cNvSpPr>
          <p:nvPr>
            <p:custDataLst>
              <p:tags r:id="rId3"/>
            </p:custDataLst>
          </p:nvPr>
        </p:nvSpPr>
        <p:spPr bwMode="auto">
          <a:xfrm>
            <a:off x="6484035" y="1969041"/>
            <a:ext cx="813499" cy="395183"/>
          </a:xfrm>
          <a:custGeom>
            <a:avLst/>
            <a:gdLst>
              <a:gd name="T0" fmla="*/ 194 w 206"/>
              <a:gd name="T1" fmla="*/ 100 h 100"/>
              <a:gd name="T2" fmla="*/ 206 w 206"/>
              <a:gd name="T3" fmla="*/ 84 h 100"/>
              <a:gd name="T4" fmla="*/ 1 w 206"/>
              <a:gd name="T5" fmla="*/ 0 h 100"/>
              <a:gd name="T6" fmla="*/ 1 w 206"/>
              <a:gd name="T7" fmla="*/ 1 h 100"/>
              <a:gd name="T8" fmla="*/ 0 w 206"/>
              <a:gd name="T9" fmla="*/ 20 h 100"/>
              <a:gd name="T10" fmla="*/ 194 w 206"/>
              <a:gd name="T11" fmla="*/ 100 h 100"/>
            </a:gdLst>
            <a:ahLst/>
            <a:cxnLst>
              <a:cxn ang="0">
                <a:pos x="T0" y="T1"/>
              </a:cxn>
              <a:cxn ang="0">
                <a:pos x="T2" y="T3"/>
              </a:cxn>
              <a:cxn ang="0">
                <a:pos x="T4" y="T5"/>
              </a:cxn>
              <a:cxn ang="0">
                <a:pos x="T6" y="T7"/>
              </a:cxn>
              <a:cxn ang="0">
                <a:pos x="T8" y="T9"/>
              </a:cxn>
              <a:cxn ang="0">
                <a:pos x="T10" y="T11"/>
              </a:cxn>
            </a:cxnLst>
            <a:rect l="0" t="0" r="r" b="b"/>
            <a:pathLst>
              <a:path w="206" h="100">
                <a:moveTo>
                  <a:pt x="194" y="100"/>
                </a:moveTo>
                <a:cubicBezTo>
                  <a:pt x="197" y="94"/>
                  <a:pt x="202" y="89"/>
                  <a:pt x="206" y="84"/>
                </a:cubicBezTo>
                <a:cubicBezTo>
                  <a:pt x="145" y="44"/>
                  <a:pt x="76" y="15"/>
                  <a:pt x="1" y="0"/>
                </a:cubicBezTo>
                <a:cubicBezTo>
                  <a:pt x="1" y="0"/>
                  <a:pt x="1" y="1"/>
                  <a:pt x="1" y="1"/>
                </a:cubicBezTo>
                <a:cubicBezTo>
                  <a:pt x="1" y="8"/>
                  <a:pt x="1" y="14"/>
                  <a:pt x="0" y="20"/>
                </a:cubicBezTo>
                <a:cubicBezTo>
                  <a:pt x="70" y="34"/>
                  <a:pt x="136" y="62"/>
                  <a:pt x="194" y="100"/>
                </a:cubicBezTo>
                <a:close/>
              </a:path>
            </a:pathLst>
          </a:custGeom>
          <a:solidFill>
            <a:schemeClr val="accent2"/>
          </a:solidFill>
          <a:ln>
            <a:noFill/>
          </a:ln>
        </p:spPr>
        <p:txBody>
          <a:bodyPr anchor="ctr"/>
          <a:lstStyle/>
          <a:p>
            <a:pPr algn="ctr"/>
            <a:endParaRPr dirty="0">
              <a:cs typeface="+mn-ea"/>
              <a:sym typeface="+mn-lt"/>
            </a:endParaRPr>
          </a:p>
        </p:txBody>
      </p:sp>
      <p:sp>
        <p:nvSpPr>
          <p:cNvPr id="30" name="ID 8661124Freeform: Shape 6">
            <a:extLst>
              <a:ext uri="{FF2B5EF4-FFF2-40B4-BE49-F238E27FC236}">
                <a16:creationId xmlns:a16="http://schemas.microsoft.com/office/drawing/2014/main" id="{38A80703-759A-41C0-9831-E1A527FA9164}"/>
              </a:ext>
            </a:extLst>
          </p:cNvPr>
          <p:cNvSpPr>
            <a:spLocks/>
          </p:cNvSpPr>
          <p:nvPr>
            <p:custDataLst>
              <p:tags r:id="rId4"/>
            </p:custDataLst>
          </p:nvPr>
        </p:nvSpPr>
        <p:spPr bwMode="auto">
          <a:xfrm>
            <a:off x="4795357" y="1969041"/>
            <a:ext cx="816833" cy="395183"/>
          </a:xfrm>
          <a:custGeom>
            <a:avLst/>
            <a:gdLst>
              <a:gd name="T0" fmla="*/ 205 w 207"/>
              <a:gd name="T1" fmla="*/ 1 h 100"/>
              <a:gd name="T2" fmla="*/ 205 w 207"/>
              <a:gd name="T3" fmla="*/ 0 h 100"/>
              <a:gd name="T4" fmla="*/ 0 w 207"/>
              <a:gd name="T5" fmla="*/ 84 h 100"/>
              <a:gd name="T6" fmla="*/ 13 w 207"/>
              <a:gd name="T7" fmla="*/ 100 h 100"/>
              <a:gd name="T8" fmla="*/ 207 w 207"/>
              <a:gd name="T9" fmla="*/ 20 h 100"/>
              <a:gd name="T10" fmla="*/ 205 w 207"/>
              <a:gd name="T11" fmla="*/ 1 h 100"/>
            </a:gdLst>
            <a:ahLst/>
            <a:cxnLst>
              <a:cxn ang="0">
                <a:pos x="T0" y="T1"/>
              </a:cxn>
              <a:cxn ang="0">
                <a:pos x="T2" y="T3"/>
              </a:cxn>
              <a:cxn ang="0">
                <a:pos x="T4" y="T5"/>
              </a:cxn>
              <a:cxn ang="0">
                <a:pos x="T6" y="T7"/>
              </a:cxn>
              <a:cxn ang="0">
                <a:pos x="T8" y="T9"/>
              </a:cxn>
              <a:cxn ang="0">
                <a:pos x="T10" y="T11"/>
              </a:cxn>
            </a:cxnLst>
            <a:rect l="0" t="0" r="r" b="b"/>
            <a:pathLst>
              <a:path w="207" h="100">
                <a:moveTo>
                  <a:pt x="205" y="1"/>
                </a:moveTo>
                <a:cubicBezTo>
                  <a:pt x="205" y="1"/>
                  <a:pt x="205" y="0"/>
                  <a:pt x="205" y="0"/>
                </a:cubicBezTo>
                <a:cubicBezTo>
                  <a:pt x="131" y="15"/>
                  <a:pt x="62" y="44"/>
                  <a:pt x="0" y="84"/>
                </a:cubicBezTo>
                <a:cubicBezTo>
                  <a:pt x="5" y="89"/>
                  <a:pt x="9" y="94"/>
                  <a:pt x="13" y="100"/>
                </a:cubicBezTo>
                <a:cubicBezTo>
                  <a:pt x="71" y="62"/>
                  <a:pt x="137" y="34"/>
                  <a:pt x="207" y="20"/>
                </a:cubicBezTo>
                <a:cubicBezTo>
                  <a:pt x="206" y="14"/>
                  <a:pt x="205" y="8"/>
                  <a:pt x="205" y="1"/>
                </a:cubicBezTo>
                <a:close/>
              </a:path>
            </a:pathLst>
          </a:custGeom>
          <a:solidFill>
            <a:schemeClr val="accent2"/>
          </a:solidFill>
          <a:ln>
            <a:noFill/>
          </a:ln>
        </p:spPr>
        <p:txBody>
          <a:bodyPr anchor="ctr"/>
          <a:lstStyle/>
          <a:p>
            <a:pPr algn="ctr"/>
            <a:endParaRPr dirty="0">
              <a:cs typeface="+mn-ea"/>
              <a:sym typeface="+mn-lt"/>
            </a:endParaRPr>
          </a:p>
        </p:txBody>
      </p:sp>
      <p:sp>
        <p:nvSpPr>
          <p:cNvPr id="32" name="8661124Freeform: Shape 8">
            <a:extLst>
              <a:ext uri="{FF2B5EF4-FFF2-40B4-BE49-F238E27FC236}">
                <a16:creationId xmlns:a16="http://schemas.microsoft.com/office/drawing/2014/main" id="{23878DBA-D1C9-413E-ABDE-168430F4D370}"/>
              </a:ext>
            </a:extLst>
          </p:cNvPr>
          <p:cNvSpPr>
            <a:spLocks/>
          </p:cNvSpPr>
          <p:nvPr>
            <p:custDataLst>
              <p:tags r:id="rId5"/>
            </p:custDataLst>
          </p:nvPr>
        </p:nvSpPr>
        <p:spPr bwMode="auto">
          <a:xfrm>
            <a:off x="5628861" y="1555516"/>
            <a:ext cx="836837" cy="837055"/>
          </a:xfrm>
          <a:custGeom>
            <a:avLst/>
            <a:gdLst>
              <a:gd name="T0" fmla="*/ 106 w 212"/>
              <a:gd name="T1" fmla="*/ 212 h 212"/>
              <a:gd name="T2" fmla="*/ 0 w 212"/>
              <a:gd name="T3" fmla="*/ 106 h 212"/>
              <a:gd name="T4" fmla="*/ 106 w 212"/>
              <a:gd name="T5" fmla="*/ 0 h 212"/>
              <a:gd name="T6" fmla="*/ 212 w 212"/>
              <a:gd name="T7" fmla="*/ 106 h 212"/>
              <a:gd name="T8" fmla="*/ 106 w 212"/>
              <a:gd name="T9" fmla="*/ 212 h 212"/>
              <a:gd name="T10" fmla="*/ 106 w 212"/>
              <a:gd name="T11" fmla="*/ 20 h 212"/>
              <a:gd name="T12" fmla="*/ 20 w 212"/>
              <a:gd name="T13" fmla="*/ 106 h 212"/>
              <a:gd name="T14" fmla="*/ 106 w 212"/>
              <a:gd name="T15" fmla="*/ 192 h 212"/>
              <a:gd name="T16" fmla="*/ 192 w 212"/>
              <a:gd name="T17" fmla="*/ 106 h 212"/>
              <a:gd name="T18" fmla="*/ 106 w 212"/>
              <a:gd name="T19" fmla="*/ 2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12">
                <a:moveTo>
                  <a:pt x="106" y="212"/>
                </a:moveTo>
                <a:cubicBezTo>
                  <a:pt x="48" y="212"/>
                  <a:pt x="0" y="165"/>
                  <a:pt x="0" y="106"/>
                </a:cubicBezTo>
                <a:cubicBezTo>
                  <a:pt x="0" y="48"/>
                  <a:pt x="48" y="0"/>
                  <a:pt x="106" y="0"/>
                </a:cubicBezTo>
                <a:cubicBezTo>
                  <a:pt x="165" y="0"/>
                  <a:pt x="212" y="48"/>
                  <a:pt x="212" y="106"/>
                </a:cubicBezTo>
                <a:cubicBezTo>
                  <a:pt x="212" y="165"/>
                  <a:pt x="165" y="212"/>
                  <a:pt x="106" y="212"/>
                </a:cubicBezTo>
                <a:close/>
                <a:moveTo>
                  <a:pt x="106" y="20"/>
                </a:moveTo>
                <a:cubicBezTo>
                  <a:pt x="59" y="20"/>
                  <a:pt x="20" y="59"/>
                  <a:pt x="20" y="106"/>
                </a:cubicBezTo>
                <a:cubicBezTo>
                  <a:pt x="20" y="154"/>
                  <a:pt x="59" y="192"/>
                  <a:pt x="106" y="192"/>
                </a:cubicBezTo>
                <a:cubicBezTo>
                  <a:pt x="154" y="192"/>
                  <a:pt x="192" y="154"/>
                  <a:pt x="192" y="106"/>
                </a:cubicBezTo>
                <a:cubicBezTo>
                  <a:pt x="192" y="59"/>
                  <a:pt x="154" y="20"/>
                  <a:pt x="106" y="20"/>
                </a:cubicBezTo>
                <a:close/>
              </a:path>
            </a:pathLst>
          </a:custGeom>
          <a:solidFill>
            <a:schemeClr val="accent2"/>
          </a:solidFill>
          <a:ln>
            <a:noFill/>
          </a:ln>
        </p:spPr>
        <p:txBody>
          <a:bodyPr anchor="ctr"/>
          <a:lstStyle/>
          <a:p>
            <a:pPr algn="ctr"/>
            <a:endParaRPr dirty="0">
              <a:cs typeface="+mn-ea"/>
              <a:sym typeface="+mn-lt"/>
            </a:endParaRPr>
          </a:p>
        </p:txBody>
      </p:sp>
      <p:sp>
        <p:nvSpPr>
          <p:cNvPr id="33" name="8661124Freeform: Shape 10">
            <a:extLst>
              <a:ext uri="{FF2B5EF4-FFF2-40B4-BE49-F238E27FC236}">
                <a16:creationId xmlns:a16="http://schemas.microsoft.com/office/drawing/2014/main" id="{5A768A8C-66E6-4C61-A980-0034796E73DF}"/>
              </a:ext>
            </a:extLst>
          </p:cNvPr>
          <p:cNvSpPr>
            <a:spLocks/>
          </p:cNvSpPr>
          <p:nvPr>
            <p:custDataLst>
              <p:tags r:id="rId6"/>
            </p:custDataLst>
          </p:nvPr>
        </p:nvSpPr>
        <p:spPr bwMode="auto">
          <a:xfrm>
            <a:off x="5924372" y="1787860"/>
            <a:ext cx="251693" cy="360658"/>
          </a:xfrm>
          <a:custGeom>
            <a:avLst/>
            <a:gdLst>
              <a:gd name="T0" fmla="*/ 44 w 88"/>
              <a:gd name="T1" fmla="*/ 0 h 128"/>
              <a:gd name="T2" fmla="*/ 0 w 88"/>
              <a:gd name="T3" fmla="*/ 44 h 128"/>
              <a:gd name="T4" fmla="*/ 20 w 88"/>
              <a:gd name="T5" fmla="*/ 92 h 128"/>
              <a:gd name="T6" fmla="*/ 44 w 88"/>
              <a:gd name="T7" fmla="*/ 128 h 128"/>
              <a:gd name="T8" fmla="*/ 68 w 88"/>
              <a:gd name="T9" fmla="*/ 92 h 128"/>
              <a:gd name="T10" fmla="*/ 88 w 88"/>
              <a:gd name="T11" fmla="*/ 44 h 128"/>
              <a:gd name="T12" fmla="*/ 44 w 88"/>
              <a:gd name="T13" fmla="*/ 0 h 128"/>
              <a:gd name="T14" fmla="*/ 54 w 88"/>
              <a:gd name="T15" fmla="*/ 109 h 128"/>
              <a:gd name="T16" fmla="*/ 35 w 88"/>
              <a:gd name="T17" fmla="*/ 111 h 128"/>
              <a:gd name="T18" fmla="*/ 32 w 88"/>
              <a:gd name="T19" fmla="*/ 104 h 128"/>
              <a:gd name="T20" fmla="*/ 32 w 88"/>
              <a:gd name="T21" fmla="*/ 103 h 128"/>
              <a:gd name="T22" fmla="*/ 57 w 88"/>
              <a:gd name="T23" fmla="*/ 100 h 128"/>
              <a:gd name="T24" fmla="*/ 56 w 88"/>
              <a:gd name="T25" fmla="*/ 104 h 128"/>
              <a:gd name="T26" fmla="*/ 54 w 88"/>
              <a:gd name="T27" fmla="*/ 109 h 128"/>
              <a:gd name="T28" fmla="*/ 31 w 88"/>
              <a:gd name="T29" fmla="*/ 100 h 128"/>
              <a:gd name="T30" fmla="*/ 28 w 88"/>
              <a:gd name="T31" fmla="*/ 92 h 128"/>
              <a:gd name="T32" fmla="*/ 60 w 88"/>
              <a:gd name="T33" fmla="*/ 92 h 128"/>
              <a:gd name="T34" fmla="*/ 58 w 88"/>
              <a:gd name="T35" fmla="*/ 96 h 128"/>
              <a:gd name="T36" fmla="*/ 31 w 88"/>
              <a:gd name="T37" fmla="*/ 100 h 128"/>
              <a:gd name="T38" fmla="*/ 44 w 88"/>
              <a:gd name="T39" fmla="*/ 120 h 128"/>
              <a:gd name="T40" fmla="*/ 36 w 88"/>
              <a:gd name="T41" fmla="*/ 115 h 128"/>
              <a:gd name="T42" fmla="*/ 53 w 88"/>
              <a:gd name="T43" fmla="*/ 113 h 128"/>
              <a:gd name="T44" fmla="*/ 44 w 88"/>
              <a:gd name="T45" fmla="*/ 120 h 128"/>
              <a:gd name="T46" fmla="*/ 63 w 88"/>
              <a:gd name="T47" fmla="*/ 84 h 128"/>
              <a:gd name="T48" fmla="*/ 25 w 88"/>
              <a:gd name="T49" fmla="*/ 84 h 128"/>
              <a:gd name="T50" fmla="*/ 19 w 88"/>
              <a:gd name="T51" fmla="*/ 71 h 128"/>
              <a:gd name="T52" fmla="*/ 8 w 88"/>
              <a:gd name="T53" fmla="*/ 44 h 128"/>
              <a:gd name="T54" fmla="*/ 44 w 88"/>
              <a:gd name="T55" fmla="*/ 8 h 128"/>
              <a:gd name="T56" fmla="*/ 80 w 88"/>
              <a:gd name="T57" fmla="*/ 44 h 128"/>
              <a:gd name="T58" fmla="*/ 69 w 88"/>
              <a:gd name="T59" fmla="*/ 71 h 128"/>
              <a:gd name="T60" fmla="*/ 63 w 88"/>
              <a:gd name="T61" fmla="*/ 84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88" h="128">
                <a:moveTo>
                  <a:pt x="44" y="0"/>
                </a:moveTo>
                <a:cubicBezTo>
                  <a:pt x="20" y="0"/>
                  <a:pt x="0" y="20"/>
                  <a:pt x="0" y="44"/>
                </a:cubicBezTo>
                <a:cubicBezTo>
                  <a:pt x="0" y="60"/>
                  <a:pt x="15" y="77"/>
                  <a:pt x="20" y="92"/>
                </a:cubicBezTo>
                <a:cubicBezTo>
                  <a:pt x="28" y="115"/>
                  <a:pt x="27" y="128"/>
                  <a:pt x="44" y="128"/>
                </a:cubicBezTo>
                <a:cubicBezTo>
                  <a:pt x="61" y="128"/>
                  <a:pt x="60" y="115"/>
                  <a:pt x="68" y="92"/>
                </a:cubicBezTo>
                <a:cubicBezTo>
                  <a:pt x="73" y="77"/>
                  <a:pt x="88" y="60"/>
                  <a:pt x="88" y="44"/>
                </a:cubicBezTo>
                <a:cubicBezTo>
                  <a:pt x="88" y="20"/>
                  <a:pt x="68" y="0"/>
                  <a:pt x="44" y="0"/>
                </a:cubicBezTo>
                <a:close/>
                <a:moveTo>
                  <a:pt x="54" y="109"/>
                </a:moveTo>
                <a:cubicBezTo>
                  <a:pt x="35" y="111"/>
                  <a:pt x="35" y="111"/>
                  <a:pt x="35" y="111"/>
                </a:cubicBezTo>
                <a:cubicBezTo>
                  <a:pt x="34" y="109"/>
                  <a:pt x="33" y="107"/>
                  <a:pt x="32" y="104"/>
                </a:cubicBezTo>
                <a:cubicBezTo>
                  <a:pt x="32" y="104"/>
                  <a:pt x="32" y="104"/>
                  <a:pt x="32" y="103"/>
                </a:cubicBezTo>
                <a:cubicBezTo>
                  <a:pt x="57" y="100"/>
                  <a:pt x="57" y="100"/>
                  <a:pt x="57" y="100"/>
                </a:cubicBezTo>
                <a:cubicBezTo>
                  <a:pt x="57" y="102"/>
                  <a:pt x="56" y="103"/>
                  <a:pt x="56" y="104"/>
                </a:cubicBezTo>
                <a:cubicBezTo>
                  <a:pt x="55" y="106"/>
                  <a:pt x="55" y="107"/>
                  <a:pt x="54" y="109"/>
                </a:cubicBezTo>
                <a:close/>
                <a:moveTo>
                  <a:pt x="31" y="100"/>
                </a:moveTo>
                <a:cubicBezTo>
                  <a:pt x="30" y="97"/>
                  <a:pt x="29" y="95"/>
                  <a:pt x="28" y="92"/>
                </a:cubicBezTo>
                <a:cubicBezTo>
                  <a:pt x="60" y="92"/>
                  <a:pt x="60" y="92"/>
                  <a:pt x="60" y="92"/>
                </a:cubicBezTo>
                <a:cubicBezTo>
                  <a:pt x="59" y="93"/>
                  <a:pt x="59" y="95"/>
                  <a:pt x="58" y="96"/>
                </a:cubicBezTo>
                <a:lnTo>
                  <a:pt x="31" y="100"/>
                </a:lnTo>
                <a:close/>
                <a:moveTo>
                  <a:pt x="44" y="120"/>
                </a:moveTo>
                <a:cubicBezTo>
                  <a:pt x="40" y="120"/>
                  <a:pt x="38" y="120"/>
                  <a:pt x="36" y="115"/>
                </a:cubicBezTo>
                <a:cubicBezTo>
                  <a:pt x="53" y="113"/>
                  <a:pt x="53" y="113"/>
                  <a:pt x="53" y="113"/>
                </a:cubicBezTo>
                <a:cubicBezTo>
                  <a:pt x="51" y="119"/>
                  <a:pt x="49" y="120"/>
                  <a:pt x="44" y="120"/>
                </a:cubicBezTo>
                <a:close/>
                <a:moveTo>
                  <a:pt x="63" y="84"/>
                </a:moveTo>
                <a:cubicBezTo>
                  <a:pt x="25" y="84"/>
                  <a:pt x="25" y="84"/>
                  <a:pt x="25" y="84"/>
                </a:cubicBezTo>
                <a:cubicBezTo>
                  <a:pt x="23" y="80"/>
                  <a:pt x="21" y="75"/>
                  <a:pt x="19" y="71"/>
                </a:cubicBezTo>
                <a:cubicBezTo>
                  <a:pt x="13" y="62"/>
                  <a:pt x="8" y="52"/>
                  <a:pt x="8" y="44"/>
                </a:cubicBezTo>
                <a:cubicBezTo>
                  <a:pt x="8" y="24"/>
                  <a:pt x="24" y="8"/>
                  <a:pt x="44" y="8"/>
                </a:cubicBezTo>
                <a:cubicBezTo>
                  <a:pt x="64" y="8"/>
                  <a:pt x="80" y="24"/>
                  <a:pt x="80" y="44"/>
                </a:cubicBezTo>
                <a:cubicBezTo>
                  <a:pt x="80" y="52"/>
                  <a:pt x="75" y="62"/>
                  <a:pt x="69" y="71"/>
                </a:cubicBezTo>
                <a:cubicBezTo>
                  <a:pt x="67" y="75"/>
                  <a:pt x="65" y="80"/>
                  <a:pt x="63" y="84"/>
                </a:cubicBezTo>
                <a:close/>
              </a:path>
            </a:pathLst>
          </a:custGeom>
          <a:solidFill>
            <a:schemeClr val="accent2"/>
          </a:solidFill>
          <a:ln>
            <a:noFill/>
          </a:ln>
          <a:extLst>
            <a:ext uri="{91240B29-F687-4f45-9708-019B960494DF}">
              <a14:hiddenLine xmlns="" xmlns:lc="http://schemas.openxmlformats.org/drawingml/2006/lockedCanvas" xmlns:dgm="http://schemas.openxmlformats.org/drawingml/2006/diagram" xmlns:p14="http://schemas.microsoft.com/office/powerpoint/2010/main" xmlns:a14="http://schemas.microsoft.com/office/drawing/2010/main" w="9525">
                <a:solidFill>
                  <a:srgbClr val="000000"/>
                </a:solidFill>
                <a:round/>
                <a:headEnd/>
                <a:tailEnd/>
              </a14:hiddenLine>
            </a:ext>
          </a:extLst>
        </p:spPr>
        <p:txBody>
          <a:bodyPr anchor="ctr"/>
          <a:lstStyle/>
          <a:p>
            <a:pPr algn="ctr"/>
            <a:endParaRPr dirty="0">
              <a:cs typeface="+mn-ea"/>
              <a:sym typeface="+mn-lt"/>
            </a:endParaRPr>
          </a:p>
        </p:txBody>
      </p:sp>
      <p:sp>
        <p:nvSpPr>
          <p:cNvPr id="34" name="8661124Freeform: Shape 11">
            <a:extLst>
              <a:ext uri="{FF2B5EF4-FFF2-40B4-BE49-F238E27FC236}">
                <a16:creationId xmlns:a16="http://schemas.microsoft.com/office/drawing/2014/main" id="{3D4A4837-4D40-4A48-9A71-7660F7273B7D}"/>
              </a:ext>
            </a:extLst>
          </p:cNvPr>
          <p:cNvSpPr>
            <a:spLocks/>
          </p:cNvSpPr>
          <p:nvPr>
            <p:custDataLst>
              <p:tags r:id="rId7"/>
            </p:custDataLst>
          </p:nvPr>
        </p:nvSpPr>
        <p:spPr bwMode="auto">
          <a:xfrm>
            <a:off x="5981734" y="1844066"/>
            <a:ext cx="74922" cy="73771"/>
          </a:xfrm>
          <a:custGeom>
            <a:avLst/>
            <a:gdLst>
              <a:gd name="T0" fmla="*/ 24 w 26"/>
              <a:gd name="T1" fmla="*/ 0 h 26"/>
              <a:gd name="T2" fmla="*/ 0 w 26"/>
              <a:gd name="T3" fmla="*/ 24 h 26"/>
              <a:gd name="T4" fmla="*/ 2 w 26"/>
              <a:gd name="T5" fmla="*/ 26 h 26"/>
              <a:gd name="T6" fmla="*/ 4 w 26"/>
              <a:gd name="T7" fmla="*/ 24 h 26"/>
              <a:gd name="T8" fmla="*/ 24 w 26"/>
              <a:gd name="T9" fmla="*/ 4 h 26"/>
              <a:gd name="T10" fmla="*/ 26 w 26"/>
              <a:gd name="T11" fmla="*/ 2 h 26"/>
              <a:gd name="T12" fmla="*/ 24 w 26"/>
              <a:gd name="T13" fmla="*/ 0 h 26"/>
            </a:gdLst>
            <a:ahLst/>
            <a:cxnLst>
              <a:cxn ang="0">
                <a:pos x="T0" y="T1"/>
              </a:cxn>
              <a:cxn ang="0">
                <a:pos x="T2" y="T3"/>
              </a:cxn>
              <a:cxn ang="0">
                <a:pos x="T4" y="T5"/>
              </a:cxn>
              <a:cxn ang="0">
                <a:pos x="T6" y="T7"/>
              </a:cxn>
              <a:cxn ang="0">
                <a:pos x="T8" y="T9"/>
              </a:cxn>
              <a:cxn ang="0">
                <a:pos x="T10" y="T11"/>
              </a:cxn>
              <a:cxn ang="0">
                <a:pos x="T12" y="T13"/>
              </a:cxn>
            </a:cxnLst>
            <a:rect l="0" t="0" r="r" b="b"/>
            <a:pathLst>
              <a:path w="26" h="26">
                <a:moveTo>
                  <a:pt x="24" y="0"/>
                </a:moveTo>
                <a:cubicBezTo>
                  <a:pt x="11" y="0"/>
                  <a:pt x="0" y="11"/>
                  <a:pt x="0" y="24"/>
                </a:cubicBezTo>
                <a:cubicBezTo>
                  <a:pt x="0" y="25"/>
                  <a:pt x="1" y="26"/>
                  <a:pt x="2" y="26"/>
                </a:cubicBezTo>
                <a:cubicBezTo>
                  <a:pt x="3" y="26"/>
                  <a:pt x="4" y="25"/>
                  <a:pt x="4" y="24"/>
                </a:cubicBezTo>
                <a:cubicBezTo>
                  <a:pt x="4" y="13"/>
                  <a:pt x="13" y="4"/>
                  <a:pt x="24" y="4"/>
                </a:cubicBezTo>
                <a:cubicBezTo>
                  <a:pt x="25" y="4"/>
                  <a:pt x="26" y="3"/>
                  <a:pt x="26" y="2"/>
                </a:cubicBezTo>
                <a:cubicBezTo>
                  <a:pt x="26" y="1"/>
                  <a:pt x="25" y="0"/>
                  <a:pt x="24" y="0"/>
                </a:cubicBezTo>
                <a:close/>
              </a:path>
            </a:pathLst>
          </a:custGeom>
          <a:solidFill>
            <a:srgbClr val="A6A6A6"/>
          </a:solidFill>
          <a:ln>
            <a:noFill/>
          </a:ln>
          <a:extLst>
            <a:ext uri="{91240B29-F687-4f45-9708-019B960494DF}">
              <a14:hiddenLine xmlns="" xmlns:lc="http://schemas.openxmlformats.org/drawingml/2006/lockedCanvas" xmlns:dgm="http://schemas.openxmlformats.org/drawingml/2006/diagram" xmlns:p14="http://schemas.microsoft.com/office/powerpoint/2010/main" xmlns:a14="http://schemas.microsoft.com/office/drawing/2010/main" w="9525">
                <a:solidFill>
                  <a:srgbClr val="000000"/>
                </a:solidFill>
                <a:round/>
                <a:headEnd/>
                <a:tailEnd/>
              </a14:hiddenLine>
            </a:ext>
          </a:extLst>
        </p:spPr>
        <p:txBody>
          <a:bodyPr anchor="ctr"/>
          <a:lstStyle/>
          <a:p>
            <a:pPr algn="ctr"/>
            <a:endParaRPr dirty="0">
              <a:cs typeface="+mn-ea"/>
              <a:sym typeface="+mn-lt"/>
            </a:endParaRPr>
          </a:p>
        </p:txBody>
      </p:sp>
      <p:sp>
        <p:nvSpPr>
          <p:cNvPr id="35" name="8661124Freeform: Shape 60">
            <a:extLst>
              <a:ext uri="{FF2B5EF4-FFF2-40B4-BE49-F238E27FC236}">
                <a16:creationId xmlns:a16="http://schemas.microsoft.com/office/drawing/2014/main" id="{6EE0524A-A7FA-4BE6-A8C9-8FFE37D47DB6}"/>
              </a:ext>
            </a:extLst>
          </p:cNvPr>
          <p:cNvSpPr>
            <a:spLocks/>
          </p:cNvSpPr>
          <p:nvPr>
            <p:custDataLst>
              <p:tags r:id="rId8"/>
            </p:custDataLst>
          </p:nvPr>
        </p:nvSpPr>
        <p:spPr bwMode="auto">
          <a:xfrm>
            <a:off x="3395073" y="3766542"/>
            <a:ext cx="836837" cy="838722"/>
          </a:xfrm>
          <a:custGeom>
            <a:avLst/>
            <a:gdLst>
              <a:gd name="T0" fmla="*/ 106 w 212"/>
              <a:gd name="T1" fmla="*/ 212 h 212"/>
              <a:gd name="T2" fmla="*/ 0 w 212"/>
              <a:gd name="T3" fmla="*/ 106 h 212"/>
              <a:gd name="T4" fmla="*/ 106 w 212"/>
              <a:gd name="T5" fmla="*/ 0 h 212"/>
              <a:gd name="T6" fmla="*/ 212 w 212"/>
              <a:gd name="T7" fmla="*/ 106 h 212"/>
              <a:gd name="T8" fmla="*/ 106 w 212"/>
              <a:gd name="T9" fmla="*/ 212 h 212"/>
              <a:gd name="T10" fmla="*/ 106 w 212"/>
              <a:gd name="T11" fmla="*/ 20 h 212"/>
              <a:gd name="T12" fmla="*/ 20 w 212"/>
              <a:gd name="T13" fmla="*/ 106 h 212"/>
              <a:gd name="T14" fmla="*/ 106 w 212"/>
              <a:gd name="T15" fmla="*/ 192 h 212"/>
              <a:gd name="T16" fmla="*/ 192 w 212"/>
              <a:gd name="T17" fmla="*/ 106 h 212"/>
              <a:gd name="T18" fmla="*/ 106 w 212"/>
              <a:gd name="T19" fmla="*/ 2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12">
                <a:moveTo>
                  <a:pt x="106" y="212"/>
                </a:moveTo>
                <a:cubicBezTo>
                  <a:pt x="48" y="212"/>
                  <a:pt x="0" y="165"/>
                  <a:pt x="0" y="106"/>
                </a:cubicBezTo>
                <a:cubicBezTo>
                  <a:pt x="0" y="48"/>
                  <a:pt x="48" y="0"/>
                  <a:pt x="106" y="0"/>
                </a:cubicBezTo>
                <a:cubicBezTo>
                  <a:pt x="165" y="0"/>
                  <a:pt x="212" y="48"/>
                  <a:pt x="212" y="106"/>
                </a:cubicBezTo>
                <a:cubicBezTo>
                  <a:pt x="212" y="165"/>
                  <a:pt x="165" y="212"/>
                  <a:pt x="106" y="212"/>
                </a:cubicBezTo>
                <a:close/>
                <a:moveTo>
                  <a:pt x="106" y="20"/>
                </a:moveTo>
                <a:cubicBezTo>
                  <a:pt x="59" y="20"/>
                  <a:pt x="20" y="59"/>
                  <a:pt x="20" y="106"/>
                </a:cubicBezTo>
                <a:cubicBezTo>
                  <a:pt x="20" y="154"/>
                  <a:pt x="59" y="192"/>
                  <a:pt x="106" y="192"/>
                </a:cubicBezTo>
                <a:cubicBezTo>
                  <a:pt x="154" y="192"/>
                  <a:pt x="192" y="154"/>
                  <a:pt x="192" y="106"/>
                </a:cubicBezTo>
                <a:cubicBezTo>
                  <a:pt x="192" y="59"/>
                  <a:pt x="154" y="20"/>
                  <a:pt x="106" y="20"/>
                </a:cubicBezTo>
                <a:close/>
              </a:path>
            </a:pathLst>
          </a:custGeom>
          <a:solidFill>
            <a:schemeClr val="accent2"/>
          </a:solidFill>
          <a:ln>
            <a:noFill/>
          </a:ln>
        </p:spPr>
        <p:txBody>
          <a:bodyPr anchor="ctr"/>
          <a:lstStyle/>
          <a:p>
            <a:pPr algn="ctr"/>
            <a:endParaRPr dirty="0">
              <a:cs typeface="+mn-ea"/>
              <a:sym typeface="+mn-lt"/>
            </a:endParaRPr>
          </a:p>
        </p:txBody>
      </p:sp>
      <p:sp>
        <p:nvSpPr>
          <p:cNvPr id="36" name="8661124Freeform: Shape 61">
            <a:extLst>
              <a:ext uri="{FF2B5EF4-FFF2-40B4-BE49-F238E27FC236}">
                <a16:creationId xmlns:a16="http://schemas.microsoft.com/office/drawing/2014/main" id="{C9526178-3582-4D87-A2E6-8677AB14E6D1}"/>
              </a:ext>
            </a:extLst>
          </p:cNvPr>
          <p:cNvSpPr>
            <a:spLocks/>
          </p:cNvSpPr>
          <p:nvPr>
            <p:custDataLst>
              <p:tags r:id="rId9"/>
            </p:custDataLst>
          </p:nvPr>
        </p:nvSpPr>
        <p:spPr bwMode="auto">
          <a:xfrm>
            <a:off x="3664763" y="4033771"/>
            <a:ext cx="286636" cy="286711"/>
          </a:xfrm>
          <a:custGeom>
            <a:avLst/>
            <a:gdLst>
              <a:gd name="T0" fmla="*/ 10800 w 21600"/>
              <a:gd name="T1" fmla="*/ 10789 h 21579"/>
              <a:gd name="T2" fmla="*/ 10800 w 21600"/>
              <a:gd name="T3" fmla="*/ 10789 h 21579"/>
              <a:gd name="T4" fmla="*/ 10800 w 21600"/>
              <a:gd name="T5" fmla="*/ 10789 h 21579"/>
              <a:gd name="T6" fmla="*/ 10800 w 21600"/>
              <a:gd name="T7" fmla="*/ 10789 h 21579"/>
            </a:gdLst>
            <a:ahLst/>
            <a:cxnLst>
              <a:cxn ang="0">
                <a:pos x="T0" y="T1"/>
              </a:cxn>
              <a:cxn ang="0">
                <a:pos x="T2" y="T3"/>
              </a:cxn>
              <a:cxn ang="0">
                <a:pos x="T4" y="T5"/>
              </a:cxn>
              <a:cxn ang="0">
                <a:pos x="T6" y="T7"/>
              </a:cxn>
            </a:cxnLst>
            <a:rect l="0" t="0" r="r" b="b"/>
            <a:pathLst>
              <a:path w="21600" h="21579">
                <a:moveTo>
                  <a:pt x="21599" y="9391"/>
                </a:moveTo>
                <a:cubicBezTo>
                  <a:pt x="21599" y="9887"/>
                  <a:pt x="21472" y="10321"/>
                  <a:pt x="21218" y="10697"/>
                </a:cubicBezTo>
                <a:cubicBezTo>
                  <a:pt x="20963" y="11072"/>
                  <a:pt x="20647" y="11313"/>
                  <a:pt x="20263" y="11427"/>
                </a:cubicBezTo>
                <a:lnTo>
                  <a:pt x="20263" y="16610"/>
                </a:lnTo>
                <a:cubicBezTo>
                  <a:pt x="20263" y="17200"/>
                  <a:pt x="20087" y="17708"/>
                  <a:pt x="19729" y="18128"/>
                </a:cubicBezTo>
                <a:cubicBezTo>
                  <a:pt x="19374" y="18550"/>
                  <a:pt x="18951" y="18758"/>
                  <a:pt x="18459" y="18758"/>
                </a:cubicBezTo>
                <a:cubicBezTo>
                  <a:pt x="17927" y="18122"/>
                  <a:pt x="17286" y="17505"/>
                  <a:pt x="16537" y="16904"/>
                </a:cubicBezTo>
                <a:cubicBezTo>
                  <a:pt x="15785" y="16305"/>
                  <a:pt x="14980" y="15756"/>
                  <a:pt x="14116" y="15254"/>
                </a:cubicBezTo>
                <a:cubicBezTo>
                  <a:pt x="13254" y="14755"/>
                  <a:pt x="12363" y="14324"/>
                  <a:pt x="11449" y="13969"/>
                </a:cubicBezTo>
                <a:cubicBezTo>
                  <a:pt x="10536" y="13614"/>
                  <a:pt x="9648" y="13379"/>
                  <a:pt x="8788" y="13267"/>
                </a:cubicBezTo>
                <a:cubicBezTo>
                  <a:pt x="8453" y="13379"/>
                  <a:pt x="8179" y="13564"/>
                  <a:pt x="7968" y="13828"/>
                </a:cubicBezTo>
                <a:cubicBezTo>
                  <a:pt x="7758" y="14092"/>
                  <a:pt x="7613" y="14386"/>
                  <a:pt x="7535" y="14706"/>
                </a:cubicBezTo>
                <a:cubicBezTo>
                  <a:pt x="7457" y="15028"/>
                  <a:pt x="7449" y="15360"/>
                  <a:pt x="7510" y="15698"/>
                </a:cubicBezTo>
                <a:cubicBezTo>
                  <a:pt x="7574" y="16035"/>
                  <a:pt x="7719" y="16340"/>
                  <a:pt x="7946" y="16610"/>
                </a:cubicBezTo>
                <a:cubicBezTo>
                  <a:pt x="7750" y="16992"/>
                  <a:pt x="7660" y="17347"/>
                  <a:pt x="7677" y="17673"/>
                </a:cubicBezTo>
                <a:cubicBezTo>
                  <a:pt x="7692" y="17993"/>
                  <a:pt x="7772" y="18307"/>
                  <a:pt x="7917" y="18606"/>
                </a:cubicBezTo>
                <a:cubicBezTo>
                  <a:pt x="8059" y="18908"/>
                  <a:pt x="8255" y="19193"/>
                  <a:pt x="8497" y="19469"/>
                </a:cubicBezTo>
                <a:cubicBezTo>
                  <a:pt x="8737" y="19745"/>
                  <a:pt x="8996" y="20021"/>
                  <a:pt x="9271" y="20291"/>
                </a:cubicBezTo>
                <a:cubicBezTo>
                  <a:pt x="9114" y="20696"/>
                  <a:pt x="8842" y="21001"/>
                  <a:pt x="8455" y="21212"/>
                </a:cubicBezTo>
                <a:cubicBezTo>
                  <a:pt x="8069" y="21423"/>
                  <a:pt x="7655" y="21541"/>
                  <a:pt x="7212" y="21570"/>
                </a:cubicBezTo>
                <a:cubicBezTo>
                  <a:pt x="6771" y="21599"/>
                  <a:pt x="6340" y="21550"/>
                  <a:pt x="5917" y="21423"/>
                </a:cubicBezTo>
                <a:cubicBezTo>
                  <a:pt x="5496" y="21294"/>
                  <a:pt x="5163" y="21092"/>
                  <a:pt x="4923" y="20810"/>
                </a:cubicBezTo>
                <a:cubicBezTo>
                  <a:pt x="4781" y="20241"/>
                  <a:pt x="4624" y="19657"/>
                  <a:pt x="4453" y="19055"/>
                </a:cubicBezTo>
                <a:cubicBezTo>
                  <a:pt x="4281" y="18453"/>
                  <a:pt x="4139" y="17843"/>
                  <a:pt x="4032" y="17224"/>
                </a:cubicBezTo>
                <a:cubicBezTo>
                  <a:pt x="3921" y="16599"/>
                  <a:pt x="3868" y="15953"/>
                  <a:pt x="3868" y="15281"/>
                </a:cubicBezTo>
                <a:cubicBezTo>
                  <a:pt x="3868" y="14615"/>
                  <a:pt x="3961" y="13905"/>
                  <a:pt x="4149" y="13153"/>
                </a:cubicBezTo>
                <a:lnTo>
                  <a:pt x="1804" y="13153"/>
                </a:lnTo>
                <a:cubicBezTo>
                  <a:pt x="1312" y="13153"/>
                  <a:pt x="888" y="12945"/>
                  <a:pt x="533" y="12522"/>
                </a:cubicBezTo>
                <a:cubicBezTo>
                  <a:pt x="176" y="12100"/>
                  <a:pt x="0" y="11592"/>
                  <a:pt x="0" y="10990"/>
                </a:cubicBezTo>
                <a:lnTo>
                  <a:pt x="0" y="7774"/>
                </a:lnTo>
                <a:cubicBezTo>
                  <a:pt x="0" y="7184"/>
                  <a:pt x="176" y="6676"/>
                  <a:pt x="526" y="6245"/>
                </a:cubicBezTo>
                <a:cubicBezTo>
                  <a:pt x="878" y="5819"/>
                  <a:pt x="1304" y="5605"/>
                  <a:pt x="1804" y="5605"/>
                </a:cubicBezTo>
                <a:lnTo>
                  <a:pt x="7652" y="5605"/>
                </a:lnTo>
                <a:cubicBezTo>
                  <a:pt x="8551" y="5605"/>
                  <a:pt x="9508" y="5449"/>
                  <a:pt x="10524" y="5135"/>
                </a:cubicBezTo>
                <a:cubicBezTo>
                  <a:pt x="11540" y="4821"/>
                  <a:pt x="12536" y="4399"/>
                  <a:pt x="13511" y="3873"/>
                </a:cubicBezTo>
                <a:cubicBezTo>
                  <a:pt x="14488" y="3342"/>
                  <a:pt x="15408" y="2744"/>
                  <a:pt x="16272" y="2071"/>
                </a:cubicBezTo>
                <a:cubicBezTo>
                  <a:pt x="17134" y="1405"/>
                  <a:pt x="17864" y="713"/>
                  <a:pt x="18459" y="0"/>
                </a:cubicBezTo>
                <a:cubicBezTo>
                  <a:pt x="18951" y="0"/>
                  <a:pt x="19374" y="214"/>
                  <a:pt x="19729" y="633"/>
                </a:cubicBezTo>
                <a:cubicBezTo>
                  <a:pt x="20087" y="1056"/>
                  <a:pt x="20263" y="1567"/>
                  <a:pt x="20263" y="2165"/>
                </a:cubicBezTo>
                <a:lnTo>
                  <a:pt x="20263" y="7334"/>
                </a:lnTo>
                <a:cubicBezTo>
                  <a:pt x="20647" y="7445"/>
                  <a:pt x="20963" y="7692"/>
                  <a:pt x="21218" y="8070"/>
                </a:cubicBezTo>
                <a:cubicBezTo>
                  <a:pt x="21472" y="8454"/>
                  <a:pt x="21599" y="8895"/>
                  <a:pt x="21599" y="9391"/>
                </a:cubicBezTo>
                <a:moveTo>
                  <a:pt x="18459" y="2855"/>
                </a:moveTo>
                <a:cubicBezTo>
                  <a:pt x="17864" y="3407"/>
                  <a:pt x="17215" y="3941"/>
                  <a:pt x="16512" y="4451"/>
                </a:cubicBezTo>
                <a:cubicBezTo>
                  <a:pt x="15810" y="4962"/>
                  <a:pt x="15065" y="5423"/>
                  <a:pt x="14280" y="5834"/>
                </a:cubicBezTo>
                <a:cubicBezTo>
                  <a:pt x="13494" y="6245"/>
                  <a:pt x="12693" y="6609"/>
                  <a:pt x="11878" y="6923"/>
                </a:cubicBezTo>
                <a:cubicBezTo>
                  <a:pt x="11060" y="7237"/>
                  <a:pt x="10255" y="7462"/>
                  <a:pt x="9457" y="7603"/>
                </a:cubicBezTo>
                <a:lnTo>
                  <a:pt x="9457" y="11172"/>
                </a:lnTo>
                <a:cubicBezTo>
                  <a:pt x="10255" y="11325"/>
                  <a:pt x="11060" y="11554"/>
                  <a:pt x="11878" y="11862"/>
                </a:cubicBezTo>
                <a:cubicBezTo>
                  <a:pt x="12693" y="12170"/>
                  <a:pt x="13494" y="12537"/>
                  <a:pt x="14280" y="12956"/>
                </a:cubicBezTo>
                <a:cubicBezTo>
                  <a:pt x="15065" y="13379"/>
                  <a:pt x="15812" y="13843"/>
                  <a:pt x="16524" y="14347"/>
                </a:cubicBezTo>
                <a:cubicBezTo>
                  <a:pt x="17234" y="14855"/>
                  <a:pt x="17881" y="15380"/>
                  <a:pt x="18459" y="15920"/>
                </a:cubicBezTo>
                <a:lnTo>
                  <a:pt x="18459" y="2855"/>
                </a:lnTo>
                <a:close/>
              </a:path>
            </a:pathLst>
          </a:custGeom>
          <a:solidFill>
            <a:schemeClr val="accent2"/>
          </a:solidFill>
          <a:ln>
            <a:noFill/>
          </a:ln>
          <a:effectLst/>
        </p:spPr>
        <p:txBody>
          <a:bodyPr anchor="ctr"/>
          <a:lstStyle/>
          <a:p>
            <a:pPr algn="ctr"/>
            <a:endParaRPr dirty="0">
              <a:cs typeface="+mn-ea"/>
              <a:sym typeface="+mn-lt"/>
            </a:endParaRPr>
          </a:p>
        </p:txBody>
      </p:sp>
      <p:sp>
        <p:nvSpPr>
          <p:cNvPr id="37" name="8661124Freeform: Shape 63">
            <a:extLst>
              <a:ext uri="{FF2B5EF4-FFF2-40B4-BE49-F238E27FC236}">
                <a16:creationId xmlns:a16="http://schemas.microsoft.com/office/drawing/2014/main" id="{2BC41A2E-8F75-4B76-A572-F0607B534678}"/>
              </a:ext>
            </a:extLst>
          </p:cNvPr>
          <p:cNvSpPr>
            <a:spLocks/>
          </p:cNvSpPr>
          <p:nvPr>
            <p:custDataLst>
              <p:tags r:id="rId10"/>
            </p:custDataLst>
          </p:nvPr>
        </p:nvSpPr>
        <p:spPr bwMode="auto">
          <a:xfrm>
            <a:off x="4056874" y="2187475"/>
            <a:ext cx="836837" cy="837055"/>
          </a:xfrm>
          <a:custGeom>
            <a:avLst/>
            <a:gdLst>
              <a:gd name="T0" fmla="*/ 106 w 212"/>
              <a:gd name="T1" fmla="*/ 212 h 212"/>
              <a:gd name="T2" fmla="*/ 0 w 212"/>
              <a:gd name="T3" fmla="*/ 106 h 212"/>
              <a:gd name="T4" fmla="*/ 106 w 212"/>
              <a:gd name="T5" fmla="*/ 0 h 212"/>
              <a:gd name="T6" fmla="*/ 212 w 212"/>
              <a:gd name="T7" fmla="*/ 106 h 212"/>
              <a:gd name="T8" fmla="*/ 106 w 212"/>
              <a:gd name="T9" fmla="*/ 212 h 212"/>
              <a:gd name="T10" fmla="*/ 106 w 212"/>
              <a:gd name="T11" fmla="*/ 20 h 212"/>
              <a:gd name="T12" fmla="*/ 20 w 212"/>
              <a:gd name="T13" fmla="*/ 106 h 212"/>
              <a:gd name="T14" fmla="*/ 106 w 212"/>
              <a:gd name="T15" fmla="*/ 192 h 212"/>
              <a:gd name="T16" fmla="*/ 192 w 212"/>
              <a:gd name="T17" fmla="*/ 106 h 212"/>
              <a:gd name="T18" fmla="*/ 106 w 212"/>
              <a:gd name="T19" fmla="*/ 2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12">
                <a:moveTo>
                  <a:pt x="106" y="212"/>
                </a:moveTo>
                <a:cubicBezTo>
                  <a:pt x="48" y="212"/>
                  <a:pt x="0" y="165"/>
                  <a:pt x="0" y="106"/>
                </a:cubicBezTo>
                <a:cubicBezTo>
                  <a:pt x="0" y="48"/>
                  <a:pt x="48" y="0"/>
                  <a:pt x="106" y="0"/>
                </a:cubicBezTo>
                <a:cubicBezTo>
                  <a:pt x="165" y="0"/>
                  <a:pt x="212" y="48"/>
                  <a:pt x="212" y="106"/>
                </a:cubicBezTo>
                <a:cubicBezTo>
                  <a:pt x="212" y="165"/>
                  <a:pt x="165" y="212"/>
                  <a:pt x="106" y="212"/>
                </a:cubicBezTo>
                <a:close/>
                <a:moveTo>
                  <a:pt x="106" y="20"/>
                </a:moveTo>
                <a:cubicBezTo>
                  <a:pt x="59" y="20"/>
                  <a:pt x="20" y="59"/>
                  <a:pt x="20" y="106"/>
                </a:cubicBezTo>
                <a:cubicBezTo>
                  <a:pt x="20" y="154"/>
                  <a:pt x="59" y="192"/>
                  <a:pt x="106" y="192"/>
                </a:cubicBezTo>
                <a:cubicBezTo>
                  <a:pt x="154" y="192"/>
                  <a:pt x="192" y="154"/>
                  <a:pt x="192" y="106"/>
                </a:cubicBezTo>
                <a:cubicBezTo>
                  <a:pt x="192" y="59"/>
                  <a:pt x="154" y="20"/>
                  <a:pt x="106" y="20"/>
                </a:cubicBezTo>
                <a:close/>
              </a:path>
            </a:pathLst>
          </a:custGeom>
          <a:solidFill>
            <a:schemeClr val="accent1"/>
          </a:solidFill>
          <a:ln>
            <a:noFill/>
          </a:ln>
        </p:spPr>
        <p:txBody>
          <a:bodyPr anchor="ctr"/>
          <a:lstStyle/>
          <a:p>
            <a:pPr algn="ctr"/>
            <a:endParaRPr dirty="0">
              <a:cs typeface="+mn-ea"/>
              <a:sym typeface="+mn-lt"/>
            </a:endParaRPr>
          </a:p>
        </p:txBody>
      </p:sp>
      <p:sp>
        <p:nvSpPr>
          <p:cNvPr id="38" name="8661124Freeform: Shape 64">
            <a:extLst>
              <a:ext uri="{FF2B5EF4-FFF2-40B4-BE49-F238E27FC236}">
                <a16:creationId xmlns:a16="http://schemas.microsoft.com/office/drawing/2014/main" id="{ED7CE4B2-00EB-4B14-B5A7-045C06709491}"/>
              </a:ext>
            </a:extLst>
          </p:cNvPr>
          <p:cNvSpPr>
            <a:spLocks/>
          </p:cNvSpPr>
          <p:nvPr>
            <p:custDataLst>
              <p:tags r:id="rId11"/>
            </p:custDataLst>
          </p:nvPr>
        </p:nvSpPr>
        <p:spPr bwMode="auto">
          <a:xfrm>
            <a:off x="4325024" y="2457696"/>
            <a:ext cx="296882" cy="29577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19987" y="2580"/>
                </a:moveTo>
                <a:cubicBezTo>
                  <a:pt x="20419" y="2580"/>
                  <a:pt x="20793" y="2735"/>
                  <a:pt x="21116" y="3052"/>
                </a:cubicBezTo>
                <a:cubicBezTo>
                  <a:pt x="21438" y="3372"/>
                  <a:pt x="21599" y="3743"/>
                  <a:pt x="21599" y="4175"/>
                </a:cubicBezTo>
                <a:lnTo>
                  <a:pt x="21599" y="19987"/>
                </a:lnTo>
                <a:cubicBezTo>
                  <a:pt x="21599" y="20419"/>
                  <a:pt x="21438" y="20796"/>
                  <a:pt x="21116" y="21116"/>
                </a:cubicBezTo>
                <a:cubicBezTo>
                  <a:pt x="20793" y="21438"/>
                  <a:pt x="20419" y="21599"/>
                  <a:pt x="19987" y="21599"/>
                </a:cubicBezTo>
                <a:lnTo>
                  <a:pt x="1612" y="21599"/>
                </a:lnTo>
                <a:cubicBezTo>
                  <a:pt x="1180" y="21599"/>
                  <a:pt x="806" y="21438"/>
                  <a:pt x="483" y="21116"/>
                </a:cubicBezTo>
                <a:cubicBezTo>
                  <a:pt x="161" y="20796"/>
                  <a:pt x="0" y="20419"/>
                  <a:pt x="0" y="19987"/>
                </a:cubicBezTo>
                <a:lnTo>
                  <a:pt x="0" y="4175"/>
                </a:lnTo>
                <a:cubicBezTo>
                  <a:pt x="0" y="3743"/>
                  <a:pt x="161" y="3372"/>
                  <a:pt x="483" y="3052"/>
                </a:cubicBezTo>
                <a:cubicBezTo>
                  <a:pt x="806" y="2735"/>
                  <a:pt x="1180" y="2580"/>
                  <a:pt x="1612" y="2580"/>
                </a:cubicBezTo>
                <a:lnTo>
                  <a:pt x="2150" y="2580"/>
                </a:lnTo>
                <a:lnTo>
                  <a:pt x="2150" y="2401"/>
                </a:lnTo>
                <a:cubicBezTo>
                  <a:pt x="2150" y="2116"/>
                  <a:pt x="2196" y="1828"/>
                  <a:pt x="2288" y="1540"/>
                </a:cubicBezTo>
                <a:cubicBezTo>
                  <a:pt x="2381" y="1249"/>
                  <a:pt x="2530" y="990"/>
                  <a:pt x="2738" y="766"/>
                </a:cubicBezTo>
                <a:cubicBezTo>
                  <a:pt x="2942" y="541"/>
                  <a:pt x="3216" y="360"/>
                  <a:pt x="3555" y="213"/>
                </a:cubicBezTo>
                <a:cubicBezTo>
                  <a:pt x="3895" y="75"/>
                  <a:pt x="4310" y="0"/>
                  <a:pt x="4796" y="0"/>
                </a:cubicBezTo>
                <a:cubicBezTo>
                  <a:pt x="5283" y="0"/>
                  <a:pt x="5698" y="75"/>
                  <a:pt x="6037" y="213"/>
                </a:cubicBezTo>
                <a:cubicBezTo>
                  <a:pt x="6377" y="360"/>
                  <a:pt x="6651" y="541"/>
                  <a:pt x="6858" y="766"/>
                </a:cubicBezTo>
                <a:cubicBezTo>
                  <a:pt x="7062" y="990"/>
                  <a:pt x="7215" y="1255"/>
                  <a:pt x="7313" y="1546"/>
                </a:cubicBezTo>
                <a:cubicBezTo>
                  <a:pt x="7411" y="1840"/>
                  <a:pt x="7457" y="2125"/>
                  <a:pt x="7457" y="2401"/>
                </a:cubicBezTo>
                <a:lnTo>
                  <a:pt x="7457" y="2580"/>
                </a:lnTo>
                <a:lnTo>
                  <a:pt x="8133" y="2580"/>
                </a:lnTo>
                <a:lnTo>
                  <a:pt x="8133" y="2401"/>
                </a:lnTo>
                <a:cubicBezTo>
                  <a:pt x="8133" y="2116"/>
                  <a:pt x="8179" y="1828"/>
                  <a:pt x="8269" y="1540"/>
                </a:cubicBezTo>
                <a:cubicBezTo>
                  <a:pt x="8364" y="1249"/>
                  <a:pt x="8511" y="990"/>
                  <a:pt x="8718" y="766"/>
                </a:cubicBezTo>
                <a:cubicBezTo>
                  <a:pt x="8925" y="541"/>
                  <a:pt x="9199" y="360"/>
                  <a:pt x="9538" y="213"/>
                </a:cubicBezTo>
                <a:cubicBezTo>
                  <a:pt x="9878" y="74"/>
                  <a:pt x="10293" y="0"/>
                  <a:pt x="10779" y="0"/>
                </a:cubicBezTo>
                <a:cubicBezTo>
                  <a:pt x="11266" y="0"/>
                  <a:pt x="11678" y="74"/>
                  <a:pt x="12020" y="213"/>
                </a:cubicBezTo>
                <a:cubicBezTo>
                  <a:pt x="12360" y="360"/>
                  <a:pt x="12636" y="541"/>
                  <a:pt x="12852" y="766"/>
                </a:cubicBezTo>
                <a:cubicBezTo>
                  <a:pt x="13068" y="990"/>
                  <a:pt x="13227" y="1255"/>
                  <a:pt x="13322" y="1546"/>
                </a:cubicBezTo>
                <a:cubicBezTo>
                  <a:pt x="13417" y="1840"/>
                  <a:pt x="13469" y="2125"/>
                  <a:pt x="13469" y="2401"/>
                </a:cubicBezTo>
                <a:lnTo>
                  <a:pt x="13469" y="2580"/>
                </a:lnTo>
                <a:lnTo>
                  <a:pt x="14142" y="2580"/>
                </a:lnTo>
                <a:lnTo>
                  <a:pt x="14142" y="2401"/>
                </a:lnTo>
                <a:cubicBezTo>
                  <a:pt x="14142" y="2116"/>
                  <a:pt x="14191" y="1828"/>
                  <a:pt x="14286" y="1540"/>
                </a:cubicBezTo>
                <a:cubicBezTo>
                  <a:pt x="14384" y="1249"/>
                  <a:pt x="14534" y="990"/>
                  <a:pt x="14741" y="765"/>
                </a:cubicBezTo>
                <a:cubicBezTo>
                  <a:pt x="14948" y="541"/>
                  <a:pt x="15219" y="359"/>
                  <a:pt x="15556" y="213"/>
                </a:cubicBezTo>
                <a:cubicBezTo>
                  <a:pt x="15890" y="74"/>
                  <a:pt x="16305" y="0"/>
                  <a:pt x="16803" y="0"/>
                </a:cubicBezTo>
                <a:cubicBezTo>
                  <a:pt x="17289" y="0"/>
                  <a:pt x="17704" y="74"/>
                  <a:pt x="18044" y="213"/>
                </a:cubicBezTo>
                <a:cubicBezTo>
                  <a:pt x="18383" y="359"/>
                  <a:pt x="18657" y="541"/>
                  <a:pt x="18864" y="765"/>
                </a:cubicBezTo>
                <a:cubicBezTo>
                  <a:pt x="19069" y="990"/>
                  <a:pt x="19218" y="1255"/>
                  <a:pt x="19311" y="1546"/>
                </a:cubicBezTo>
                <a:cubicBezTo>
                  <a:pt x="19403" y="1839"/>
                  <a:pt x="19449" y="2125"/>
                  <a:pt x="19449" y="2401"/>
                </a:cubicBezTo>
                <a:lnTo>
                  <a:pt x="19449" y="2580"/>
                </a:lnTo>
                <a:lnTo>
                  <a:pt x="19987" y="2580"/>
                </a:lnTo>
                <a:close/>
                <a:moveTo>
                  <a:pt x="6066" y="7968"/>
                </a:moveTo>
                <a:lnTo>
                  <a:pt x="2179" y="7968"/>
                </a:lnTo>
                <a:lnTo>
                  <a:pt x="2179" y="11443"/>
                </a:lnTo>
                <a:lnTo>
                  <a:pt x="6066" y="11443"/>
                </a:lnTo>
                <a:lnTo>
                  <a:pt x="6066" y="7968"/>
                </a:lnTo>
                <a:close/>
                <a:moveTo>
                  <a:pt x="6066" y="11976"/>
                </a:moveTo>
                <a:lnTo>
                  <a:pt x="2179" y="11976"/>
                </a:lnTo>
                <a:lnTo>
                  <a:pt x="2179" y="15452"/>
                </a:lnTo>
                <a:lnTo>
                  <a:pt x="6066" y="15452"/>
                </a:lnTo>
                <a:lnTo>
                  <a:pt x="6066" y="11976"/>
                </a:lnTo>
                <a:close/>
                <a:moveTo>
                  <a:pt x="6066" y="15976"/>
                </a:moveTo>
                <a:lnTo>
                  <a:pt x="2179" y="15976"/>
                </a:lnTo>
                <a:lnTo>
                  <a:pt x="2179" y="19422"/>
                </a:lnTo>
                <a:lnTo>
                  <a:pt x="6066" y="19422"/>
                </a:lnTo>
                <a:lnTo>
                  <a:pt x="6066" y="15976"/>
                </a:lnTo>
                <a:close/>
                <a:moveTo>
                  <a:pt x="3754" y="5543"/>
                </a:moveTo>
                <a:cubicBezTo>
                  <a:pt x="3754" y="6067"/>
                  <a:pt x="4102" y="6323"/>
                  <a:pt x="4799" y="6323"/>
                </a:cubicBezTo>
                <a:cubicBezTo>
                  <a:pt x="5499" y="6323"/>
                  <a:pt x="5847" y="6067"/>
                  <a:pt x="5847" y="5543"/>
                </a:cubicBezTo>
                <a:lnTo>
                  <a:pt x="5847" y="2398"/>
                </a:lnTo>
                <a:cubicBezTo>
                  <a:pt x="5847" y="1877"/>
                  <a:pt x="5499" y="1612"/>
                  <a:pt x="4799" y="1612"/>
                </a:cubicBezTo>
                <a:cubicBezTo>
                  <a:pt x="4102" y="1612"/>
                  <a:pt x="3754" y="1877"/>
                  <a:pt x="3754" y="2398"/>
                </a:cubicBezTo>
                <a:lnTo>
                  <a:pt x="3754" y="5543"/>
                </a:lnTo>
                <a:close/>
                <a:moveTo>
                  <a:pt x="10535" y="7968"/>
                </a:moveTo>
                <a:lnTo>
                  <a:pt x="6607" y="7968"/>
                </a:lnTo>
                <a:lnTo>
                  <a:pt x="6607" y="11443"/>
                </a:lnTo>
                <a:lnTo>
                  <a:pt x="10535" y="11443"/>
                </a:lnTo>
                <a:lnTo>
                  <a:pt x="10535" y="7968"/>
                </a:lnTo>
                <a:close/>
                <a:moveTo>
                  <a:pt x="10535" y="11976"/>
                </a:moveTo>
                <a:lnTo>
                  <a:pt x="6607" y="11976"/>
                </a:lnTo>
                <a:lnTo>
                  <a:pt x="6607" y="15452"/>
                </a:lnTo>
                <a:lnTo>
                  <a:pt x="10535" y="15452"/>
                </a:lnTo>
                <a:lnTo>
                  <a:pt x="10535" y="11976"/>
                </a:lnTo>
                <a:close/>
                <a:moveTo>
                  <a:pt x="10535" y="15976"/>
                </a:moveTo>
                <a:lnTo>
                  <a:pt x="6607" y="15976"/>
                </a:lnTo>
                <a:lnTo>
                  <a:pt x="6607" y="19422"/>
                </a:lnTo>
                <a:lnTo>
                  <a:pt x="10535" y="19422"/>
                </a:lnTo>
                <a:lnTo>
                  <a:pt x="10535" y="15976"/>
                </a:lnTo>
                <a:close/>
                <a:moveTo>
                  <a:pt x="9774" y="5543"/>
                </a:moveTo>
                <a:cubicBezTo>
                  <a:pt x="9774" y="5825"/>
                  <a:pt x="9849" y="6027"/>
                  <a:pt x="9996" y="6145"/>
                </a:cubicBezTo>
                <a:cubicBezTo>
                  <a:pt x="10143" y="6269"/>
                  <a:pt x="10405" y="6323"/>
                  <a:pt x="10782" y="6323"/>
                </a:cubicBezTo>
                <a:cubicBezTo>
                  <a:pt x="11159" y="6323"/>
                  <a:pt x="11427" y="6263"/>
                  <a:pt x="11588" y="6139"/>
                </a:cubicBezTo>
                <a:cubicBezTo>
                  <a:pt x="11750" y="6015"/>
                  <a:pt x="11830" y="5819"/>
                  <a:pt x="11830" y="5543"/>
                </a:cubicBezTo>
                <a:lnTo>
                  <a:pt x="11830" y="2398"/>
                </a:lnTo>
                <a:cubicBezTo>
                  <a:pt x="11830" y="2128"/>
                  <a:pt x="11750" y="1932"/>
                  <a:pt x="11588" y="1802"/>
                </a:cubicBezTo>
                <a:cubicBezTo>
                  <a:pt x="11427" y="1673"/>
                  <a:pt x="11159" y="1612"/>
                  <a:pt x="10782" y="1612"/>
                </a:cubicBezTo>
                <a:cubicBezTo>
                  <a:pt x="10405" y="1612"/>
                  <a:pt x="10143" y="1679"/>
                  <a:pt x="9996" y="1814"/>
                </a:cubicBezTo>
                <a:cubicBezTo>
                  <a:pt x="9849" y="1944"/>
                  <a:pt x="9774" y="2139"/>
                  <a:pt x="9774" y="2398"/>
                </a:cubicBezTo>
                <a:lnTo>
                  <a:pt x="9774" y="5543"/>
                </a:lnTo>
                <a:close/>
                <a:moveTo>
                  <a:pt x="14986" y="7968"/>
                </a:moveTo>
                <a:lnTo>
                  <a:pt x="11073" y="7968"/>
                </a:lnTo>
                <a:lnTo>
                  <a:pt x="11073" y="11443"/>
                </a:lnTo>
                <a:lnTo>
                  <a:pt x="14986" y="11443"/>
                </a:lnTo>
                <a:lnTo>
                  <a:pt x="14986" y="7968"/>
                </a:lnTo>
                <a:close/>
                <a:moveTo>
                  <a:pt x="14986" y="11976"/>
                </a:moveTo>
                <a:lnTo>
                  <a:pt x="11073" y="11976"/>
                </a:lnTo>
                <a:lnTo>
                  <a:pt x="11073" y="15452"/>
                </a:lnTo>
                <a:lnTo>
                  <a:pt x="14986" y="15452"/>
                </a:lnTo>
                <a:lnTo>
                  <a:pt x="14986" y="11976"/>
                </a:lnTo>
                <a:close/>
                <a:moveTo>
                  <a:pt x="14986" y="15976"/>
                </a:moveTo>
                <a:lnTo>
                  <a:pt x="11073" y="15976"/>
                </a:lnTo>
                <a:lnTo>
                  <a:pt x="11073" y="19422"/>
                </a:lnTo>
                <a:lnTo>
                  <a:pt x="14986" y="19422"/>
                </a:lnTo>
                <a:lnTo>
                  <a:pt x="14986" y="15976"/>
                </a:lnTo>
                <a:close/>
                <a:moveTo>
                  <a:pt x="19423" y="7968"/>
                </a:moveTo>
                <a:lnTo>
                  <a:pt x="15521" y="7968"/>
                </a:lnTo>
                <a:lnTo>
                  <a:pt x="15521" y="11443"/>
                </a:lnTo>
                <a:lnTo>
                  <a:pt x="19423" y="11443"/>
                </a:lnTo>
                <a:lnTo>
                  <a:pt x="19423" y="7968"/>
                </a:lnTo>
                <a:close/>
                <a:moveTo>
                  <a:pt x="19423" y="11976"/>
                </a:moveTo>
                <a:lnTo>
                  <a:pt x="15521" y="11976"/>
                </a:lnTo>
                <a:lnTo>
                  <a:pt x="15521" y="15452"/>
                </a:lnTo>
                <a:lnTo>
                  <a:pt x="19423" y="15452"/>
                </a:lnTo>
                <a:lnTo>
                  <a:pt x="19423" y="11976"/>
                </a:lnTo>
                <a:close/>
                <a:moveTo>
                  <a:pt x="19423" y="15976"/>
                </a:moveTo>
                <a:lnTo>
                  <a:pt x="15521" y="15976"/>
                </a:lnTo>
                <a:lnTo>
                  <a:pt x="15521" y="19422"/>
                </a:lnTo>
                <a:lnTo>
                  <a:pt x="19423" y="19422"/>
                </a:lnTo>
                <a:lnTo>
                  <a:pt x="19423" y="15976"/>
                </a:lnTo>
                <a:close/>
                <a:moveTo>
                  <a:pt x="15758" y="5543"/>
                </a:moveTo>
                <a:cubicBezTo>
                  <a:pt x="15758" y="6067"/>
                  <a:pt x="16106" y="6323"/>
                  <a:pt x="16806" y="6323"/>
                </a:cubicBezTo>
                <a:cubicBezTo>
                  <a:pt x="17502" y="6323"/>
                  <a:pt x="17848" y="6067"/>
                  <a:pt x="17839" y="5543"/>
                </a:cubicBezTo>
                <a:lnTo>
                  <a:pt x="17839" y="2398"/>
                </a:lnTo>
                <a:cubicBezTo>
                  <a:pt x="17839" y="1877"/>
                  <a:pt x="17494" y="1612"/>
                  <a:pt x="16806" y="1612"/>
                </a:cubicBezTo>
                <a:cubicBezTo>
                  <a:pt x="16106" y="1612"/>
                  <a:pt x="15758" y="1877"/>
                  <a:pt x="15758" y="2398"/>
                </a:cubicBezTo>
                <a:lnTo>
                  <a:pt x="15758" y="5543"/>
                </a:lnTo>
                <a:close/>
              </a:path>
            </a:pathLst>
          </a:custGeom>
          <a:solidFill>
            <a:schemeClr val="accent1"/>
          </a:solidFill>
          <a:ln>
            <a:noFill/>
          </a:ln>
          <a:effectLst/>
        </p:spPr>
        <p:txBody>
          <a:bodyPr anchor="ctr"/>
          <a:lstStyle/>
          <a:p>
            <a:pPr algn="ctr"/>
            <a:endParaRPr dirty="0">
              <a:cs typeface="+mn-ea"/>
              <a:sym typeface="+mn-lt"/>
            </a:endParaRPr>
          </a:p>
        </p:txBody>
      </p:sp>
      <p:sp>
        <p:nvSpPr>
          <p:cNvPr id="39" name="661124Freeform: Shape 66">
            <a:extLst>
              <a:ext uri="{FF2B5EF4-FFF2-40B4-BE49-F238E27FC236}">
                <a16:creationId xmlns:a16="http://schemas.microsoft.com/office/drawing/2014/main" id="{FB7A6512-3885-4952-A43F-55B1BABB2B43}"/>
              </a:ext>
            </a:extLst>
          </p:cNvPr>
          <p:cNvSpPr>
            <a:spLocks/>
          </p:cNvSpPr>
          <p:nvPr>
            <p:custDataLst>
              <p:tags r:id="rId12"/>
            </p:custDataLst>
          </p:nvPr>
        </p:nvSpPr>
        <p:spPr bwMode="auto">
          <a:xfrm>
            <a:off x="7199181" y="2187475"/>
            <a:ext cx="836837" cy="837055"/>
          </a:xfrm>
          <a:custGeom>
            <a:avLst/>
            <a:gdLst>
              <a:gd name="T0" fmla="*/ 106 w 212"/>
              <a:gd name="T1" fmla="*/ 212 h 212"/>
              <a:gd name="T2" fmla="*/ 0 w 212"/>
              <a:gd name="T3" fmla="*/ 106 h 212"/>
              <a:gd name="T4" fmla="*/ 106 w 212"/>
              <a:gd name="T5" fmla="*/ 0 h 212"/>
              <a:gd name="T6" fmla="*/ 212 w 212"/>
              <a:gd name="T7" fmla="*/ 106 h 212"/>
              <a:gd name="T8" fmla="*/ 106 w 212"/>
              <a:gd name="T9" fmla="*/ 212 h 212"/>
              <a:gd name="T10" fmla="*/ 106 w 212"/>
              <a:gd name="T11" fmla="*/ 20 h 212"/>
              <a:gd name="T12" fmla="*/ 20 w 212"/>
              <a:gd name="T13" fmla="*/ 106 h 212"/>
              <a:gd name="T14" fmla="*/ 106 w 212"/>
              <a:gd name="T15" fmla="*/ 192 h 212"/>
              <a:gd name="T16" fmla="*/ 192 w 212"/>
              <a:gd name="T17" fmla="*/ 106 h 212"/>
              <a:gd name="T18" fmla="*/ 106 w 212"/>
              <a:gd name="T19" fmla="*/ 2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12">
                <a:moveTo>
                  <a:pt x="106" y="212"/>
                </a:moveTo>
                <a:cubicBezTo>
                  <a:pt x="48" y="212"/>
                  <a:pt x="0" y="165"/>
                  <a:pt x="0" y="106"/>
                </a:cubicBezTo>
                <a:cubicBezTo>
                  <a:pt x="0" y="48"/>
                  <a:pt x="48" y="0"/>
                  <a:pt x="106" y="0"/>
                </a:cubicBezTo>
                <a:cubicBezTo>
                  <a:pt x="165" y="0"/>
                  <a:pt x="212" y="48"/>
                  <a:pt x="212" y="106"/>
                </a:cubicBezTo>
                <a:cubicBezTo>
                  <a:pt x="212" y="165"/>
                  <a:pt x="165" y="212"/>
                  <a:pt x="106" y="212"/>
                </a:cubicBezTo>
                <a:close/>
                <a:moveTo>
                  <a:pt x="106" y="20"/>
                </a:moveTo>
                <a:cubicBezTo>
                  <a:pt x="59" y="20"/>
                  <a:pt x="20" y="59"/>
                  <a:pt x="20" y="106"/>
                </a:cubicBezTo>
                <a:cubicBezTo>
                  <a:pt x="20" y="154"/>
                  <a:pt x="59" y="192"/>
                  <a:pt x="106" y="192"/>
                </a:cubicBezTo>
                <a:cubicBezTo>
                  <a:pt x="154" y="192"/>
                  <a:pt x="192" y="154"/>
                  <a:pt x="192" y="106"/>
                </a:cubicBezTo>
                <a:cubicBezTo>
                  <a:pt x="192" y="59"/>
                  <a:pt x="154" y="20"/>
                  <a:pt x="106" y="20"/>
                </a:cubicBezTo>
                <a:close/>
              </a:path>
            </a:pathLst>
          </a:custGeom>
          <a:solidFill>
            <a:schemeClr val="accent1"/>
          </a:solidFill>
          <a:ln>
            <a:noFill/>
          </a:ln>
        </p:spPr>
        <p:txBody>
          <a:bodyPr anchor="ctr"/>
          <a:lstStyle/>
          <a:p>
            <a:pPr algn="ctr"/>
            <a:endParaRPr dirty="0">
              <a:cs typeface="+mn-ea"/>
              <a:sym typeface="+mn-lt"/>
            </a:endParaRPr>
          </a:p>
        </p:txBody>
      </p:sp>
      <p:sp>
        <p:nvSpPr>
          <p:cNvPr id="40" name="661124Freeform: Shape 67">
            <a:extLst>
              <a:ext uri="{FF2B5EF4-FFF2-40B4-BE49-F238E27FC236}">
                <a16:creationId xmlns:a16="http://schemas.microsoft.com/office/drawing/2014/main" id="{846AEDDE-A799-4A6C-9EEE-B949926CD2D8}"/>
              </a:ext>
            </a:extLst>
          </p:cNvPr>
          <p:cNvSpPr>
            <a:spLocks/>
          </p:cNvSpPr>
          <p:nvPr>
            <p:custDataLst>
              <p:tags r:id="rId13"/>
            </p:custDataLst>
          </p:nvPr>
        </p:nvSpPr>
        <p:spPr bwMode="auto">
          <a:xfrm>
            <a:off x="7470194" y="2468645"/>
            <a:ext cx="298016" cy="266366"/>
          </a:xfrm>
          <a:custGeom>
            <a:avLst/>
            <a:gdLst>
              <a:gd name="T0" fmla="*/ 80 w 498"/>
              <a:gd name="T1" fmla="*/ 151 h 445"/>
              <a:gd name="T2" fmla="*/ 80 w 498"/>
              <a:gd name="T3" fmla="*/ 151 h 445"/>
              <a:gd name="T4" fmla="*/ 142 w 498"/>
              <a:gd name="T5" fmla="*/ 169 h 445"/>
              <a:gd name="T6" fmla="*/ 151 w 498"/>
              <a:gd name="T7" fmla="*/ 169 h 445"/>
              <a:gd name="T8" fmla="*/ 195 w 498"/>
              <a:gd name="T9" fmla="*/ 134 h 445"/>
              <a:gd name="T10" fmla="*/ 195 w 498"/>
              <a:gd name="T11" fmla="*/ 125 h 445"/>
              <a:gd name="T12" fmla="*/ 178 w 498"/>
              <a:gd name="T13" fmla="*/ 107 h 445"/>
              <a:gd name="T14" fmla="*/ 275 w 498"/>
              <a:gd name="T15" fmla="*/ 10 h 445"/>
              <a:gd name="T16" fmla="*/ 195 w 498"/>
              <a:gd name="T17" fmla="*/ 0 h 445"/>
              <a:gd name="T18" fmla="*/ 107 w 498"/>
              <a:gd name="T19" fmla="*/ 54 h 445"/>
              <a:gd name="T20" fmla="*/ 72 w 498"/>
              <a:gd name="T21" fmla="*/ 81 h 445"/>
              <a:gd name="T22" fmla="*/ 53 w 498"/>
              <a:gd name="T23" fmla="*/ 116 h 445"/>
              <a:gd name="T24" fmla="*/ 18 w 498"/>
              <a:gd name="T25" fmla="*/ 125 h 445"/>
              <a:gd name="T26" fmla="*/ 0 w 498"/>
              <a:gd name="T27" fmla="*/ 143 h 445"/>
              <a:gd name="T28" fmla="*/ 0 w 498"/>
              <a:gd name="T29" fmla="*/ 151 h 445"/>
              <a:gd name="T30" fmla="*/ 36 w 498"/>
              <a:gd name="T31" fmla="*/ 187 h 445"/>
              <a:gd name="T32" fmla="*/ 53 w 498"/>
              <a:gd name="T33" fmla="*/ 196 h 445"/>
              <a:gd name="T34" fmla="*/ 72 w 498"/>
              <a:gd name="T35" fmla="*/ 178 h 445"/>
              <a:gd name="T36" fmla="*/ 80 w 498"/>
              <a:gd name="T37" fmla="*/ 151 h 445"/>
              <a:gd name="T38" fmla="*/ 222 w 498"/>
              <a:gd name="T39" fmla="*/ 160 h 445"/>
              <a:gd name="T40" fmla="*/ 222 w 498"/>
              <a:gd name="T41" fmla="*/ 160 h 445"/>
              <a:gd name="T42" fmla="*/ 213 w 498"/>
              <a:gd name="T43" fmla="*/ 160 h 445"/>
              <a:gd name="T44" fmla="*/ 178 w 498"/>
              <a:gd name="T45" fmla="*/ 187 h 445"/>
              <a:gd name="T46" fmla="*/ 169 w 498"/>
              <a:gd name="T47" fmla="*/ 204 h 445"/>
              <a:gd name="T48" fmla="*/ 381 w 498"/>
              <a:gd name="T49" fmla="*/ 435 h 445"/>
              <a:gd name="T50" fmla="*/ 399 w 498"/>
              <a:gd name="T51" fmla="*/ 435 h 445"/>
              <a:gd name="T52" fmla="*/ 426 w 498"/>
              <a:gd name="T53" fmla="*/ 417 h 445"/>
              <a:gd name="T54" fmla="*/ 426 w 498"/>
              <a:gd name="T55" fmla="*/ 400 h 445"/>
              <a:gd name="T56" fmla="*/ 222 w 498"/>
              <a:gd name="T57" fmla="*/ 160 h 445"/>
              <a:gd name="T58" fmla="*/ 497 w 498"/>
              <a:gd name="T59" fmla="*/ 63 h 445"/>
              <a:gd name="T60" fmla="*/ 497 w 498"/>
              <a:gd name="T61" fmla="*/ 63 h 445"/>
              <a:gd name="T62" fmla="*/ 479 w 498"/>
              <a:gd name="T63" fmla="*/ 54 h 445"/>
              <a:gd name="T64" fmla="*/ 461 w 498"/>
              <a:gd name="T65" fmla="*/ 89 h 445"/>
              <a:gd name="T66" fmla="*/ 408 w 498"/>
              <a:gd name="T67" fmla="*/ 107 h 445"/>
              <a:gd name="T68" fmla="*/ 399 w 498"/>
              <a:gd name="T69" fmla="*/ 63 h 445"/>
              <a:gd name="T70" fmla="*/ 417 w 498"/>
              <a:gd name="T71" fmla="*/ 19 h 445"/>
              <a:gd name="T72" fmla="*/ 408 w 498"/>
              <a:gd name="T73" fmla="*/ 10 h 445"/>
              <a:gd name="T74" fmla="*/ 337 w 498"/>
              <a:gd name="T75" fmla="*/ 72 h 445"/>
              <a:gd name="T76" fmla="*/ 319 w 498"/>
              <a:gd name="T77" fmla="*/ 151 h 445"/>
              <a:gd name="T78" fmla="*/ 284 w 498"/>
              <a:gd name="T79" fmla="*/ 187 h 445"/>
              <a:gd name="T80" fmla="*/ 319 w 498"/>
              <a:gd name="T81" fmla="*/ 231 h 445"/>
              <a:gd name="T82" fmla="*/ 364 w 498"/>
              <a:gd name="T83" fmla="*/ 187 h 445"/>
              <a:gd name="T84" fmla="*/ 408 w 498"/>
              <a:gd name="T85" fmla="*/ 178 h 445"/>
              <a:gd name="T86" fmla="*/ 488 w 498"/>
              <a:gd name="T87" fmla="*/ 143 h 445"/>
              <a:gd name="T88" fmla="*/ 497 w 498"/>
              <a:gd name="T89" fmla="*/ 63 h 445"/>
              <a:gd name="T90" fmla="*/ 72 w 498"/>
              <a:gd name="T91" fmla="*/ 400 h 445"/>
              <a:gd name="T92" fmla="*/ 72 w 498"/>
              <a:gd name="T93" fmla="*/ 400 h 445"/>
              <a:gd name="T94" fmla="*/ 72 w 498"/>
              <a:gd name="T95" fmla="*/ 417 h 445"/>
              <a:gd name="T96" fmla="*/ 89 w 498"/>
              <a:gd name="T97" fmla="*/ 444 h 445"/>
              <a:gd name="T98" fmla="*/ 107 w 498"/>
              <a:gd name="T99" fmla="*/ 435 h 445"/>
              <a:gd name="T100" fmla="*/ 231 w 498"/>
              <a:gd name="T101" fmla="*/ 320 h 445"/>
              <a:gd name="T102" fmla="*/ 195 w 498"/>
              <a:gd name="T103" fmla="*/ 275 h 445"/>
              <a:gd name="T104" fmla="*/ 72 w 498"/>
              <a:gd name="T105" fmla="*/ 40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498" h="445">
                <a:moveTo>
                  <a:pt x="80" y="151"/>
                </a:moveTo>
                <a:lnTo>
                  <a:pt x="80" y="151"/>
                </a:lnTo>
                <a:cubicBezTo>
                  <a:pt x="97" y="134"/>
                  <a:pt x="116" y="143"/>
                  <a:pt x="142" y="169"/>
                </a:cubicBezTo>
                <a:cubicBezTo>
                  <a:pt x="151" y="178"/>
                  <a:pt x="151" y="169"/>
                  <a:pt x="151" y="169"/>
                </a:cubicBezTo>
                <a:cubicBezTo>
                  <a:pt x="160" y="169"/>
                  <a:pt x="186" y="134"/>
                  <a:pt x="195" y="134"/>
                </a:cubicBezTo>
                <a:cubicBezTo>
                  <a:pt x="195" y="134"/>
                  <a:pt x="195" y="134"/>
                  <a:pt x="195" y="125"/>
                </a:cubicBezTo>
                <a:cubicBezTo>
                  <a:pt x="186" y="125"/>
                  <a:pt x="178" y="116"/>
                  <a:pt x="178" y="107"/>
                </a:cubicBezTo>
                <a:cubicBezTo>
                  <a:pt x="133" y="45"/>
                  <a:pt x="301" y="10"/>
                  <a:pt x="275" y="10"/>
                </a:cubicBezTo>
                <a:cubicBezTo>
                  <a:pt x="257" y="0"/>
                  <a:pt x="204" y="0"/>
                  <a:pt x="195" y="0"/>
                </a:cubicBezTo>
                <a:cubicBezTo>
                  <a:pt x="169" y="10"/>
                  <a:pt x="125" y="36"/>
                  <a:pt x="107" y="54"/>
                </a:cubicBezTo>
                <a:cubicBezTo>
                  <a:pt x="80" y="72"/>
                  <a:pt x="72" y="81"/>
                  <a:pt x="72" y="81"/>
                </a:cubicBezTo>
                <a:cubicBezTo>
                  <a:pt x="62" y="89"/>
                  <a:pt x="72" y="107"/>
                  <a:pt x="53" y="116"/>
                </a:cubicBezTo>
                <a:cubicBezTo>
                  <a:pt x="36" y="125"/>
                  <a:pt x="27" y="116"/>
                  <a:pt x="18" y="125"/>
                </a:cubicBezTo>
                <a:cubicBezTo>
                  <a:pt x="18" y="134"/>
                  <a:pt x="9" y="134"/>
                  <a:pt x="0" y="143"/>
                </a:cubicBezTo>
                <a:lnTo>
                  <a:pt x="0" y="151"/>
                </a:lnTo>
                <a:lnTo>
                  <a:pt x="36" y="187"/>
                </a:lnTo>
                <a:cubicBezTo>
                  <a:pt x="36" y="196"/>
                  <a:pt x="44" y="196"/>
                  <a:pt x="53" y="196"/>
                </a:cubicBezTo>
                <a:cubicBezTo>
                  <a:pt x="53" y="187"/>
                  <a:pt x="62" y="178"/>
                  <a:pt x="72" y="178"/>
                </a:cubicBezTo>
                <a:cubicBezTo>
                  <a:pt x="72" y="178"/>
                  <a:pt x="72" y="151"/>
                  <a:pt x="80" y="151"/>
                </a:cubicBezTo>
                <a:close/>
                <a:moveTo>
                  <a:pt x="222" y="160"/>
                </a:moveTo>
                <a:lnTo>
                  <a:pt x="222" y="160"/>
                </a:lnTo>
                <a:cubicBezTo>
                  <a:pt x="213" y="160"/>
                  <a:pt x="213" y="160"/>
                  <a:pt x="213" y="160"/>
                </a:cubicBezTo>
                <a:cubicBezTo>
                  <a:pt x="178" y="187"/>
                  <a:pt x="178" y="187"/>
                  <a:pt x="178" y="187"/>
                </a:cubicBezTo>
                <a:cubicBezTo>
                  <a:pt x="169" y="196"/>
                  <a:pt x="169" y="196"/>
                  <a:pt x="169" y="204"/>
                </a:cubicBezTo>
                <a:cubicBezTo>
                  <a:pt x="381" y="435"/>
                  <a:pt x="381" y="435"/>
                  <a:pt x="381" y="435"/>
                </a:cubicBezTo>
                <a:cubicBezTo>
                  <a:pt x="381" y="444"/>
                  <a:pt x="391" y="444"/>
                  <a:pt x="399" y="435"/>
                </a:cubicBezTo>
                <a:cubicBezTo>
                  <a:pt x="426" y="417"/>
                  <a:pt x="426" y="417"/>
                  <a:pt x="426" y="417"/>
                </a:cubicBezTo>
                <a:cubicBezTo>
                  <a:pt x="426" y="408"/>
                  <a:pt x="426" y="400"/>
                  <a:pt x="426" y="400"/>
                </a:cubicBezTo>
                <a:lnTo>
                  <a:pt x="222" y="160"/>
                </a:lnTo>
                <a:close/>
                <a:moveTo>
                  <a:pt x="497" y="63"/>
                </a:moveTo>
                <a:lnTo>
                  <a:pt x="497" y="63"/>
                </a:lnTo>
                <a:cubicBezTo>
                  <a:pt x="488" y="45"/>
                  <a:pt x="488" y="54"/>
                  <a:pt x="479" y="54"/>
                </a:cubicBezTo>
                <a:cubicBezTo>
                  <a:pt x="479" y="63"/>
                  <a:pt x="461" y="81"/>
                  <a:pt x="461" y="89"/>
                </a:cubicBezTo>
                <a:cubicBezTo>
                  <a:pt x="452" y="107"/>
                  <a:pt x="435" y="125"/>
                  <a:pt x="408" y="107"/>
                </a:cubicBezTo>
                <a:cubicBezTo>
                  <a:pt x="381" y="81"/>
                  <a:pt x="391" y="72"/>
                  <a:pt x="399" y="63"/>
                </a:cubicBezTo>
                <a:cubicBezTo>
                  <a:pt x="399" y="54"/>
                  <a:pt x="417" y="28"/>
                  <a:pt x="417" y="19"/>
                </a:cubicBezTo>
                <a:cubicBezTo>
                  <a:pt x="426" y="19"/>
                  <a:pt x="417" y="10"/>
                  <a:pt x="408" y="10"/>
                </a:cubicBezTo>
                <a:cubicBezTo>
                  <a:pt x="399" y="19"/>
                  <a:pt x="346" y="36"/>
                  <a:pt x="337" y="72"/>
                </a:cubicBezTo>
                <a:cubicBezTo>
                  <a:pt x="328" y="98"/>
                  <a:pt x="346" y="125"/>
                  <a:pt x="319" y="151"/>
                </a:cubicBezTo>
                <a:cubicBezTo>
                  <a:pt x="284" y="187"/>
                  <a:pt x="284" y="187"/>
                  <a:pt x="284" y="187"/>
                </a:cubicBezTo>
                <a:cubicBezTo>
                  <a:pt x="319" y="231"/>
                  <a:pt x="319" y="231"/>
                  <a:pt x="319" y="231"/>
                </a:cubicBezTo>
                <a:cubicBezTo>
                  <a:pt x="364" y="187"/>
                  <a:pt x="364" y="187"/>
                  <a:pt x="364" y="187"/>
                </a:cubicBezTo>
                <a:cubicBezTo>
                  <a:pt x="372" y="178"/>
                  <a:pt x="391" y="169"/>
                  <a:pt x="408" y="178"/>
                </a:cubicBezTo>
                <a:cubicBezTo>
                  <a:pt x="452" y="187"/>
                  <a:pt x="470" y="169"/>
                  <a:pt x="488" y="143"/>
                </a:cubicBezTo>
                <a:cubicBezTo>
                  <a:pt x="497" y="116"/>
                  <a:pt x="497" y="72"/>
                  <a:pt x="497" y="63"/>
                </a:cubicBezTo>
                <a:close/>
                <a:moveTo>
                  <a:pt x="72" y="400"/>
                </a:moveTo>
                <a:lnTo>
                  <a:pt x="72" y="400"/>
                </a:lnTo>
                <a:cubicBezTo>
                  <a:pt x="62" y="408"/>
                  <a:pt x="62" y="417"/>
                  <a:pt x="72" y="417"/>
                </a:cubicBezTo>
                <a:cubicBezTo>
                  <a:pt x="89" y="444"/>
                  <a:pt x="89" y="444"/>
                  <a:pt x="89" y="444"/>
                </a:cubicBezTo>
                <a:cubicBezTo>
                  <a:pt x="97" y="444"/>
                  <a:pt x="107" y="444"/>
                  <a:pt x="107" y="435"/>
                </a:cubicBezTo>
                <a:cubicBezTo>
                  <a:pt x="231" y="320"/>
                  <a:pt x="231" y="320"/>
                  <a:pt x="231" y="320"/>
                </a:cubicBezTo>
                <a:cubicBezTo>
                  <a:pt x="195" y="275"/>
                  <a:pt x="195" y="275"/>
                  <a:pt x="195" y="275"/>
                </a:cubicBezTo>
                <a:lnTo>
                  <a:pt x="72" y="400"/>
                </a:lnTo>
                <a:close/>
              </a:path>
            </a:pathLst>
          </a:custGeom>
          <a:solidFill>
            <a:schemeClr val="accent1"/>
          </a:solidFill>
          <a:ln>
            <a:noFill/>
          </a:ln>
          <a:effectLst/>
        </p:spPr>
        <p:txBody>
          <a:bodyPr anchor="ctr"/>
          <a:lstStyle/>
          <a:p>
            <a:pPr algn="ctr"/>
            <a:endParaRPr dirty="0">
              <a:cs typeface="+mn-ea"/>
              <a:sym typeface="+mn-lt"/>
            </a:endParaRPr>
          </a:p>
        </p:txBody>
      </p:sp>
      <p:sp>
        <p:nvSpPr>
          <p:cNvPr id="41" name="61124Freeform: Shape 69">
            <a:extLst>
              <a:ext uri="{FF2B5EF4-FFF2-40B4-BE49-F238E27FC236}">
                <a16:creationId xmlns:a16="http://schemas.microsoft.com/office/drawing/2014/main" id="{5871AAAB-56CC-4F60-8EEF-96D70FF2665F}"/>
              </a:ext>
            </a:extLst>
          </p:cNvPr>
          <p:cNvSpPr>
            <a:spLocks/>
          </p:cNvSpPr>
          <p:nvPr>
            <p:custDataLst>
              <p:tags r:id="rId14"/>
            </p:custDataLst>
          </p:nvPr>
        </p:nvSpPr>
        <p:spPr bwMode="auto">
          <a:xfrm>
            <a:off x="7862649" y="3766542"/>
            <a:ext cx="836837" cy="838722"/>
          </a:xfrm>
          <a:custGeom>
            <a:avLst/>
            <a:gdLst>
              <a:gd name="T0" fmla="*/ 106 w 212"/>
              <a:gd name="T1" fmla="*/ 212 h 212"/>
              <a:gd name="T2" fmla="*/ 0 w 212"/>
              <a:gd name="T3" fmla="*/ 106 h 212"/>
              <a:gd name="T4" fmla="*/ 106 w 212"/>
              <a:gd name="T5" fmla="*/ 0 h 212"/>
              <a:gd name="T6" fmla="*/ 212 w 212"/>
              <a:gd name="T7" fmla="*/ 106 h 212"/>
              <a:gd name="T8" fmla="*/ 106 w 212"/>
              <a:gd name="T9" fmla="*/ 212 h 212"/>
              <a:gd name="T10" fmla="*/ 106 w 212"/>
              <a:gd name="T11" fmla="*/ 20 h 212"/>
              <a:gd name="T12" fmla="*/ 20 w 212"/>
              <a:gd name="T13" fmla="*/ 106 h 212"/>
              <a:gd name="T14" fmla="*/ 106 w 212"/>
              <a:gd name="T15" fmla="*/ 192 h 212"/>
              <a:gd name="T16" fmla="*/ 192 w 212"/>
              <a:gd name="T17" fmla="*/ 106 h 212"/>
              <a:gd name="T18" fmla="*/ 106 w 212"/>
              <a:gd name="T19" fmla="*/ 2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12">
                <a:moveTo>
                  <a:pt x="106" y="212"/>
                </a:moveTo>
                <a:cubicBezTo>
                  <a:pt x="48" y="212"/>
                  <a:pt x="0" y="165"/>
                  <a:pt x="0" y="106"/>
                </a:cubicBezTo>
                <a:cubicBezTo>
                  <a:pt x="0" y="48"/>
                  <a:pt x="48" y="0"/>
                  <a:pt x="106" y="0"/>
                </a:cubicBezTo>
                <a:cubicBezTo>
                  <a:pt x="165" y="0"/>
                  <a:pt x="212" y="48"/>
                  <a:pt x="212" y="106"/>
                </a:cubicBezTo>
                <a:cubicBezTo>
                  <a:pt x="212" y="165"/>
                  <a:pt x="165" y="212"/>
                  <a:pt x="106" y="212"/>
                </a:cubicBezTo>
                <a:close/>
                <a:moveTo>
                  <a:pt x="106" y="20"/>
                </a:moveTo>
                <a:cubicBezTo>
                  <a:pt x="59" y="20"/>
                  <a:pt x="20" y="59"/>
                  <a:pt x="20" y="106"/>
                </a:cubicBezTo>
                <a:cubicBezTo>
                  <a:pt x="20" y="154"/>
                  <a:pt x="59" y="192"/>
                  <a:pt x="106" y="192"/>
                </a:cubicBezTo>
                <a:cubicBezTo>
                  <a:pt x="154" y="192"/>
                  <a:pt x="192" y="154"/>
                  <a:pt x="192" y="106"/>
                </a:cubicBezTo>
                <a:cubicBezTo>
                  <a:pt x="192" y="59"/>
                  <a:pt x="154" y="20"/>
                  <a:pt x="106" y="20"/>
                </a:cubicBezTo>
                <a:close/>
              </a:path>
            </a:pathLst>
          </a:custGeom>
          <a:solidFill>
            <a:schemeClr val="accent2"/>
          </a:solidFill>
          <a:ln>
            <a:noFill/>
          </a:ln>
        </p:spPr>
        <p:txBody>
          <a:bodyPr anchor="ctr"/>
          <a:lstStyle/>
          <a:p>
            <a:pPr algn="ctr"/>
            <a:endParaRPr dirty="0">
              <a:cs typeface="+mn-ea"/>
              <a:sym typeface="+mn-lt"/>
            </a:endParaRPr>
          </a:p>
        </p:txBody>
      </p:sp>
      <p:sp>
        <p:nvSpPr>
          <p:cNvPr id="42" name="661124Freeform: Shape 70">
            <a:extLst>
              <a:ext uri="{FF2B5EF4-FFF2-40B4-BE49-F238E27FC236}">
                <a16:creationId xmlns:a16="http://schemas.microsoft.com/office/drawing/2014/main" id="{602E90CC-6088-415B-8804-4052D7028FBC}"/>
              </a:ext>
            </a:extLst>
          </p:cNvPr>
          <p:cNvSpPr>
            <a:spLocks/>
          </p:cNvSpPr>
          <p:nvPr>
            <p:custDataLst>
              <p:tags r:id="rId15"/>
            </p:custDataLst>
          </p:nvPr>
        </p:nvSpPr>
        <p:spPr bwMode="auto">
          <a:xfrm>
            <a:off x="8141297" y="4036180"/>
            <a:ext cx="285368" cy="28430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10807" y="0"/>
                </a:moveTo>
                <a:cubicBezTo>
                  <a:pt x="12301" y="0"/>
                  <a:pt x="13705" y="282"/>
                  <a:pt x="15011" y="847"/>
                </a:cubicBezTo>
                <a:cubicBezTo>
                  <a:pt x="16319" y="1408"/>
                  <a:pt x="17463" y="2176"/>
                  <a:pt x="18449" y="3156"/>
                </a:cubicBezTo>
                <a:cubicBezTo>
                  <a:pt x="19432" y="4133"/>
                  <a:pt x="20201" y="5277"/>
                  <a:pt x="20760" y="6590"/>
                </a:cubicBezTo>
                <a:cubicBezTo>
                  <a:pt x="21317" y="7900"/>
                  <a:pt x="21599" y="9306"/>
                  <a:pt x="21599" y="10800"/>
                </a:cubicBezTo>
                <a:cubicBezTo>
                  <a:pt x="21599" y="12293"/>
                  <a:pt x="21317" y="13699"/>
                  <a:pt x="20760" y="15009"/>
                </a:cubicBezTo>
                <a:cubicBezTo>
                  <a:pt x="20201" y="16320"/>
                  <a:pt x="19430" y="17466"/>
                  <a:pt x="18449" y="18443"/>
                </a:cubicBezTo>
                <a:cubicBezTo>
                  <a:pt x="17463" y="19423"/>
                  <a:pt x="16319" y="20191"/>
                  <a:pt x="15011" y="20752"/>
                </a:cubicBezTo>
                <a:cubicBezTo>
                  <a:pt x="13705" y="21317"/>
                  <a:pt x="12301" y="21599"/>
                  <a:pt x="10807" y="21599"/>
                </a:cubicBezTo>
                <a:cubicBezTo>
                  <a:pt x="9309" y="21599"/>
                  <a:pt x="7905" y="21317"/>
                  <a:pt x="6594" y="20752"/>
                </a:cubicBezTo>
                <a:cubicBezTo>
                  <a:pt x="5280" y="20191"/>
                  <a:pt x="4136" y="19423"/>
                  <a:pt x="3158" y="18443"/>
                </a:cubicBezTo>
                <a:cubicBezTo>
                  <a:pt x="2178" y="17466"/>
                  <a:pt x="1409" y="16320"/>
                  <a:pt x="847" y="15009"/>
                </a:cubicBezTo>
                <a:cubicBezTo>
                  <a:pt x="282" y="13699"/>
                  <a:pt x="0" y="12293"/>
                  <a:pt x="0" y="10800"/>
                </a:cubicBezTo>
                <a:cubicBezTo>
                  <a:pt x="0" y="9306"/>
                  <a:pt x="282" y="7900"/>
                  <a:pt x="847" y="6590"/>
                </a:cubicBezTo>
                <a:cubicBezTo>
                  <a:pt x="1409" y="5277"/>
                  <a:pt x="2181" y="4133"/>
                  <a:pt x="3158" y="3156"/>
                </a:cubicBezTo>
                <a:cubicBezTo>
                  <a:pt x="4136" y="2176"/>
                  <a:pt x="5280" y="1408"/>
                  <a:pt x="6594" y="847"/>
                </a:cubicBezTo>
                <a:cubicBezTo>
                  <a:pt x="7902" y="282"/>
                  <a:pt x="9306" y="0"/>
                  <a:pt x="10807" y="0"/>
                </a:cubicBezTo>
                <a:moveTo>
                  <a:pt x="18164" y="8812"/>
                </a:moveTo>
                <a:cubicBezTo>
                  <a:pt x="18288" y="8688"/>
                  <a:pt x="18353" y="8532"/>
                  <a:pt x="18359" y="8354"/>
                </a:cubicBezTo>
                <a:cubicBezTo>
                  <a:pt x="18362" y="8171"/>
                  <a:pt x="18299" y="8021"/>
                  <a:pt x="18164" y="7894"/>
                </a:cubicBezTo>
                <a:lnTo>
                  <a:pt x="16757" y="6448"/>
                </a:lnTo>
                <a:cubicBezTo>
                  <a:pt x="16613" y="6321"/>
                  <a:pt x="16454" y="6259"/>
                  <a:pt x="16276" y="6259"/>
                </a:cubicBezTo>
                <a:cubicBezTo>
                  <a:pt x="16099" y="6259"/>
                  <a:pt x="15946" y="6321"/>
                  <a:pt x="15810" y="6448"/>
                </a:cubicBezTo>
                <a:lnTo>
                  <a:pt x="9696" y="12570"/>
                </a:lnTo>
                <a:cubicBezTo>
                  <a:pt x="9569" y="12697"/>
                  <a:pt x="9416" y="12759"/>
                  <a:pt x="9244" y="12759"/>
                </a:cubicBezTo>
                <a:cubicBezTo>
                  <a:pt x="9069" y="12759"/>
                  <a:pt x="8914" y="12697"/>
                  <a:pt x="8778" y="12570"/>
                </a:cubicBezTo>
                <a:lnTo>
                  <a:pt x="5786" y="9583"/>
                </a:lnTo>
                <a:cubicBezTo>
                  <a:pt x="5659" y="9458"/>
                  <a:pt x="5506" y="9393"/>
                  <a:pt x="5334" y="9393"/>
                </a:cubicBezTo>
                <a:cubicBezTo>
                  <a:pt x="5156" y="9393"/>
                  <a:pt x="4995" y="9458"/>
                  <a:pt x="4839" y="9583"/>
                </a:cubicBezTo>
                <a:lnTo>
                  <a:pt x="3432" y="11014"/>
                </a:lnTo>
                <a:cubicBezTo>
                  <a:pt x="3305" y="11141"/>
                  <a:pt x="3246" y="11297"/>
                  <a:pt x="3246" y="11474"/>
                </a:cubicBezTo>
                <a:cubicBezTo>
                  <a:pt x="3246" y="11655"/>
                  <a:pt x="3305" y="11810"/>
                  <a:pt x="3432" y="11935"/>
                </a:cubicBezTo>
                <a:lnTo>
                  <a:pt x="7747" y="16249"/>
                </a:lnTo>
                <a:cubicBezTo>
                  <a:pt x="7874" y="16373"/>
                  <a:pt x="8043" y="16483"/>
                  <a:pt x="8261" y="16579"/>
                </a:cubicBezTo>
                <a:cubicBezTo>
                  <a:pt x="8478" y="16673"/>
                  <a:pt x="8676" y="16720"/>
                  <a:pt x="8857" y="16720"/>
                </a:cubicBezTo>
                <a:lnTo>
                  <a:pt x="9617" y="16720"/>
                </a:lnTo>
                <a:cubicBezTo>
                  <a:pt x="9795" y="16720"/>
                  <a:pt x="9993" y="16675"/>
                  <a:pt x="10205" y="16585"/>
                </a:cubicBezTo>
                <a:cubicBezTo>
                  <a:pt x="10417" y="16495"/>
                  <a:pt x="10592" y="16382"/>
                  <a:pt x="10727" y="16249"/>
                </a:cubicBezTo>
                <a:lnTo>
                  <a:pt x="18164" y="8812"/>
                </a:lnTo>
                <a:close/>
              </a:path>
            </a:pathLst>
          </a:custGeom>
          <a:solidFill>
            <a:schemeClr val="accent2"/>
          </a:solidFill>
          <a:ln>
            <a:noFill/>
          </a:ln>
          <a:effectLst/>
        </p:spPr>
        <p:txBody>
          <a:bodyPr anchor="ctr"/>
          <a:lstStyle/>
          <a:p>
            <a:pPr algn="ctr"/>
            <a:endParaRPr dirty="0">
              <a:cs typeface="+mn-ea"/>
              <a:sym typeface="+mn-lt"/>
            </a:endParaRPr>
          </a:p>
        </p:txBody>
      </p:sp>
      <p:sp>
        <p:nvSpPr>
          <p:cNvPr id="43" name="61124椭圆 1">
            <a:extLst>
              <a:ext uri="{FF2B5EF4-FFF2-40B4-BE49-F238E27FC236}">
                <a16:creationId xmlns:a16="http://schemas.microsoft.com/office/drawing/2014/main" id="{E14C8193-7E7B-46C9-A8A0-73984E4B0D0E}"/>
              </a:ext>
            </a:extLst>
          </p:cNvPr>
          <p:cNvSpPr/>
          <p:nvPr>
            <p:custDataLst>
              <p:tags r:id="rId16"/>
            </p:custDataLst>
          </p:nvPr>
        </p:nvSpPr>
        <p:spPr>
          <a:xfrm>
            <a:off x="4485374" y="2658568"/>
            <a:ext cx="3123810" cy="3091344"/>
          </a:xfrm>
          <a:prstGeom prst="ellipse">
            <a:avLst/>
          </a:prstGeom>
          <a:blipFill dpi="0" rotWithShape="1">
            <a:blip r:embed="rId27"/>
            <a:srcRect/>
            <a:stretch>
              <a:fillRect l="-24221" r="-24221"/>
            </a:stretch>
          </a:bli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dirty="0">
              <a:cs typeface="+mn-ea"/>
              <a:sym typeface="+mn-lt"/>
            </a:endParaRPr>
          </a:p>
        </p:txBody>
      </p:sp>
      <p:sp>
        <p:nvSpPr>
          <p:cNvPr id="44" name="8661124文本框 54">
            <a:extLst>
              <a:ext uri="{FF2B5EF4-FFF2-40B4-BE49-F238E27FC236}">
                <a16:creationId xmlns:a16="http://schemas.microsoft.com/office/drawing/2014/main" id="{9842A997-BAB1-4602-91C1-8CD7F56BA183}"/>
              </a:ext>
            </a:extLst>
          </p:cNvPr>
          <p:cNvSpPr txBox="1"/>
          <p:nvPr>
            <p:custDataLst>
              <p:tags r:id="rId17"/>
            </p:custDataLst>
          </p:nvPr>
        </p:nvSpPr>
        <p:spPr>
          <a:xfrm>
            <a:off x="8769501" y="1796002"/>
            <a:ext cx="1415772" cy="338554"/>
          </a:xfrm>
          <a:prstGeom prst="rect">
            <a:avLst/>
          </a:prstGeom>
          <a:noFill/>
        </p:spPr>
        <p:txBody>
          <a:bodyPr wrap="none">
            <a:noAutofit/>
          </a:bodyPr>
          <a:lstStyle/>
          <a:p>
            <a:pPr algn="just">
              <a:lnSpc>
                <a:spcPct val="120000"/>
              </a:lnSpc>
            </a:pPr>
            <a:r>
              <a:rPr lang="zh-CN" altLang="en-US" dirty="0">
                <a:solidFill>
                  <a:schemeClr val="tx1">
                    <a:lumMod val="75000"/>
                    <a:lumOff val="25000"/>
                  </a:schemeClr>
                </a:solidFill>
                <a:cs typeface="+mn-ea"/>
                <a:sym typeface="+mn-lt"/>
              </a:rPr>
              <a:t>添加标题</a:t>
            </a:r>
          </a:p>
        </p:txBody>
      </p:sp>
      <p:sp>
        <p:nvSpPr>
          <p:cNvPr id="45" name="661124文本框 55">
            <a:extLst>
              <a:ext uri="{FF2B5EF4-FFF2-40B4-BE49-F238E27FC236}">
                <a16:creationId xmlns:a16="http://schemas.microsoft.com/office/drawing/2014/main" id="{A4C1ADD6-B0EB-4D5F-BC57-EFEBC6318CCC}"/>
              </a:ext>
            </a:extLst>
          </p:cNvPr>
          <p:cNvSpPr txBox="1"/>
          <p:nvPr>
            <p:custDataLst>
              <p:tags r:id="rId18"/>
            </p:custDataLst>
          </p:nvPr>
        </p:nvSpPr>
        <p:spPr>
          <a:xfrm>
            <a:off x="8746270" y="2223294"/>
            <a:ext cx="2239686" cy="516423"/>
          </a:xfrm>
          <a:prstGeom prst="rect">
            <a:avLst/>
          </a:prstGeom>
          <a:noFill/>
        </p:spPr>
        <p:txBody>
          <a:bodyPr wrap="square">
            <a:noAutofit/>
          </a:bodyPr>
          <a:lstStyle/>
          <a:p>
            <a:pPr>
              <a:lnSpc>
                <a:spcPct val="120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p>
        </p:txBody>
      </p:sp>
      <p:sp>
        <p:nvSpPr>
          <p:cNvPr id="46" name="661124文本框 74">
            <a:extLst>
              <a:ext uri="{FF2B5EF4-FFF2-40B4-BE49-F238E27FC236}">
                <a16:creationId xmlns:a16="http://schemas.microsoft.com/office/drawing/2014/main" id="{E2D8AB7C-3A69-4133-8D30-E3F8113BE58F}"/>
              </a:ext>
            </a:extLst>
          </p:cNvPr>
          <p:cNvSpPr txBox="1"/>
          <p:nvPr>
            <p:custDataLst>
              <p:tags r:id="rId19"/>
            </p:custDataLst>
          </p:nvPr>
        </p:nvSpPr>
        <p:spPr>
          <a:xfrm>
            <a:off x="8746270" y="3758204"/>
            <a:ext cx="1415772" cy="338554"/>
          </a:xfrm>
          <a:prstGeom prst="rect">
            <a:avLst/>
          </a:prstGeom>
          <a:noFill/>
        </p:spPr>
        <p:txBody>
          <a:bodyPr wrap="none">
            <a:noAutofit/>
          </a:bodyPr>
          <a:lstStyle/>
          <a:p>
            <a:pPr algn="just">
              <a:lnSpc>
                <a:spcPct val="120000"/>
              </a:lnSpc>
            </a:pPr>
            <a:r>
              <a:rPr lang="zh-CN" altLang="en-US" dirty="0">
                <a:solidFill>
                  <a:schemeClr val="tx1">
                    <a:lumMod val="75000"/>
                    <a:lumOff val="25000"/>
                  </a:schemeClr>
                </a:solidFill>
                <a:cs typeface="+mn-ea"/>
                <a:sym typeface="+mn-lt"/>
              </a:rPr>
              <a:t>添加标题</a:t>
            </a:r>
          </a:p>
        </p:txBody>
      </p:sp>
      <p:sp>
        <p:nvSpPr>
          <p:cNvPr id="47" name="61124文本框 74">
            <a:extLst>
              <a:ext uri="{FF2B5EF4-FFF2-40B4-BE49-F238E27FC236}">
                <a16:creationId xmlns:a16="http://schemas.microsoft.com/office/drawing/2014/main" id="{F67D86FD-164E-4BAB-84B2-F8411C638FE1}"/>
              </a:ext>
            </a:extLst>
          </p:cNvPr>
          <p:cNvSpPr txBox="1"/>
          <p:nvPr>
            <p:custDataLst>
              <p:tags r:id="rId20"/>
            </p:custDataLst>
          </p:nvPr>
        </p:nvSpPr>
        <p:spPr>
          <a:xfrm>
            <a:off x="8746270" y="4157812"/>
            <a:ext cx="2239686" cy="862566"/>
          </a:xfrm>
          <a:prstGeom prst="rect">
            <a:avLst/>
          </a:prstGeom>
          <a:noFill/>
        </p:spPr>
        <p:txBody>
          <a:bodyPr wrap="square">
            <a:noAutofit/>
          </a:bodyPr>
          <a:lstStyle/>
          <a:p>
            <a:pPr>
              <a:lnSpc>
                <a:spcPct val="120000"/>
              </a:lnSpc>
            </a:pPr>
            <a:r>
              <a:rPr lang="zh-CN" altLang="en-US" sz="1400" dirty="0">
                <a:solidFill>
                  <a:schemeClr val="tx1">
                    <a:lumMod val="75000"/>
                    <a:lumOff val="25000"/>
                  </a:schemeClr>
                </a:solidFill>
                <a:cs typeface="+mn-ea"/>
                <a:sym typeface="+mn-lt"/>
              </a:rPr>
              <a:t>请请替换文字内容复制你的内容到此请替换文字内容复制你的内容到此</a:t>
            </a:r>
          </a:p>
        </p:txBody>
      </p:sp>
      <p:sp>
        <p:nvSpPr>
          <p:cNvPr id="48" name="=">
            <a:extLst>
              <a:ext uri="{FF2B5EF4-FFF2-40B4-BE49-F238E27FC236}">
                <a16:creationId xmlns:a16="http://schemas.microsoft.com/office/drawing/2014/main" id="{28A8C050-FC4D-47CF-9E98-6E350F95F576}"/>
              </a:ext>
            </a:extLst>
          </p:cNvPr>
          <p:cNvSpPr txBox="1"/>
          <p:nvPr>
            <p:custDataLst>
              <p:tags r:id="rId21"/>
            </p:custDataLst>
          </p:nvPr>
        </p:nvSpPr>
        <p:spPr>
          <a:xfrm flipH="1">
            <a:off x="2029959" y="1760183"/>
            <a:ext cx="1415772" cy="338554"/>
          </a:xfrm>
          <a:prstGeom prst="rect">
            <a:avLst/>
          </a:prstGeom>
          <a:noFill/>
        </p:spPr>
        <p:txBody>
          <a:bodyPr wrap="none">
            <a:noAutofit/>
          </a:bodyPr>
          <a:lstStyle/>
          <a:p>
            <a:pPr algn="just">
              <a:lnSpc>
                <a:spcPct val="120000"/>
              </a:lnSpc>
            </a:pPr>
            <a:r>
              <a:rPr lang="zh-CN" altLang="en-US" dirty="0">
                <a:solidFill>
                  <a:schemeClr val="tx1">
                    <a:lumMod val="75000"/>
                    <a:lumOff val="25000"/>
                  </a:schemeClr>
                </a:solidFill>
                <a:cs typeface="+mn-ea"/>
                <a:sym typeface="+mn-lt"/>
              </a:rPr>
              <a:t>添加标题</a:t>
            </a:r>
          </a:p>
        </p:txBody>
      </p:sp>
      <p:sp>
        <p:nvSpPr>
          <p:cNvPr id="49" name="h">
            <a:extLst>
              <a:ext uri="{FF2B5EF4-FFF2-40B4-BE49-F238E27FC236}">
                <a16:creationId xmlns:a16="http://schemas.microsoft.com/office/drawing/2014/main" id="{6B2466B3-F4B0-4206-B39E-F132C21B9A7A}"/>
              </a:ext>
            </a:extLst>
          </p:cNvPr>
          <p:cNvSpPr txBox="1"/>
          <p:nvPr>
            <p:custDataLst>
              <p:tags r:id="rId22"/>
            </p:custDataLst>
          </p:nvPr>
        </p:nvSpPr>
        <p:spPr>
          <a:xfrm flipH="1">
            <a:off x="705153" y="2223294"/>
            <a:ext cx="2521547" cy="516423"/>
          </a:xfrm>
          <a:prstGeom prst="rect">
            <a:avLst/>
          </a:prstGeom>
          <a:noFill/>
        </p:spPr>
        <p:txBody>
          <a:bodyPr wrap="square">
            <a:noAutofit/>
          </a:bodyPr>
          <a:lstStyle/>
          <a:p>
            <a:pPr algn="r">
              <a:lnSpc>
                <a:spcPct val="120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p>
        </p:txBody>
      </p:sp>
      <p:sp>
        <p:nvSpPr>
          <p:cNvPr id="50" name="8661124文本框 77">
            <a:extLst>
              <a:ext uri="{FF2B5EF4-FFF2-40B4-BE49-F238E27FC236}">
                <a16:creationId xmlns:a16="http://schemas.microsoft.com/office/drawing/2014/main" id="{342249C9-C1A2-4C61-8F26-5DE55E2D26EB}"/>
              </a:ext>
            </a:extLst>
          </p:cNvPr>
          <p:cNvSpPr txBox="1"/>
          <p:nvPr>
            <p:custDataLst>
              <p:tags r:id="rId23"/>
            </p:custDataLst>
          </p:nvPr>
        </p:nvSpPr>
        <p:spPr>
          <a:xfrm flipH="1">
            <a:off x="2029959" y="3758204"/>
            <a:ext cx="1415772" cy="338554"/>
          </a:xfrm>
          <a:prstGeom prst="rect">
            <a:avLst/>
          </a:prstGeom>
          <a:noFill/>
        </p:spPr>
        <p:txBody>
          <a:bodyPr wrap="none">
            <a:noAutofit/>
          </a:bodyPr>
          <a:lstStyle/>
          <a:p>
            <a:pPr algn="just">
              <a:lnSpc>
                <a:spcPct val="120000"/>
              </a:lnSpc>
            </a:pPr>
            <a:r>
              <a:rPr lang="zh-CN" altLang="en-US" dirty="0">
                <a:solidFill>
                  <a:schemeClr val="tx1">
                    <a:lumMod val="75000"/>
                    <a:lumOff val="25000"/>
                  </a:schemeClr>
                </a:solidFill>
                <a:cs typeface="+mn-ea"/>
                <a:sym typeface="+mn-lt"/>
              </a:rPr>
              <a:t>添加标题</a:t>
            </a:r>
          </a:p>
        </p:txBody>
      </p:sp>
      <p:sp>
        <p:nvSpPr>
          <p:cNvPr id="51" name="8661124文本框 77">
            <a:extLst>
              <a:ext uri="{FF2B5EF4-FFF2-40B4-BE49-F238E27FC236}">
                <a16:creationId xmlns:a16="http://schemas.microsoft.com/office/drawing/2014/main" id="{E773E7E9-F194-49DA-96BE-BA0BF5C06B86}"/>
              </a:ext>
            </a:extLst>
          </p:cNvPr>
          <p:cNvSpPr txBox="1"/>
          <p:nvPr>
            <p:custDataLst>
              <p:tags r:id="rId24"/>
            </p:custDataLst>
          </p:nvPr>
        </p:nvSpPr>
        <p:spPr>
          <a:xfrm flipH="1">
            <a:off x="705153" y="4157812"/>
            <a:ext cx="2521547" cy="516423"/>
          </a:xfrm>
          <a:prstGeom prst="rect">
            <a:avLst/>
          </a:prstGeom>
          <a:noFill/>
        </p:spPr>
        <p:txBody>
          <a:bodyPr wrap="square">
            <a:noAutofit/>
          </a:bodyPr>
          <a:lstStyle/>
          <a:p>
            <a:pPr algn="r">
              <a:lnSpc>
                <a:spcPct val="120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p>
        </p:txBody>
      </p:sp>
    </p:spTree>
    <p:extLst>
      <p:ext uri="{BB962C8B-B14F-4D97-AF65-F5344CB8AC3E}">
        <p14:creationId xmlns:p14="http://schemas.microsoft.com/office/powerpoint/2010/main" val="1512949683"/>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750" fill="hold"/>
                                        <p:tgtEl>
                                          <p:spTgt spid="13"/>
                                        </p:tgtEl>
                                        <p:attrNameLst>
                                          <p:attrName>ppt_w</p:attrName>
                                        </p:attrNameLst>
                                      </p:cBhvr>
                                      <p:tavLst>
                                        <p:tav tm="0">
                                          <p:val>
                                            <p:fltVal val="0"/>
                                          </p:val>
                                        </p:tav>
                                        <p:tav tm="100000">
                                          <p:val>
                                            <p:strVal val="#ppt_w"/>
                                          </p:val>
                                        </p:tav>
                                      </p:tavLst>
                                    </p:anim>
                                    <p:anim calcmode="lin" valueType="num">
                                      <p:cBhvr>
                                        <p:cTn id="8" dur="750" fill="hold"/>
                                        <p:tgtEl>
                                          <p:spTgt spid="13"/>
                                        </p:tgtEl>
                                        <p:attrNameLst>
                                          <p:attrName>ppt_h</p:attrName>
                                        </p:attrNameLst>
                                      </p:cBhvr>
                                      <p:tavLst>
                                        <p:tav tm="0">
                                          <p:val>
                                            <p:fltVal val="0"/>
                                          </p:val>
                                        </p:tav>
                                        <p:tav tm="100000">
                                          <p:val>
                                            <p:strVal val="#ppt_h"/>
                                          </p:val>
                                        </p:tav>
                                      </p:tavLst>
                                    </p:anim>
                                    <p:animEffect transition="in" filter="fade">
                                      <p:cBhvr>
                                        <p:cTn id="9" dur="750"/>
                                        <p:tgtEl>
                                          <p:spTgt spid="13"/>
                                        </p:tgtEl>
                                      </p:cBhvr>
                                    </p:animEffect>
                                  </p:childTnLst>
                                </p:cTn>
                              </p:par>
                            </p:childTnLst>
                          </p:cTn>
                        </p:par>
                        <p:par>
                          <p:cTn id="10" fill="hold">
                            <p:stCondLst>
                              <p:cond delay="750"/>
                            </p:stCondLst>
                            <p:childTnLst>
                              <p:par>
                                <p:cTn id="11" presetID="53" presetClass="entr" presetSubtype="16" fill="hold" grpId="0" nodeType="afterEffect">
                                  <p:stCondLst>
                                    <p:cond delay="0"/>
                                  </p:stCondLst>
                                  <p:childTnLst>
                                    <p:set>
                                      <p:cBhvr>
                                        <p:cTn id="12" dur="1" fill="hold">
                                          <p:stCondLst>
                                            <p:cond delay="0"/>
                                          </p:stCondLst>
                                        </p:cTn>
                                        <p:tgtEl>
                                          <p:spTgt spid="43"/>
                                        </p:tgtEl>
                                        <p:attrNameLst>
                                          <p:attrName>style.visibility</p:attrName>
                                        </p:attrNameLst>
                                      </p:cBhvr>
                                      <p:to>
                                        <p:strVal val="visible"/>
                                      </p:to>
                                    </p:set>
                                    <p:anim calcmode="lin" valueType="num">
                                      <p:cBhvr>
                                        <p:cTn id="13" dur="500" fill="hold"/>
                                        <p:tgtEl>
                                          <p:spTgt spid="43"/>
                                        </p:tgtEl>
                                        <p:attrNameLst>
                                          <p:attrName>ppt_w</p:attrName>
                                        </p:attrNameLst>
                                      </p:cBhvr>
                                      <p:tavLst>
                                        <p:tav tm="0">
                                          <p:val>
                                            <p:fltVal val="0"/>
                                          </p:val>
                                        </p:tav>
                                        <p:tav tm="100000">
                                          <p:val>
                                            <p:strVal val="#ppt_w"/>
                                          </p:val>
                                        </p:tav>
                                      </p:tavLst>
                                    </p:anim>
                                    <p:anim calcmode="lin" valueType="num">
                                      <p:cBhvr>
                                        <p:cTn id="14" dur="500" fill="hold"/>
                                        <p:tgtEl>
                                          <p:spTgt spid="43"/>
                                        </p:tgtEl>
                                        <p:attrNameLst>
                                          <p:attrName>ppt_h</p:attrName>
                                        </p:attrNameLst>
                                      </p:cBhvr>
                                      <p:tavLst>
                                        <p:tav tm="0">
                                          <p:val>
                                            <p:fltVal val="0"/>
                                          </p:val>
                                        </p:tav>
                                        <p:tav tm="100000">
                                          <p:val>
                                            <p:strVal val="#ppt_h"/>
                                          </p:val>
                                        </p:tav>
                                      </p:tavLst>
                                    </p:anim>
                                    <p:animEffect transition="in" filter="fade">
                                      <p:cBhvr>
                                        <p:cTn id="15" dur="500"/>
                                        <p:tgtEl>
                                          <p:spTgt spid="43"/>
                                        </p:tgtEl>
                                      </p:cBhvr>
                                    </p:animEffect>
                                  </p:childTnLst>
                                </p:cTn>
                              </p:par>
                            </p:childTnLst>
                          </p:cTn>
                        </p:par>
                        <p:par>
                          <p:cTn id="16" fill="hold">
                            <p:stCondLst>
                              <p:cond delay="1250"/>
                            </p:stCondLst>
                            <p:childTnLst>
                              <p:par>
                                <p:cTn id="17" presetID="49" presetClass="entr" presetSubtype="0" decel="100000" fill="hold" grpId="0" nodeType="afterEffect">
                                  <p:stCondLst>
                                    <p:cond delay="0"/>
                                  </p:stCondLst>
                                  <p:childTnLst>
                                    <p:set>
                                      <p:cBhvr>
                                        <p:cTn id="18" dur="1" fill="hold">
                                          <p:stCondLst>
                                            <p:cond delay="0"/>
                                          </p:stCondLst>
                                        </p:cTn>
                                        <p:tgtEl>
                                          <p:spTgt spid="35"/>
                                        </p:tgtEl>
                                        <p:attrNameLst>
                                          <p:attrName>style.visibility</p:attrName>
                                        </p:attrNameLst>
                                      </p:cBhvr>
                                      <p:to>
                                        <p:strVal val="visible"/>
                                      </p:to>
                                    </p:set>
                                    <p:anim calcmode="lin" valueType="num">
                                      <p:cBhvr>
                                        <p:cTn id="19" dur="500" fill="hold"/>
                                        <p:tgtEl>
                                          <p:spTgt spid="35"/>
                                        </p:tgtEl>
                                        <p:attrNameLst>
                                          <p:attrName>ppt_w</p:attrName>
                                        </p:attrNameLst>
                                      </p:cBhvr>
                                      <p:tavLst>
                                        <p:tav tm="0">
                                          <p:val>
                                            <p:fltVal val="0"/>
                                          </p:val>
                                        </p:tav>
                                        <p:tav tm="100000">
                                          <p:val>
                                            <p:strVal val="#ppt_w"/>
                                          </p:val>
                                        </p:tav>
                                      </p:tavLst>
                                    </p:anim>
                                    <p:anim calcmode="lin" valueType="num">
                                      <p:cBhvr>
                                        <p:cTn id="20" dur="500" fill="hold"/>
                                        <p:tgtEl>
                                          <p:spTgt spid="35"/>
                                        </p:tgtEl>
                                        <p:attrNameLst>
                                          <p:attrName>ppt_h</p:attrName>
                                        </p:attrNameLst>
                                      </p:cBhvr>
                                      <p:tavLst>
                                        <p:tav tm="0">
                                          <p:val>
                                            <p:fltVal val="0"/>
                                          </p:val>
                                        </p:tav>
                                        <p:tav tm="100000">
                                          <p:val>
                                            <p:strVal val="#ppt_h"/>
                                          </p:val>
                                        </p:tav>
                                      </p:tavLst>
                                    </p:anim>
                                    <p:anim calcmode="lin" valueType="num">
                                      <p:cBhvr>
                                        <p:cTn id="21" dur="500" fill="hold"/>
                                        <p:tgtEl>
                                          <p:spTgt spid="35"/>
                                        </p:tgtEl>
                                        <p:attrNameLst>
                                          <p:attrName>style.rotation</p:attrName>
                                        </p:attrNameLst>
                                      </p:cBhvr>
                                      <p:tavLst>
                                        <p:tav tm="0">
                                          <p:val>
                                            <p:fltVal val="360"/>
                                          </p:val>
                                        </p:tav>
                                        <p:tav tm="100000">
                                          <p:val>
                                            <p:fltVal val="0"/>
                                          </p:val>
                                        </p:tav>
                                      </p:tavLst>
                                    </p:anim>
                                    <p:animEffect transition="in" filter="fade">
                                      <p:cBhvr>
                                        <p:cTn id="22" dur="500"/>
                                        <p:tgtEl>
                                          <p:spTgt spid="3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anim calcmode="lin" valueType="num">
                                      <p:cBhvr>
                                        <p:cTn id="25" dur="500" fill="hold"/>
                                        <p:tgtEl>
                                          <p:spTgt spid="36"/>
                                        </p:tgtEl>
                                        <p:attrNameLst>
                                          <p:attrName>ppt_w</p:attrName>
                                        </p:attrNameLst>
                                      </p:cBhvr>
                                      <p:tavLst>
                                        <p:tav tm="0">
                                          <p:val>
                                            <p:fltVal val="0"/>
                                          </p:val>
                                        </p:tav>
                                        <p:tav tm="100000">
                                          <p:val>
                                            <p:strVal val="#ppt_w"/>
                                          </p:val>
                                        </p:tav>
                                      </p:tavLst>
                                    </p:anim>
                                    <p:anim calcmode="lin" valueType="num">
                                      <p:cBhvr>
                                        <p:cTn id="26" dur="500" fill="hold"/>
                                        <p:tgtEl>
                                          <p:spTgt spid="36"/>
                                        </p:tgtEl>
                                        <p:attrNameLst>
                                          <p:attrName>ppt_h</p:attrName>
                                        </p:attrNameLst>
                                      </p:cBhvr>
                                      <p:tavLst>
                                        <p:tav tm="0">
                                          <p:val>
                                            <p:fltVal val="0"/>
                                          </p:val>
                                        </p:tav>
                                        <p:tav tm="100000">
                                          <p:val>
                                            <p:strVal val="#ppt_h"/>
                                          </p:val>
                                        </p:tav>
                                      </p:tavLst>
                                    </p:anim>
                                    <p:anim calcmode="lin" valueType="num">
                                      <p:cBhvr>
                                        <p:cTn id="27" dur="500" fill="hold"/>
                                        <p:tgtEl>
                                          <p:spTgt spid="36"/>
                                        </p:tgtEl>
                                        <p:attrNameLst>
                                          <p:attrName>style.rotation</p:attrName>
                                        </p:attrNameLst>
                                      </p:cBhvr>
                                      <p:tavLst>
                                        <p:tav tm="0">
                                          <p:val>
                                            <p:fltVal val="360"/>
                                          </p:val>
                                        </p:tav>
                                        <p:tav tm="100000">
                                          <p:val>
                                            <p:fltVal val="0"/>
                                          </p:val>
                                        </p:tav>
                                      </p:tavLst>
                                    </p:anim>
                                    <p:animEffect transition="in" filter="fade">
                                      <p:cBhvr>
                                        <p:cTn id="28" dur="500"/>
                                        <p:tgtEl>
                                          <p:spTgt spid="36"/>
                                        </p:tgtEl>
                                      </p:cBhvr>
                                    </p:animEffect>
                                  </p:childTnLst>
                                </p:cTn>
                              </p:par>
                            </p:childTnLst>
                          </p:cTn>
                        </p:par>
                        <p:par>
                          <p:cTn id="29" fill="hold">
                            <p:stCondLst>
                              <p:cond delay="1750"/>
                            </p:stCondLst>
                            <p:childTnLst>
                              <p:par>
                                <p:cTn id="30" presetID="2" presetClass="entr" presetSubtype="8" fill="hold" grpId="0" nodeType="afterEffect">
                                  <p:stCondLst>
                                    <p:cond delay="0"/>
                                  </p:stCondLst>
                                  <p:childTnLst>
                                    <p:set>
                                      <p:cBhvr>
                                        <p:cTn id="31" dur="1" fill="hold">
                                          <p:stCondLst>
                                            <p:cond delay="0"/>
                                          </p:stCondLst>
                                        </p:cTn>
                                        <p:tgtEl>
                                          <p:spTgt spid="50"/>
                                        </p:tgtEl>
                                        <p:attrNameLst>
                                          <p:attrName>style.visibility</p:attrName>
                                        </p:attrNameLst>
                                      </p:cBhvr>
                                      <p:to>
                                        <p:strVal val="visible"/>
                                      </p:to>
                                    </p:set>
                                    <p:anim calcmode="lin" valueType="num">
                                      <p:cBhvr additive="base">
                                        <p:cTn id="32" dur="500" fill="hold"/>
                                        <p:tgtEl>
                                          <p:spTgt spid="50"/>
                                        </p:tgtEl>
                                        <p:attrNameLst>
                                          <p:attrName>ppt_x</p:attrName>
                                        </p:attrNameLst>
                                      </p:cBhvr>
                                      <p:tavLst>
                                        <p:tav tm="0">
                                          <p:val>
                                            <p:strVal val="0-#ppt_w/2"/>
                                          </p:val>
                                        </p:tav>
                                        <p:tav tm="100000">
                                          <p:val>
                                            <p:strVal val="#ppt_x"/>
                                          </p:val>
                                        </p:tav>
                                      </p:tavLst>
                                    </p:anim>
                                    <p:anim calcmode="lin" valueType="num">
                                      <p:cBhvr additive="base">
                                        <p:cTn id="33" dur="500" fill="hold"/>
                                        <p:tgtEl>
                                          <p:spTgt spid="50"/>
                                        </p:tgtEl>
                                        <p:attrNameLst>
                                          <p:attrName>ppt_y</p:attrName>
                                        </p:attrNameLst>
                                      </p:cBhvr>
                                      <p:tavLst>
                                        <p:tav tm="0">
                                          <p:val>
                                            <p:strVal val="#ppt_y"/>
                                          </p:val>
                                        </p:tav>
                                        <p:tav tm="100000">
                                          <p:val>
                                            <p:strVal val="#ppt_y"/>
                                          </p:val>
                                        </p:tav>
                                      </p:tavLst>
                                    </p:anim>
                                  </p:childTnLst>
                                </p:cTn>
                              </p:par>
                              <p:par>
                                <p:cTn id="34" presetID="2" presetClass="entr" presetSubtype="8" fill="hold" grpId="0" nodeType="withEffect">
                                  <p:stCondLst>
                                    <p:cond delay="0"/>
                                  </p:stCondLst>
                                  <p:childTnLst>
                                    <p:set>
                                      <p:cBhvr>
                                        <p:cTn id="35" dur="1" fill="hold">
                                          <p:stCondLst>
                                            <p:cond delay="0"/>
                                          </p:stCondLst>
                                        </p:cTn>
                                        <p:tgtEl>
                                          <p:spTgt spid="51"/>
                                        </p:tgtEl>
                                        <p:attrNameLst>
                                          <p:attrName>style.visibility</p:attrName>
                                        </p:attrNameLst>
                                      </p:cBhvr>
                                      <p:to>
                                        <p:strVal val="visible"/>
                                      </p:to>
                                    </p:set>
                                    <p:anim calcmode="lin" valueType="num">
                                      <p:cBhvr additive="base">
                                        <p:cTn id="36" dur="500" fill="hold"/>
                                        <p:tgtEl>
                                          <p:spTgt spid="51"/>
                                        </p:tgtEl>
                                        <p:attrNameLst>
                                          <p:attrName>ppt_x</p:attrName>
                                        </p:attrNameLst>
                                      </p:cBhvr>
                                      <p:tavLst>
                                        <p:tav tm="0">
                                          <p:val>
                                            <p:strVal val="0-#ppt_w/2"/>
                                          </p:val>
                                        </p:tav>
                                        <p:tav tm="100000">
                                          <p:val>
                                            <p:strVal val="#ppt_x"/>
                                          </p:val>
                                        </p:tav>
                                      </p:tavLst>
                                    </p:anim>
                                    <p:anim calcmode="lin" valueType="num">
                                      <p:cBhvr additive="base">
                                        <p:cTn id="37" dur="500" fill="hold"/>
                                        <p:tgtEl>
                                          <p:spTgt spid="51"/>
                                        </p:tgtEl>
                                        <p:attrNameLst>
                                          <p:attrName>ppt_y</p:attrName>
                                        </p:attrNameLst>
                                      </p:cBhvr>
                                      <p:tavLst>
                                        <p:tav tm="0">
                                          <p:val>
                                            <p:strVal val="#ppt_y"/>
                                          </p:val>
                                        </p:tav>
                                        <p:tav tm="100000">
                                          <p:val>
                                            <p:strVal val="#ppt_y"/>
                                          </p:val>
                                        </p:tav>
                                      </p:tavLst>
                                    </p:anim>
                                  </p:childTnLst>
                                </p:cTn>
                              </p:par>
                            </p:childTnLst>
                          </p:cTn>
                        </p:par>
                        <p:par>
                          <p:cTn id="38" fill="hold">
                            <p:stCondLst>
                              <p:cond delay="2250"/>
                            </p:stCondLst>
                            <p:childTnLst>
                              <p:par>
                                <p:cTn id="39" presetID="22" presetClass="entr" presetSubtype="4" fill="hold" grpId="0" nodeType="after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wipe(down)">
                                      <p:cBhvr>
                                        <p:cTn id="41" dur="500"/>
                                        <p:tgtEl>
                                          <p:spTgt spid="16"/>
                                        </p:tgtEl>
                                      </p:cBhvr>
                                    </p:animEffect>
                                  </p:childTnLst>
                                </p:cTn>
                              </p:par>
                            </p:childTnLst>
                          </p:cTn>
                        </p:par>
                        <p:par>
                          <p:cTn id="42" fill="hold">
                            <p:stCondLst>
                              <p:cond delay="2750"/>
                            </p:stCondLst>
                            <p:childTnLst>
                              <p:par>
                                <p:cTn id="43" presetID="49" presetClass="entr" presetSubtype="0" decel="100000" fill="hold" grpId="0" nodeType="afterEffect">
                                  <p:stCondLst>
                                    <p:cond delay="0"/>
                                  </p:stCondLst>
                                  <p:childTnLst>
                                    <p:set>
                                      <p:cBhvr>
                                        <p:cTn id="44" dur="1" fill="hold">
                                          <p:stCondLst>
                                            <p:cond delay="0"/>
                                          </p:stCondLst>
                                        </p:cTn>
                                        <p:tgtEl>
                                          <p:spTgt spid="37"/>
                                        </p:tgtEl>
                                        <p:attrNameLst>
                                          <p:attrName>style.visibility</p:attrName>
                                        </p:attrNameLst>
                                      </p:cBhvr>
                                      <p:to>
                                        <p:strVal val="visible"/>
                                      </p:to>
                                    </p:set>
                                    <p:anim calcmode="lin" valueType="num">
                                      <p:cBhvr>
                                        <p:cTn id="45" dur="500" fill="hold"/>
                                        <p:tgtEl>
                                          <p:spTgt spid="37"/>
                                        </p:tgtEl>
                                        <p:attrNameLst>
                                          <p:attrName>ppt_w</p:attrName>
                                        </p:attrNameLst>
                                      </p:cBhvr>
                                      <p:tavLst>
                                        <p:tav tm="0">
                                          <p:val>
                                            <p:fltVal val="0"/>
                                          </p:val>
                                        </p:tav>
                                        <p:tav tm="100000">
                                          <p:val>
                                            <p:strVal val="#ppt_w"/>
                                          </p:val>
                                        </p:tav>
                                      </p:tavLst>
                                    </p:anim>
                                    <p:anim calcmode="lin" valueType="num">
                                      <p:cBhvr>
                                        <p:cTn id="46" dur="500" fill="hold"/>
                                        <p:tgtEl>
                                          <p:spTgt spid="37"/>
                                        </p:tgtEl>
                                        <p:attrNameLst>
                                          <p:attrName>ppt_h</p:attrName>
                                        </p:attrNameLst>
                                      </p:cBhvr>
                                      <p:tavLst>
                                        <p:tav tm="0">
                                          <p:val>
                                            <p:fltVal val="0"/>
                                          </p:val>
                                        </p:tav>
                                        <p:tav tm="100000">
                                          <p:val>
                                            <p:strVal val="#ppt_h"/>
                                          </p:val>
                                        </p:tav>
                                      </p:tavLst>
                                    </p:anim>
                                    <p:anim calcmode="lin" valueType="num">
                                      <p:cBhvr>
                                        <p:cTn id="47" dur="500" fill="hold"/>
                                        <p:tgtEl>
                                          <p:spTgt spid="37"/>
                                        </p:tgtEl>
                                        <p:attrNameLst>
                                          <p:attrName>style.rotation</p:attrName>
                                        </p:attrNameLst>
                                      </p:cBhvr>
                                      <p:tavLst>
                                        <p:tav tm="0">
                                          <p:val>
                                            <p:fltVal val="360"/>
                                          </p:val>
                                        </p:tav>
                                        <p:tav tm="100000">
                                          <p:val>
                                            <p:fltVal val="0"/>
                                          </p:val>
                                        </p:tav>
                                      </p:tavLst>
                                    </p:anim>
                                    <p:animEffect transition="in" filter="fade">
                                      <p:cBhvr>
                                        <p:cTn id="48" dur="500"/>
                                        <p:tgtEl>
                                          <p:spTgt spid="37"/>
                                        </p:tgtEl>
                                      </p:cBhvr>
                                    </p:animEffect>
                                  </p:childTnLst>
                                </p:cTn>
                              </p:par>
                              <p:par>
                                <p:cTn id="49" presetID="49" presetClass="entr" presetSubtype="0" decel="10000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 calcmode="lin" valueType="num">
                                      <p:cBhvr>
                                        <p:cTn id="51" dur="500" fill="hold"/>
                                        <p:tgtEl>
                                          <p:spTgt spid="38"/>
                                        </p:tgtEl>
                                        <p:attrNameLst>
                                          <p:attrName>ppt_w</p:attrName>
                                        </p:attrNameLst>
                                      </p:cBhvr>
                                      <p:tavLst>
                                        <p:tav tm="0">
                                          <p:val>
                                            <p:fltVal val="0"/>
                                          </p:val>
                                        </p:tav>
                                        <p:tav tm="100000">
                                          <p:val>
                                            <p:strVal val="#ppt_w"/>
                                          </p:val>
                                        </p:tav>
                                      </p:tavLst>
                                    </p:anim>
                                    <p:anim calcmode="lin" valueType="num">
                                      <p:cBhvr>
                                        <p:cTn id="52" dur="500" fill="hold"/>
                                        <p:tgtEl>
                                          <p:spTgt spid="38"/>
                                        </p:tgtEl>
                                        <p:attrNameLst>
                                          <p:attrName>ppt_h</p:attrName>
                                        </p:attrNameLst>
                                      </p:cBhvr>
                                      <p:tavLst>
                                        <p:tav tm="0">
                                          <p:val>
                                            <p:fltVal val="0"/>
                                          </p:val>
                                        </p:tav>
                                        <p:tav tm="100000">
                                          <p:val>
                                            <p:strVal val="#ppt_h"/>
                                          </p:val>
                                        </p:tav>
                                      </p:tavLst>
                                    </p:anim>
                                    <p:anim calcmode="lin" valueType="num">
                                      <p:cBhvr>
                                        <p:cTn id="53" dur="500" fill="hold"/>
                                        <p:tgtEl>
                                          <p:spTgt spid="38"/>
                                        </p:tgtEl>
                                        <p:attrNameLst>
                                          <p:attrName>style.rotation</p:attrName>
                                        </p:attrNameLst>
                                      </p:cBhvr>
                                      <p:tavLst>
                                        <p:tav tm="0">
                                          <p:val>
                                            <p:fltVal val="360"/>
                                          </p:val>
                                        </p:tav>
                                        <p:tav tm="100000">
                                          <p:val>
                                            <p:fltVal val="0"/>
                                          </p:val>
                                        </p:tav>
                                      </p:tavLst>
                                    </p:anim>
                                    <p:animEffect transition="in" filter="fade">
                                      <p:cBhvr>
                                        <p:cTn id="54" dur="500"/>
                                        <p:tgtEl>
                                          <p:spTgt spid="38"/>
                                        </p:tgtEl>
                                      </p:cBhvr>
                                    </p:animEffect>
                                  </p:childTnLst>
                                </p:cTn>
                              </p:par>
                            </p:childTnLst>
                          </p:cTn>
                        </p:par>
                        <p:par>
                          <p:cTn id="55" fill="hold">
                            <p:stCondLst>
                              <p:cond delay="3250"/>
                            </p:stCondLst>
                            <p:childTnLst>
                              <p:par>
                                <p:cTn id="56" presetID="2" presetClass="entr" presetSubtype="8" fill="hold" grpId="0" nodeType="afterEffect">
                                  <p:stCondLst>
                                    <p:cond delay="0"/>
                                  </p:stCondLst>
                                  <p:childTnLst>
                                    <p:set>
                                      <p:cBhvr>
                                        <p:cTn id="57" dur="1" fill="hold">
                                          <p:stCondLst>
                                            <p:cond delay="0"/>
                                          </p:stCondLst>
                                        </p:cTn>
                                        <p:tgtEl>
                                          <p:spTgt spid="48"/>
                                        </p:tgtEl>
                                        <p:attrNameLst>
                                          <p:attrName>style.visibility</p:attrName>
                                        </p:attrNameLst>
                                      </p:cBhvr>
                                      <p:to>
                                        <p:strVal val="visible"/>
                                      </p:to>
                                    </p:set>
                                    <p:anim calcmode="lin" valueType="num">
                                      <p:cBhvr additive="base">
                                        <p:cTn id="58" dur="500" fill="hold"/>
                                        <p:tgtEl>
                                          <p:spTgt spid="48"/>
                                        </p:tgtEl>
                                        <p:attrNameLst>
                                          <p:attrName>ppt_x</p:attrName>
                                        </p:attrNameLst>
                                      </p:cBhvr>
                                      <p:tavLst>
                                        <p:tav tm="0">
                                          <p:val>
                                            <p:strVal val="0-#ppt_w/2"/>
                                          </p:val>
                                        </p:tav>
                                        <p:tav tm="100000">
                                          <p:val>
                                            <p:strVal val="#ppt_x"/>
                                          </p:val>
                                        </p:tav>
                                      </p:tavLst>
                                    </p:anim>
                                    <p:anim calcmode="lin" valueType="num">
                                      <p:cBhvr additive="base">
                                        <p:cTn id="59" dur="500" fill="hold"/>
                                        <p:tgtEl>
                                          <p:spTgt spid="48"/>
                                        </p:tgtEl>
                                        <p:attrNameLst>
                                          <p:attrName>ppt_y</p:attrName>
                                        </p:attrNameLst>
                                      </p:cBhvr>
                                      <p:tavLst>
                                        <p:tav tm="0">
                                          <p:val>
                                            <p:strVal val="#ppt_y"/>
                                          </p:val>
                                        </p:tav>
                                        <p:tav tm="100000">
                                          <p:val>
                                            <p:strVal val="#ppt_y"/>
                                          </p:val>
                                        </p:tav>
                                      </p:tavLst>
                                    </p:anim>
                                  </p:childTnLst>
                                </p:cTn>
                              </p:par>
                              <p:par>
                                <p:cTn id="60" presetID="2" presetClass="entr" presetSubtype="8" fill="hold" grpId="0" nodeType="withEffect">
                                  <p:stCondLst>
                                    <p:cond delay="0"/>
                                  </p:stCondLst>
                                  <p:childTnLst>
                                    <p:set>
                                      <p:cBhvr>
                                        <p:cTn id="61" dur="1" fill="hold">
                                          <p:stCondLst>
                                            <p:cond delay="0"/>
                                          </p:stCondLst>
                                        </p:cTn>
                                        <p:tgtEl>
                                          <p:spTgt spid="49"/>
                                        </p:tgtEl>
                                        <p:attrNameLst>
                                          <p:attrName>style.visibility</p:attrName>
                                        </p:attrNameLst>
                                      </p:cBhvr>
                                      <p:to>
                                        <p:strVal val="visible"/>
                                      </p:to>
                                    </p:set>
                                    <p:anim calcmode="lin" valueType="num">
                                      <p:cBhvr additive="base">
                                        <p:cTn id="62" dur="500" fill="hold"/>
                                        <p:tgtEl>
                                          <p:spTgt spid="49"/>
                                        </p:tgtEl>
                                        <p:attrNameLst>
                                          <p:attrName>ppt_x</p:attrName>
                                        </p:attrNameLst>
                                      </p:cBhvr>
                                      <p:tavLst>
                                        <p:tav tm="0">
                                          <p:val>
                                            <p:strVal val="0-#ppt_w/2"/>
                                          </p:val>
                                        </p:tav>
                                        <p:tav tm="100000">
                                          <p:val>
                                            <p:strVal val="#ppt_x"/>
                                          </p:val>
                                        </p:tav>
                                      </p:tavLst>
                                    </p:anim>
                                    <p:anim calcmode="lin" valueType="num">
                                      <p:cBhvr additive="base">
                                        <p:cTn id="63" dur="500" fill="hold"/>
                                        <p:tgtEl>
                                          <p:spTgt spid="49"/>
                                        </p:tgtEl>
                                        <p:attrNameLst>
                                          <p:attrName>ppt_y</p:attrName>
                                        </p:attrNameLst>
                                      </p:cBhvr>
                                      <p:tavLst>
                                        <p:tav tm="0">
                                          <p:val>
                                            <p:strVal val="#ppt_y"/>
                                          </p:val>
                                        </p:tav>
                                        <p:tav tm="100000">
                                          <p:val>
                                            <p:strVal val="#ppt_y"/>
                                          </p:val>
                                        </p:tav>
                                      </p:tavLst>
                                    </p:anim>
                                  </p:childTnLst>
                                </p:cTn>
                              </p:par>
                            </p:childTnLst>
                          </p:cTn>
                        </p:par>
                        <p:par>
                          <p:cTn id="64" fill="hold">
                            <p:stCondLst>
                              <p:cond delay="3750"/>
                            </p:stCondLst>
                            <p:childTnLst>
                              <p:par>
                                <p:cTn id="65" presetID="22" presetClass="entr" presetSubtype="4"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down)">
                                      <p:cBhvr>
                                        <p:cTn id="67" dur="500"/>
                                        <p:tgtEl>
                                          <p:spTgt spid="30"/>
                                        </p:tgtEl>
                                      </p:cBhvr>
                                    </p:animEffect>
                                  </p:childTnLst>
                                </p:cTn>
                              </p:par>
                            </p:childTnLst>
                          </p:cTn>
                        </p:par>
                        <p:par>
                          <p:cTn id="68" fill="hold">
                            <p:stCondLst>
                              <p:cond delay="4250"/>
                            </p:stCondLst>
                            <p:childTnLst>
                              <p:par>
                                <p:cTn id="69" presetID="49" presetClass="entr" presetSubtype="0" decel="100000"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 calcmode="lin" valueType="num">
                                      <p:cBhvr>
                                        <p:cTn id="71" dur="500" fill="hold"/>
                                        <p:tgtEl>
                                          <p:spTgt spid="32"/>
                                        </p:tgtEl>
                                        <p:attrNameLst>
                                          <p:attrName>ppt_w</p:attrName>
                                        </p:attrNameLst>
                                      </p:cBhvr>
                                      <p:tavLst>
                                        <p:tav tm="0">
                                          <p:val>
                                            <p:fltVal val="0"/>
                                          </p:val>
                                        </p:tav>
                                        <p:tav tm="100000">
                                          <p:val>
                                            <p:strVal val="#ppt_w"/>
                                          </p:val>
                                        </p:tav>
                                      </p:tavLst>
                                    </p:anim>
                                    <p:anim calcmode="lin" valueType="num">
                                      <p:cBhvr>
                                        <p:cTn id="72" dur="500" fill="hold"/>
                                        <p:tgtEl>
                                          <p:spTgt spid="32"/>
                                        </p:tgtEl>
                                        <p:attrNameLst>
                                          <p:attrName>ppt_h</p:attrName>
                                        </p:attrNameLst>
                                      </p:cBhvr>
                                      <p:tavLst>
                                        <p:tav tm="0">
                                          <p:val>
                                            <p:fltVal val="0"/>
                                          </p:val>
                                        </p:tav>
                                        <p:tav tm="100000">
                                          <p:val>
                                            <p:strVal val="#ppt_h"/>
                                          </p:val>
                                        </p:tav>
                                      </p:tavLst>
                                    </p:anim>
                                    <p:anim calcmode="lin" valueType="num">
                                      <p:cBhvr>
                                        <p:cTn id="73" dur="500" fill="hold"/>
                                        <p:tgtEl>
                                          <p:spTgt spid="32"/>
                                        </p:tgtEl>
                                        <p:attrNameLst>
                                          <p:attrName>style.rotation</p:attrName>
                                        </p:attrNameLst>
                                      </p:cBhvr>
                                      <p:tavLst>
                                        <p:tav tm="0">
                                          <p:val>
                                            <p:fltVal val="360"/>
                                          </p:val>
                                        </p:tav>
                                        <p:tav tm="100000">
                                          <p:val>
                                            <p:fltVal val="0"/>
                                          </p:val>
                                        </p:tav>
                                      </p:tavLst>
                                    </p:anim>
                                    <p:animEffect transition="in" filter="fade">
                                      <p:cBhvr>
                                        <p:cTn id="74" dur="500"/>
                                        <p:tgtEl>
                                          <p:spTgt spid="32"/>
                                        </p:tgtEl>
                                      </p:cBhvr>
                                    </p:animEffect>
                                  </p:childTnLst>
                                </p:cTn>
                              </p:par>
                              <p:par>
                                <p:cTn id="75" presetID="49" presetClass="entr" presetSubtype="0" decel="100000" fill="hold" grpId="0" nodeType="withEffect">
                                  <p:stCondLst>
                                    <p:cond delay="0"/>
                                  </p:stCondLst>
                                  <p:childTnLst>
                                    <p:set>
                                      <p:cBhvr>
                                        <p:cTn id="76" dur="1" fill="hold">
                                          <p:stCondLst>
                                            <p:cond delay="0"/>
                                          </p:stCondLst>
                                        </p:cTn>
                                        <p:tgtEl>
                                          <p:spTgt spid="33"/>
                                        </p:tgtEl>
                                        <p:attrNameLst>
                                          <p:attrName>style.visibility</p:attrName>
                                        </p:attrNameLst>
                                      </p:cBhvr>
                                      <p:to>
                                        <p:strVal val="visible"/>
                                      </p:to>
                                    </p:set>
                                    <p:anim calcmode="lin" valueType="num">
                                      <p:cBhvr>
                                        <p:cTn id="77" dur="500" fill="hold"/>
                                        <p:tgtEl>
                                          <p:spTgt spid="33"/>
                                        </p:tgtEl>
                                        <p:attrNameLst>
                                          <p:attrName>ppt_w</p:attrName>
                                        </p:attrNameLst>
                                      </p:cBhvr>
                                      <p:tavLst>
                                        <p:tav tm="0">
                                          <p:val>
                                            <p:fltVal val="0"/>
                                          </p:val>
                                        </p:tav>
                                        <p:tav tm="100000">
                                          <p:val>
                                            <p:strVal val="#ppt_w"/>
                                          </p:val>
                                        </p:tav>
                                      </p:tavLst>
                                    </p:anim>
                                    <p:anim calcmode="lin" valueType="num">
                                      <p:cBhvr>
                                        <p:cTn id="78" dur="500" fill="hold"/>
                                        <p:tgtEl>
                                          <p:spTgt spid="33"/>
                                        </p:tgtEl>
                                        <p:attrNameLst>
                                          <p:attrName>ppt_h</p:attrName>
                                        </p:attrNameLst>
                                      </p:cBhvr>
                                      <p:tavLst>
                                        <p:tav tm="0">
                                          <p:val>
                                            <p:fltVal val="0"/>
                                          </p:val>
                                        </p:tav>
                                        <p:tav tm="100000">
                                          <p:val>
                                            <p:strVal val="#ppt_h"/>
                                          </p:val>
                                        </p:tav>
                                      </p:tavLst>
                                    </p:anim>
                                    <p:anim calcmode="lin" valueType="num">
                                      <p:cBhvr>
                                        <p:cTn id="79" dur="500" fill="hold"/>
                                        <p:tgtEl>
                                          <p:spTgt spid="33"/>
                                        </p:tgtEl>
                                        <p:attrNameLst>
                                          <p:attrName>style.rotation</p:attrName>
                                        </p:attrNameLst>
                                      </p:cBhvr>
                                      <p:tavLst>
                                        <p:tav tm="0">
                                          <p:val>
                                            <p:fltVal val="360"/>
                                          </p:val>
                                        </p:tav>
                                        <p:tav tm="100000">
                                          <p:val>
                                            <p:fltVal val="0"/>
                                          </p:val>
                                        </p:tav>
                                      </p:tavLst>
                                    </p:anim>
                                    <p:animEffect transition="in" filter="fade">
                                      <p:cBhvr>
                                        <p:cTn id="80" dur="500"/>
                                        <p:tgtEl>
                                          <p:spTgt spid="33"/>
                                        </p:tgtEl>
                                      </p:cBhvr>
                                    </p:animEffect>
                                  </p:childTnLst>
                                </p:cTn>
                              </p:par>
                              <p:par>
                                <p:cTn id="81" presetID="49" presetClass="entr" presetSubtype="0" decel="100000" fill="hold" grpId="0" nodeType="withEffect">
                                  <p:stCondLst>
                                    <p:cond delay="0"/>
                                  </p:stCondLst>
                                  <p:childTnLst>
                                    <p:set>
                                      <p:cBhvr>
                                        <p:cTn id="82" dur="1" fill="hold">
                                          <p:stCondLst>
                                            <p:cond delay="0"/>
                                          </p:stCondLst>
                                        </p:cTn>
                                        <p:tgtEl>
                                          <p:spTgt spid="34"/>
                                        </p:tgtEl>
                                        <p:attrNameLst>
                                          <p:attrName>style.visibility</p:attrName>
                                        </p:attrNameLst>
                                      </p:cBhvr>
                                      <p:to>
                                        <p:strVal val="visible"/>
                                      </p:to>
                                    </p:set>
                                    <p:anim calcmode="lin" valueType="num">
                                      <p:cBhvr>
                                        <p:cTn id="83" dur="500" fill="hold"/>
                                        <p:tgtEl>
                                          <p:spTgt spid="34"/>
                                        </p:tgtEl>
                                        <p:attrNameLst>
                                          <p:attrName>ppt_w</p:attrName>
                                        </p:attrNameLst>
                                      </p:cBhvr>
                                      <p:tavLst>
                                        <p:tav tm="0">
                                          <p:val>
                                            <p:fltVal val="0"/>
                                          </p:val>
                                        </p:tav>
                                        <p:tav tm="100000">
                                          <p:val>
                                            <p:strVal val="#ppt_w"/>
                                          </p:val>
                                        </p:tav>
                                      </p:tavLst>
                                    </p:anim>
                                    <p:anim calcmode="lin" valueType="num">
                                      <p:cBhvr>
                                        <p:cTn id="84" dur="500" fill="hold"/>
                                        <p:tgtEl>
                                          <p:spTgt spid="34"/>
                                        </p:tgtEl>
                                        <p:attrNameLst>
                                          <p:attrName>ppt_h</p:attrName>
                                        </p:attrNameLst>
                                      </p:cBhvr>
                                      <p:tavLst>
                                        <p:tav tm="0">
                                          <p:val>
                                            <p:fltVal val="0"/>
                                          </p:val>
                                        </p:tav>
                                        <p:tav tm="100000">
                                          <p:val>
                                            <p:strVal val="#ppt_h"/>
                                          </p:val>
                                        </p:tav>
                                      </p:tavLst>
                                    </p:anim>
                                    <p:anim calcmode="lin" valueType="num">
                                      <p:cBhvr>
                                        <p:cTn id="85" dur="500" fill="hold"/>
                                        <p:tgtEl>
                                          <p:spTgt spid="34"/>
                                        </p:tgtEl>
                                        <p:attrNameLst>
                                          <p:attrName>style.rotation</p:attrName>
                                        </p:attrNameLst>
                                      </p:cBhvr>
                                      <p:tavLst>
                                        <p:tav tm="0">
                                          <p:val>
                                            <p:fltVal val="360"/>
                                          </p:val>
                                        </p:tav>
                                        <p:tav tm="100000">
                                          <p:val>
                                            <p:fltVal val="0"/>
                                          </p:val>
                                        </p:tav>
                                      </p:tavLst>
                                    </p:anim>
                                    <p:animEffect transition="in" filter="fade">
                                      <p:cBhvr>
                                        <p:cTn id="86" dur="500"/>
                                        <p:tgtEl>
                                          <p:spTgt spid="34"/>
                                        </p:tgtEl>
                                      </p:cBhvr>
                                    </p:animEffect>
                                  </p:childTnLst>
                                </p:cTn>
                              </p:par>
                            </p:childTnLst>
                          </p:cTn>
                        </p:par>
                        <p:par>
                          <p:cTn id="87" fill="hold">
                            <p:stCondLst>
                              <p:cond delay="4750"/>
                            </p:stCondLst>
                            <p:childTnLst>
                              <p:par>
                                <p:cTn id="88" presetID="22" presetClass="entr" presetSubtype="8" fill="hold" grpId="0" nodeType="afterEffect">
                                  <p:stCondLst>
                                    <p:cond delay="0"/>
                                  </p:stCondLst>
                                  <p:childTnLst>
                                    <p:set>
                                      <p:cBhvr>
                                        <p:cTn id="89" dur="1" fill="hold">
                                          <p:stCondLst>
                                            <p:cond delay="0"/>
                                          </p:stCondLst>
                                        </p:cTn>
                                        <p:tgtEl>
                                          <p:spTgt spid="29"/>
                                        </p:tgtEl>
                                        <p:attrNameLst>
                                          <p:attrName>style.visibility</p:attrName>
                                        </p:attrNameLst>
                                      </p:cBhvr>
                                      <p:to>
                                        <p:strVal val="visible"/>
                                      </p:to>
                                    </p:set>
                                    <p:animEffect transition="in" filter="wipe(left)">
                                      <p:cBhvr>
                                        <p:cTn id="90" dur="500"/>
                                        <p:tgtEl>
                                          <p:spTgt spid="29"/>
                                        </p:tgtEl>
                                      </p:cBhvr>
                                    </p:animEffect>
                                  </p:childTnLst>
                                </p:cTn>
                              </p:par>
                            </p:childTnLst>
                          </p:cTn>
                        </p:par>
                        <p:par>
                          <p:cTn id="91" fill="hold">
                            <p:stCondLst>
                              <p:cond delay="5250"/>
                            </p:stCondLst>
                            <p:childTnLst>
                              <p:par>
                                <p:cTn id="92" presetID="49" presetClass="entr" presetSubtype="0" decel="100000" fill="hold" grpId="0" nodeType="afterEffect">
                                  <p:stCondLst>
                                    <p:cond delay="0"/>
                                  </p:stCondLst>
                                  <p:childTnLst>
                                    <p:set>
                                      <p:cBhvr>
                                        <p:cTn id="93" dur="1" fill="hold">
                                          <p:stCondLst>
                                            <p:cond delay="0"/>
                                          </p:stCondLst>
                                        </p:cTn>
                                        <p:tgtEl>
                                          <p:spTgt spid="39"/>
                                        </p:tgtEl>
                                        <p:attrNameLst>
                                          <p:attrName>style.visibility</p:attrName>
                                        </p:attrNameLst>
                                      </p:cBhvr>
                                      <p:to>
                                        <p:strVal val="visible"/>
                                      </p:to>
                                    </p:set>
                                    <p:anim calcmode="lin" valueType="num">
                                      <p:cBhvr>
                                        <p:cTn id="94" dur="500" fill="hold"/>
                                        <p:tgtEl>
                                          <p:spTgt spid="39"/>
                                        </p:tgtEl>
                                        <p:attrNameLst>
                                          <p:attrName>ppt_w</p:attrName>
                                        </p:attrNameLst>
                                      </p:cBhvr>
                                      <p:tavLst>
                                        <p:tav tm="0">
                                          <p:val>
                                            <p:fltVal val="0"/>
                                          </p:val>
                                        </p:tav>
                                        <p:tav tm="100000">
                                          <p:val>
                                            <p:strVal val="#ppt_w"/>
                                          </p:val>
                                        </p:tav>
                                      </p:tavLst>
                                    </p:anim>
                                    <p:anim calcmode="lin" valueType="num">
                                      <p:cBhvr>
                                        <p:cTn id="95" dur="500" fill="hold"/>
                                        <p:tgtEl>
                                          <p:spTgt spid="39"/>
                                        </p:tgtEl>
                                        <p:attrNameLst>
                                          <p:attrName>ppt_h</p:attrName>
                                        </p:attrNameLst>
                                      </p:cBhvr>
                                      <p:tavLst>
                                        <p:tav tm="0">
                                          <p:val>
                                            <p:fltVal val="0"/>
                                          </p:val>
                                        </p:tav>
                                        <p:tav tm="100000">
                                          <p:val>
                                            <p:strVal val="#ppt_h"/>
                                          </p:val>
                                        </p:tav>
                                      </p:tavLst>
                                    </p:anim>
                                    <p:anim calcmode="lin" valueType="num">
                                      <p:cBhvr>
                                        <p:cTn id="96" dur="500" fill="hold"/>
                                        <p:tgtEl>
                                          <p:spTgt spid="39"/>
                                        </p:tgtEl>
                                        <p:attrNameLst>
                                          <p:attrName>style.rotation</p:attrName>
                                        </p:attrNameLst>
                                      </p:cBhvr>
                                      <p:tavLst>
                                        <p:tav tm="0">
                                          <p:val>
                                            <p:fltVal val="360"/>
                                          </p:val>
                                        </p:tav>
                                        <p:tav tm="100000">
                                          <p:val>
                                            <p:fltVal val="0"/>
                                          </p:val>
                                        </p:tav>
                                      </p:tavLst>
                                    </p:anim>
                                    <p:animEffect transition="in" filter="fade">
                                      <p:cBhvr>
                                        <p:cTn id="97" dur="500"/>
                                        <p:tgtEl>
                                          <p:spTgt spid="39"/>
                                        </p:tgtEl>
                                      </p:cBhvr>
                                    </p:animEffect>
                                  </p:childTnLst>
                                </p:cTn>
                              </p:par>
                              <p:par>
                                <p:cTn id="98" presetID="49" presetClass="entr" presetSubtype="0" decel="100000" fill="hold" grpId="0" nodeType="withEffect">
                                  <p:stCondLst>
                                    <p:cond delay="0"/>
                                  </p:stCondLst>
                                  <p:childTnLst>
                                    <p:set>
                                      <p:cBhvr>
                                        <p:cTn id="99" dur="1" fill="hold">
                                          <p:stCondLst>
                                            <p:cond delay="0"/>
                                          </p:stCondLst>
                                        </p:cTn>
                                        <p:tgtEl>
                                          <p:spTgt spid="40"/>
                                        </p:tgtEl>
                                        <p:attrNameLst>
                                          <p:attrName>style.visibility</p:attrName>
                                        </p:attrNameLst>
                                      </p:cBhvr>
                                      <p:to>
                                        <p:strVal val="visible"/>
                                      </p:to>
                                    </p:set>
                                    <p:anim calcmode="lin" valueType="num">
                                      <p:cBhvr>
                                        <p:cTn id="100" dur="500" fill="hold"/>
                                        <p:tgtEl>
                                          <p:spTgt spid="40"/>
                                        </p:tgtEl>
                                        <p:attrNameLst>
                                          <p:attrName>ppt_w</p:attrName>
                                        </p:attrNameLst>
                                      </p:cBhvr>
                                      <p:tavLst>
                                        <p:tav tm="0">
                                          <p:val>
                                            <p:fltVal val="0"/>
                                          </p:val>
                                        </p:tav>
                                        <p:tav tm="100000">
                                          <p:val>
                                            <p:strVal val="#ppt_w"/>
                                          </p:val>
                                        </p:tav>
                                      </p:tavLst>
                                    </p:anim>
                                    <p:anim calcmode="lin" valueType="num">
                                      <p:cBhvr>
                                        <p:cTn id="101" dur="500" fill="hold"/>
                                        <p:tgtEl>
                                          <p:spTgt spid="40"/>
                                        </p:tgtEl>
                                        <p:attrNameLst>
                                          <p:attrName>ppt_h</p:attrName>
                                        </p:attrNameLst>
                                      </p:cBhvr>
                                      <p:tavLst>
                                        <p:tav tm="0">
                                          <p:val>
                                            <p:fltVal val="0"/>
                                          </p:val>
                                        </p:tav>
                                        <p:tav tm="100000">
                                          <p:val>
                                            <p:strVal val="#ppt_h"/>
                                          </p:val>
                                        </p:tav>
                                      </p:tavLst>
                                    </p:anim>
                                    <p:anim calcmode="lin" valueType="num">
                                      <p:cBhvr>
                                        <p:cTn id="102" dur="500" fill="hold"/>
                                        <p:tgtEl>
                                          <p:spTgt spid="40"/>
                                        </p:tgtEl>
                                        <p:attrNameLst>
                                          <p:attrName>style.rotation</p:attrName>
                                        </p:attrNameLst>
                                      </p:cBhvr>
                                      <p:tavLst>
                                        <p:tav tm="0">
                                          <p:val>
                                            <p:fltVal val="360"/>
                                          </p:val>
                                        </p:tav>
                                        <p:tav tm="100000">
                                          <p:val>
                                            <p:fltVal val="0"/>
                                          </p:val>
                                        </p:tav>
                                      </p:tavLst>
                                    </p:anim>
                                    <p:animEffect transition="in" filter="fade">
                                      <p:cBhvr>
                                        <p:cTn id="103" dur="500"/>
                                        <p:tgtEl>
                                          <p:spTgt spid="40"/>
                                        </p:tgtEl>
                                      </p:cBhvr>
                                    </p:animEffect>
                                  </p:childTnLst>
                                </p:cTn>
                              </p:par>
                            </p:childTnLst>
                          </p:cTn>
                        </p:par>
                        <p:par>
                          <p:cTn id="104" fill="hold">
                            <p:stCondLst>
                              <p:cond delay="5750"/>
                            </p:stCondLst>
                            <p:childTnLst>
                              <p:par>
                                <p:cTn id="105" presetID="2" presetClass="entr" presetSubtype="2" fill="hold" grpId="0" nodeType="afterEffect">
                                  <p:stCondLst>
                                    <p:cond delay="0"/>
                                  </p:stCondLst>
                                  <p:childTnLst>
                                    <p:set>
                                      <p:cBhvr>
                                        <p:cTn id="106" dur="1" fill="hold">
                                          <p:stCondLst>
                                            <p:cond delay="0"/>
                                          </p:stCondLst>
                                        </p:cTn>
                                        <p:tgtEl>
                                          <p:spTgt spid="44"/>
                                        </p:tgtEl>
                                        <p:attrNameLst>
                                          <p:attrName>style.visibility</p:attrName>
                                        </p:attrNameLst>
                                      </p:cBhvr>
                                      <p:to>
                                        <p:strVal val="visible"/>
                                      </p:to>
                                    </p:set>
                                    <p:anim calcmode="lin" valueType="num">
                                      <p:cBhvr additive="base">
                                        <p:cTn id="107" dur="500" fill="hold"/>
                                        <p:tgtEl>
                                          <p:spTgt spid="44"/>
                                        </p:tgtEl>
                                        <p:attrNameLst>
                                          <p:attrName>ppt_x</p:attrName>
                                        </p:attrNameLst>
                                      </p:cBhvr>
                                      <p:tavLst>
                                        <p:tav tm="0">
                                          <p:val>
                                            <p:strVal val="1+#ppt_w/2"/>
                                          </p:val>
                                        </p:tav>
                                        <p:tav tm="100000">
                                          <p:val>
                                            <p:strVal val="#ppt_x"/>
                                          </p:val>
                                        </p:tav>
                                      </p:tavLst>
                                    </p:anim>
                                    <p:anim calcmode="lin" valueType="num">
                                      <p:cBhvr additive="base">
                                        <p:cTn id="108" dur="500" fill="hold"/>
                                        <p:tgtEl>
                                          <p:spTgt spid="44"/>
                                        </p:tgtEl>
                                        <p:attrNameLst>
                                          <p:attrName>ppt_y</p:attrName>
                                        </p:attrNameLst>
                                      </p:cBhvr>
                                      <p:tavLst>
                                        <p:tav tm="0">
                                          <p:val>
                                            <p:strVal val="#ppt_y"/>
                                          </p:val>
                                        </p:tav>
                                        <p:tav tm="100000">
                                          <p:val>
                                            <p:strVal val="#ppt_y"/>
                                          </p:val>
                                        </p:tav>
                                      </p:tavLst>
                                    </p:anim>
                                  </p:childTnLst>
                                </p:cTn>
                              </p:par>
                              <p:par>
                                <p:cTn id="109" presetID="2" presetClass="entr" presetSubtype="2" fill="hold" grpId="0" nodeType="withEffect">
                                  <p:stCondLst>
                                    <p:cond delay="0"/>
                                  </p:stCondLst>
                                  <p:childTnLst>
                                    <p:set>
                                      <p:cBhvr>
                                        <p:cTn id="110" dur="1" fill="hold">
                                          <p:stCondLst>
                                            <p:cond delay="0"/>
                                          </p:stCondLst>
                                        </p:cTn>
                                        <p:tgtEl>
                                          <p:spTgt spid="45"/>
                                        </p:tgtEl>
                                        <p:attrNameLst>
                                          <p:attrName>style.visibility</p:attrName>
                                        </p:attrNameLst>
                                      </p:cBhvr>
                                      <p:to>
                                        <p:strVal val="visible"/>
                                      </p:to>
                                    </p:set>
                                    <p:anim calcmode="lin" valueType="num">
                                      <p:cBhvr additive="base">
                                        <p:cTn id="111" dur="500" fill="hold"/>
                                        <p:tgtEl>
                                          <p:spTgt spid="45"/>
                                        </p:tgtEl>
                                        <p:attrNameLst>
                                          <p:attrName>ppt_x</p:attrName>
                                        </p:attrNameLst>
                                      </p:cBhvr>
                                      <p:tavLst>
                                        <p:tav tm="0">
                                          <p:val>
                                            <p:strVal val="1+#ppt_w/2"/>
                                          </p:val>
                                        </p:tav>
                                        <p:tav tm="100000">
                                          <p:val>
                                            <p:strVal val="#ppt_x"/>
                                          </p:val>
                                        </p:tav>
                                      </p:tavLst>
                                    </p:anim>
                                    <p:anim calcmode="lin" valueType="num">
                                      <p:cBhvr additive="base">
                                        <p:cTn id="112" dur="500" fill="hold"/>
                                        <p:tgtEl>
                                          <p:spTgt spid="45"/>
                                        </p:tgtEl>
                                        <p:attrNameLst>
                                          <p:attrName>ppt_y</p:attrName>
                                        </p:attrNameLst>
                                      </p:cBhvr>
                                      <p:tavLst>
                                        <p:tav tm="0">
                                          <p:val>
                                            <p:strVal val="#ppt_y"/>
                                          </p:val>
                                        </p:tav>
                                        <p:tav tm="100000">
                                          <p:val>
                                            <p:strVal val="#ppt_y"/>
                                          </p:val>
                                        </p:tav>
                                      </p:tavLst>
                                    </p:anim>
                                  </p:childTnLst>
                                </p:cTn>
                              </p:par>
                            </p:childTnLst>
                          </p:cTn>
                        </p:par>
                        <p:par>
                          <p:cTn id="113" fill="hold">
                            <p:stCondLst>
                              <p:cond delay="6250"/>
                            </p:stCondLst>
                            <p:childTnLst>
                              <p:par>
                                <p:cTn id="114" presetID="22" presetClass="entr" presetSubtype="1" fill="hold" grpId="0" nodeType="afterEffect">
                                  <p:stCondLst>
                                    <p:cond delay="0"/>
                                  </p:stCondLst>
                                  <p:childTnLst>
                                    <p:set>
                                      <p:cBhvr>
                                        <p:cTn id="115" dur="1" fill="hold">
                                          <p:stCondLst>
                                            <p:cond delay="0"/>
                                          </p:stCondLst>
                                        </p:cTn>
                                        <p:tgtEl>
                                          <p:spTgt spid="25"/>
                                        </p:tgtEl>
                                        <p:attrNameLst>
                                          <p:attrName>style.visibility</p:attrName>
                                        </p:attrNameLst>
                                      </p:cBhvr>
                                      <p:to>
                                        <p:strVal val="visible"/>
                                      </p:to>
                                    </p:set>
                                    <p:animEffect transition="in" filter="wipe(up)">
                                      <p:cBhvr>
                                        <p:cTn id="116" dur="500"/>
                                        <p:tgtEl>
                                          <p:spTgt spid="25"/>
                                        </p:tgtEl>
                                      </p:cBhvr>
                                    </p:animEffect>
                                  </p:childTnLst>
                                </p:cTn>
                              </p:par>
                            </p:childTnLst>
                          </p:cTn>
                        </p:par>
                        <p:par>
                          <p:cTn id="117" fill="hold">
                            <p:stCondLst>
                              <p:cond delay="6750"/>
                            </p:stCondLst>
                            <p:childTnLst>
                              <p:par>
                                <p:cTn id="118" presetID="49" presetClass="entr" presetSubtype="0" decel="100000" fill="hold" grpId="0" nodeType="afterEffect">
                                  <p:stCondLst>
                                    <p:cond delay="0"/>
                                  </p:stCondLst>
                                  <p:childTnLst>
                                    <p:set>
                                      <p:cBhvr>
                                        <p:cTn id="119" dur="1" fill="hold">
                                          <p:stCondLst>
                                            <p:cond delay="0"/>
                                          </p:stCondLst>
                                        </p:cTn>
                                        <p:tgtEl>
                                          <p:spTgt spid="41"/>
                                        </p:tgtEl>
                                        <p:attrNameLst>
                                          <p:attrName>style.visibility</p:attrName>
                                        </p:attrNameLst>
                                      </p:cBhvr>
                                      <p:to>
                                        <p:strVal val="visible"/>
                                      </p:to>
                                    </p:set>
                                    <p:anim calcmode="lin" valueType="num">
                                      <p:cBhvr>
                                        <p:cTn id="120" dur="500" fill="hold"/>
                                        <p:tgtEl>
                                          <p:spTgt spid="41"/>
                                        </p:tgtEl>
                                        <p:attrNameLst>
                                          <p:attrName>ppt_w</p:attrName>
                                        </p:attrNameLst>
                                      </p:cBhvr>
                                      <p:tavLst>
                                        <p:tav tm="0">
                                          <p:val>
                                            <p:fltVal val="0"/>
                                          </p:val>
                                        </p:tav>
                                        <p:tav tm="100000">
                                          <p:val>
                                            <p:strVal val="#ppt_w"/>
                                          </p:val>
                                        </p:tav>
                                      </p:tavLst>
                                    </p:anim>
                                    <p:anim calcmode="lin" valueType="num">
                                      <p:cBhvr>
                                        <p:cTn id="121" dur="500" fill="hold"/>
                                        <p:tgtEl>
                                          <p:spTgt spid="41"/>
                                        </p:tgtEl>
                                        <p:attrNameLst>
                                          <p:attrName>ppt_h</p:attrName>
                                        </p:attrNameLst>
                                      </p:cBhvr>
                                      <p:tavLst>
                                        <p:tav tm="0">
                                          <p:val>
                                            <p:fltVal val="0"/>
                                          </p:val>
                                        </p:tav>
                                        <p:tav tm="100000">
                                          <p:val>
                                            <p:strVal val="#ppt_h"/>
                                          </p:val>
                                        </p:tav>
                                      </p:tavLst>
                                    </p:anim>
                                    <p:anim calcmode="lin" valueType="num">
                                      <p:cBhvr>
                                        <p:cTn id="122" dur="500" fill="hold"/>
                                        <p:tgtEl>
                                          <p:spTgt spid="41"/>
                                        </p:tgtEl>
                                        <p:attrNameLst>
                                          <p:attrName>style.rotation</p:attrName>
                                        </p:attrNameLst>
                                      </p:cBhvr>
                                      <p:tavLst>
                                        <p:tav tm="0">
                                          <p:val>
                                            <p:fltVal val="360"/>
                                          </p:val>
                                        </p:tav>
                                        <p:tav tm="100000">
                                          <p:val>
                                            <p:fltVal val="0"/>
                                          </p:val>
                                        </p:tav>
                                      </p:tavLst>
                                    </p:anim>
                                    <p:animEffect transition="in" filter="fade">
                                      <p:cBhvr>
                                        <p:cTn id="123" dur="500"/>
                                        <p:tgtEl>
                                          <p:spTgt spid="41"/>
                                        </p:tgtEl>
                                      </p:cBhvr>
                                    </p:animEffect>
                                  </p:childTnLst>
                                </p:cTn>
                              </p:par>
                              <p:par>
                                <p:cTn id="124" presetID="49" presetClass="entr" presetSubtype="0" decel="100000" fill="hold" grpId="0" nodeType="withEffect">
                                  <p:stCondLst>
                                    <p:cond delay="0"/>
                                  </p:stCondLst>
                                  <p:childTnLst>
                                    <p:set>
                                      <p:cBhvr>
                                        <p:cTn id="125" dur="1" fill="hold">
                                          <p:stCondLst>
                                            <p:cond delay="0"/>
                                          </p:stCondLst>
                                        </p:cTn>
                                        <p:tgtEl>
                                          <p:spTgt spid="42"/>
                                        </p:tgtEl>
                                        <p:attrNameLst>
                                          <p:attrName>style.visibility</p:attrName>
                                        </p:attrNameLst>
                                      </p:cBhvr>
                                      <p:to>
                                        <p:strVal val="visible"/>
                                      </p:to>
                                    </p:set>
                                    <p:anim calcmode="lin" valueType="num">
                                      <p:cBhvr>
                                        <p:cTn id="126" dur="500" fill="hold"/>
                                        <p:tgtEl>
                                          <p:spTgt spid="42"/>
                                        </p:tgtEl>
                                        <p:attrNameLst>
                                          <p:attrName>ppt_w</p:attrName>
                                        </p:attrNameLst>
                                      </p:cBhvr>
                                      <p:tavLst>
                                        <p:tav tm="0">
                                          <p:val>
                                            <p:fltVal val="0"/>
                                          </p:val>
                                        </p:tav>
                                        <p:tav tm="100000">
                                          <p:val>
                                            <p:strVal val="#ppt_w"/>
                                          </p:val>
                                        </p:tav>
                                      </p:tavLst>
                                    </p:anim>
                                    <p:anim calcmode="lin" valueType="num">
                                      <p:cBhvr>
                                        <p:cTn id="127" dur="500" fill="hold"/>
                                        <p:tgtEl>
                                          <p:spTgt spid="42"/>
                                        </p:tgtEl>
                                        <p:attrNameLst>
                                          <p:attrName>ppt_h</p:attrName>
                                        </p:attrNameLst>
                                      </p:cBhvr>
                                      <p:tavLst>
                                        <p:tav tm="0">
                                          <p:val>
                                            <p:fltVal val="0"/>
                                          </p:val>
                                        </p:tav>
                                        <p:tav tm="100000">
                                          <p:val>
                                            <p:strVal val="#ppt_h"/>
                                          </p:val>
                                        </p:tav>
                                      </p:tavLst>
                                    </p:anim>
                                    <p:anim calcmode="lin" valueType="num">
                                      <p:cBhvr>
                                        <p:cTn id="128" dur="500" fill="hold"/>
                                        <p:tgtEl>
                                          <p:spTgt spid="42"/>
                                        </p:tgtEl>
                                        <p:attrNameLst>
                                          <p:attrName>style.rotation</p:attrName>
                                        </p:attrNameLst>
                                      </p:cBhvr>
                                      <p:tavLst>
                                        <p:tav tm="0">
                                          <p:val>
                                            <p:fltVal val="360"/>
                                          </p:val>
                                        </p:tav>
                                        <p:tav tm="100000">
                                          <p:val>
                                            <p:fltVal val="0"/>
                                          </p:val>
                                        </p:tav>
                                      </p:tavLst>
                                    </p:anim>
                                    <p:animEffect transition="in" filter="fade">
                                      <p:cBhvr>
                                        <p:cTn id="129" dur="500"/>
                                        <p:tgtEl>
                                          <p:spTgt spid="42"/>
                                        </p:tgtEl>
                                      </p:cBhvr>
                                    </p:animEffect>
                                  </p:childTnLst>
                                </p:cTn>
                              </p:par>
                            </p:childTnLst>
                          </p:cTn>
                        </p:par>
                        <p:par>
                          <p:cTn id="130" fill="hold">
                            <p:stCondLst>
                              <p:cond delay="7250"/>
                            </p:stCondLst>
                            <p:childTnLst>
                              <p:par>
                                <p:cTn id="131" presetID="2" presetClass="entr" presetSubtype="2"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 calcmode="lin" valueType="num">
                                      <p:cBhvr additive="base">
                                        <p:cTn id="133" dur="500" fill="hold"/>
                                        <p:tgtEl>
                                          <p:spTgt spid="46"/>
                                        </p:tgtEl>
                                        <p:attrNameLst>
                                          <p:attrName>ppt_x</p:attrName>
                                        </p:attrNameLst>
                                      </p:cBhvr>
                                      <p:tavLst>
                                        <p:tav tm="0">
                                          <p:val>
                                            <p:strVal val="1+#ppt_w/2"/>
                                          </p:val>
                                        </p:tav>
                                        <p:tav tm="100000">
                                          <p:val>
                                            <p:strVal val="#ppt_x"/>
                                          </p:val>
                                        </p:tav>
                                      </p:tavLst>
                                    </p:anim>
                                    <p:anim calcmode="lin" valueType="num">
                                      <p:cBhvr additive="base">
                                        <p:cTn id="134" dur="500" fill="hold"/>
                                        <p:tgtEl>
                                          <p:spTgt spid="46"/>
                                        </p:tgtEl>
                                        <p:attrNameLst>
                                          <p:attrName>ppt_y</p:attrName>
                                        </p:attrNameLst>
                                      </p:cBhvr>
                                      <p:tavLst>
                                        <p:tav tm="0">
                                          <p:val>
                                            <p:strVal val="#ppt_y"/>
                                          </p:val>
                                        </p:tav>
                                        <p:tav tm="100000">
                                          <p:val>
                                            <p:strVal val="#ppt_y"/>
                                          </p:val>
                                        </p:tav>
                                      </p:tavLst>
                                    </p:anim>
                                  </p:childTnLst>
                                </p:cTn>
                              </p:par>
                              <p:par>
                                <p:cTn id="135" presetID="2" presetClass="entr" presetSubtype="2" fill="hold" grpId="0" nodeType="withEffect">
                                  <p:stCondLst>
                                    <p:cond delay="0"/>
                                  </p:stCondLst>
                                  <p:childTnLst>
                                    <p:set>
                                      <p:cBhvr>
                                        <p:cTn id="136" dur="1" fill="hold">
                                          <p:stCondLst>
                                            <p:cond delay="0"/>
                                          </p:stCondLst>
                                        </p:cTn>
                                        <p:tgtEl>
                                          <p:spTgt spid="47"/>
                                        </p:tgtEl>
                                        <p:attrNameLst>
                                          <p:attrName>style.visibility</p:attrName>
                                        </p:attrNameLst>
                                      </p:cBhvr>
                                      <p:to>
                                        <p:strVal val="visible"/>
                                      </p:to>
                                    </p:set>
                                    <p:anim calcmode="lin" valueType="num">
                                      <p:cBhvr additive="base">
                                        <p:cTn id="137" dur="500" fill="hold"/>
                                        <p:tgtEl>
                                          <p:spTgt spid="47"/>
                                        </p:tgtEl>
                                        <p:attrNameLst>
                                          <p:attrName>ppt_x</p:attrName>
                                        </p:attrNameLst>
                                      </p:cBhvr>
                                      <p:tavLst>
                                        <p:tav tm="0">
                                          <p:val>
                                            <p:strVal val="1+#ppt_w/2"/>
                                          </p:val>
                                        </p:tav>
                                        <p:tav tm="100000">
                                          <p:val>
                                            <p:strVal val="#ppt_x"/>
                                          </p:val>
                                        </p:tav>
                                      </p:tavLst>
                                    </p:anim>
                                    <p:anim calcmode="lin" valueType="num">
                                      <p:cBhvr additive="base">
                                        <p:cTn id="138" dur="500" fill="hold"/>
                                        <p:tgtEl>
                                          <p:spTgt spid="4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6" grpId="0" animBg="1"/>
      <p:bldP spid="25" grpId="0" animBg="1"/>
      <p:bldP spid="29" grpId="0" animBg="1"/>
      <p:bldP spid="30"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p:bldP spid="45" grpId="0"/>
      <p:bldP spid="46" grpId="0"/>
      <p:bldP spid="47" grpId="0"/>
      <p:bldP spid="48" grpId="0"/>
      <p:bldP spid="49" grpId="0"/>
      <p:bldP spid="50" grpId="0"/>
      <p:bldP spid="5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矩形 26"/>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29" name="矩形 28"/>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31" name="组合 30"/>
          <p:cNvGrpSpPr/>
          <p:nvPr/>
        </p:nvGrpSpPr>
        <p:grpSpPr>
          <a:xfrm rot="10800000">
            <a:off x="0" y="304408"/>
            <a:ext cx="1010103" cy="857396"/>
            <a:chOff x="-39567" y="0"/>
            <a:chExt cx="1677745" cy="1424104"/>
          </a:xfrm>
        </p:grpSpPr>
        <p:sp>
          <p:nvSpPr>
            <p:cNvPr id="33"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5"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grpSp>
        <p:nvGrpSpPr>
          <p:cNvPr id="23" name="组合 22">
            <a:extLst>
              <a:ext uri="{FF2B5EF4-FFF2-40B4-BE49-F238E27FC236}">
                <a16:creationId xmlns:a16="http://schemas.microsoft.com/office/drawing/2014/main" id="{93ECEEAC-8A3B-4604-A6DE-BA5A888EA16D}"/>
              </a:ext>
            </a:extLst>
          </p:cNvPr>
          <p:cNvGrpSpPr/>
          <p:nvPr/>
        </p:nvGrpSpPr>
        <p:grpSpPr>
          <a:xfrm>
            <a:off x="899078" y="1724026"/>
            <a:ext cx="5132387" cy="1704974"/>
            <a:chOff x="874713" y="1943101"/>
            <a:chExt cx="5132387" cy="1704974"/>
          </a:xfrm>
        </p:grpSpPr>
        <p:grpSp>
          <p:nvGrpSpPr>
            <p:cNvPr id="24" name="组合 23">
              <a:extLst>
                <a:ext uri="{FF2B5EF4-FFF2-40B4-BE49-F238E27FC236}">
                  <a16:creationId xmlns:a16="http://schemas.microsoft.com/office/drawing/2014/main" id="{3BE10A2A-7E8A-47AB-95F4-65F728A0F106}"/>
                </a:ext>
              </a:extLst>
            </p:cNvPr>
            <p:cNvGrpSpPr/>
            <p:nvPr/>
          </p:nvGrpSpPr>
          <p:grpSpPr>
            <a:xfrm>
              <a:off x="874713" y="1943101"/>
              <a:ext cx="5132387" cy="1704974"/>
              <a:chOff x="874713" y="1752601"/>
              <a:chExt cx="5132387" cy="1704974"/>
            </a:xfrm>
          </p:grpSpPr>
          <p:sp>
            <p:nvSpPr>
              <p:cNvPr id="38" name="矩形 37">
                <a:extLst>
                  <a:ext uri="{FF2B5EF4-FFF2-40B4-BE49-F238E27FC236}">
                    <a16:creationId xmlns:a16="http://schemas.microsoft.com/office/drawing/2014/main" id="{3B95B724-9FED-4BE4-870E-924934E6B6DF}"/>
                  </a:ext>
                </a:extLst>
              </p:cNvPr>
              <p:cNvSpPr/>
              <p:nvPr/>
            </p:nvSpPr>
            <p:spPr>
              <a:xfrm>
                <a:off x="874713" y="1752601"/>
                <a:ext cx="5132387" cy="1704974"/>
              </a:xfrm>
              <a:prstGeom prst="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cs typeface="+mn-ea"/>
                  <a:sym typeface="+mn-lt"/>
                </a:endParaRPr>
              </a:p>
            </p:txBody>
          </p:sp>
          <p:sp>
            <p:nvSpPr>
              <p:cNvPr id="39" name="椭圆 8">
                <a:extLst>
                  <a:ext uri="{FF2B5EF4-FFF2-40B4-BE49-F238E27FC236}">
                    <a16:creationId xmlns:a16="http://schemas.microsoft.com/office/drawing/2014/main" id="{ACEC19AC-0810-4D98-9E04-7E39DACB60C9}"/>
                  </a:ext>
                </a:extLst>
              </p:cNvPr>
              <p:cNvSpPr/>
              <p:nvPr/>
            </p:nvSpPr>
            <p:spPr>
              <a:xfrm>
                <a:off x="5200650" y="1991396"/>
                <a:ext cx="586015" cy="514075"/>
              </a:xfrm>
              <a:custGeom>
                <a:avLst/>
                <a:gdLst>
                  <a:gd name="connsiteX0" fmla="*/ 352921 w 607646"/>
                  <a:gd name="connsiteY0" fmla="*/ 457945 h 533051"/>
                  <a:gd name="connsiteX1" fmla="*/ 342979 w 607646"/>
                  <a:gd name="connsiteY1" fmla="*/ 462170 h 533051"/>
                  <a:gd name="connsiteX2" fmla="*/ 338854 w 607646"/>
                  <a:gd name="connsiteY2" fmla="*/ 472100 h 533051"/>
                  <a:gd name="connsiteX3" fmla="*/ 342979 w 607646"/>
                  <a:gd name="connsiteY3" fmla="*/ 482029 h 533051"/>
                  <a:gd name="connsiteX4" fmla="*/ 352921 w 607646"/>
                  <a:gd name="connsiteY4" fmla="*/ 486149 h 533051"/>
                  <a:gd name="connsiteX5" fmla="*/ 362863 w 607646"/>
                  <a:gd name="connsiteY5" fmla="*/ 482029 h 533051"/>
                  <a:gd name="connsiteX6" fmla="*/ 366987 w 607646"/>
                  <a:gd name="connsiteY6" fmla="*/ 472100 h 533051"/>
                  <a:gd name="connsiteX7" fmla="*/ 362863 w 607646"/>
                  <a:gd name="connsiteY7" fmla="*/ 462170 h 533051"/>
                  <a:gd name="connsiteX8" fmla="*/ 352921 w 607646"/>
                  <a:gd name="connsiteY8" fmla="*/ 457945 h 533051"/>
                  <a:gd name="connsiteX9" fmla="*/ 438485 w 607646"/>
                  <a:gd name="connsiteY9" fmla="*/ 375972 h 533051"/>
                  <a:gd name="connsiteX10" fmla="*/ 431081 w 607646"/>
                  <a:gd name="connsiteY10" fmla="*/ 379141 h 533051"/>
                  <a:gd name="connsiteX11" fmla="*/ 372699 w 607646"/>
                  <a:gd name="connsiteY11" fmla="*/ 437346 h 533051"/>
                  <a:gd name="connsiteX12" fmla="*/ 369632 w 607646"/>
                  <a:gd name="connsiteY12" fmla="*/ 444846 h 533051"/>
                  <a:gd name="connsiteX13" fmla="*/ 372699 w 607646"/>
                  <a:gd name="connsiteY13" fmla="*/ 452346 h 533051"/>
                  <a:gd name="connsiteX14" fmla="*/ 380208 w 607646"/>
                  <a:gd name="connsiteY14" fmla="*/ 455409 h 533051"/>
                  <a:gd name="connsiteX15" fmla="*/ 387612 w 607646"/>
                  <a:gd name="connsiteY15" fmla="*/ 452346 h 533051"/>
                  <a:gd name="connsiteX16" fmla="*/ 445994 w 607646"/>
                  <a:gd name="connsiteY16" fmla="*/ 394035 h 533051"/>
                  <a:gd name="connsiteX17" fmla="*/ 449062 w 607646"/>
                  <a:gd name="connsiteY17" fmla="*/ 386535 h 533051"/>
                  <a:gd name="connsiteX18" fmla="*/ 445994 w 607646"/>
                  <a:gd name="connsiteY18" fmla="*/ 379141 h 533051"/>
                  <a:gd name="connsiteX19" fmla="*/ 438485 w 607646"/>
                  <a:gd name="connsiteY19" fmla="*/ 375972 h 533051"/>
                  <a:gd name="connsiteX20" fmla="*/ 534943 w 607646"/>
                  <a:gd name="connsiteY20" fmla="*/ 217624 h 533051"/>
                  <a:gd name="connsiteX21" fmla="*/ 553981 w 607646"/>
                  <a:gd name="connsiteY21" fmla="*/ 225547 h 533051"/>
                  <a:gd name="connsiteX22" fmla="*/ 554404 w 607646"/>
                  <a:gd name="connsiteY22" fmla="*/ 225969 h 533051"/>
                  <a:gd name="connsiteX23" fmla="*/ 556520 w 607646"/>
                  <a:gd name="connsiteY23" fmla="*/ 230934 h 533051"/>
                  <a:gd name="connsiteX24" fmla="*/ 554510 w 607646"/>
                  <a:gd name="connsiteY24" fmla="*/ 235899 h 533051"/>
                  <a:gd name="connsiteX25" fmla="*/ 524050 w 607646"/>
                  <a:gd name="connsiteY25" fmla="*/ 266322 h 533051"/>
                  <a:gd name="connsiteX26" fmla="*/ 516752 w 607646"/>
                  <a:gd name="connsiteY26" fmla="*/ 283752 h 533051"/>
                  <a:gd name="connsiteX27" fmla="*/ 524050 w 607646"/>
                  <a:gd name="connsiteY27" fmla="*/ 301182 h 533051"/>
                  <a:gd name="connsiteX28" fmla="*/ 541501 w 607646"/>
                  <a:gd name="connsiteY28" fmla="*/ 308365 h 533051"/>
                  <a:gd name="connsiteX29" fmla="*/ 558952 w 607646"/>
                  <a:gd name="connsiteY29" fmla="*/ 301182 h 533051"/>
                  <a:gd name="connsiteX30" fmla="*/ 589413 w 607646"/>
                  <a:gd name="connsiteY30" fmla="*/ 270759 h 533051"/>
                  <a:gd name="connsiteX31" fmla="*/ 594384 w 607646"/>
                  <a:gd name="connsiteY31" fmla="*/ 268752 h 533051"/>
                  <a:gd name="connsiteX32" fmla="*/ 599355 w 607646"/>
                  <a:gd name="connsiteY32" fmla="*/ 270759 h 533051"/>
                  <a:gd name="connsiteX33" fmla="*/ 599778 w 607646"/>
                  <a:gd name="connsiteY33" fmla="*/ 271181 h 533051"/>
                  <a:gd name="connsiteX34" fmla="*/ 606758 w 607646"/>
                  <a:gd name="connsiteY34" fmla="*/ 297168 h 533051"/>
                  <a:gd name="connsiteX35" fmla="*/ 590047 w 607646"/>
                  <a:gd name="connsiteY35" fmla="*/ 359704 h 533051"/>
                  <a:gd name="connsiteX36" fmla="*/ 571010 w 607646"/>
                  <a:gd name="connsiteY36" fmla="*/ 378612 h 533051"/>
                  <a:gd name="connsiteX37" fmla="*/ 570798 w 607646"/>
                  <a:gd name="connsiteY37" fmla="*/ 378718 h 533051"/>
                  <a:gd name="connsiteX38" fmla="*/ 501627 w 607646"/>
                  <a:gd name="connsiteY38" fmla="*/ 395303 h 533051"/>
                  <a:gd name="connsiteX39" fmla="*/ 377987 w 607646"/>
                  <a:gd name="connsiteY39" fmla="*/ 518790 h 533051"/>
                  <a:gd name="connsiteX40" fmla="*/ 343507 w 607646"/>
                  <a:gd name="connsiteY40" fmla="*/ 533051 h 533051"/>
                  <a:gd name="connsiteX41" fmla="*/ 309028 w 607646"/>
                  <a:gd name="connsiteY41" fmla="*/ 518790 h 533051"/>
                  <a:gd name="connsiteX42" fmla="*/ 306066 w 607646"/>
                  <a:gd name="connsiteY42" fmla="*/ 515833 h 533051"/>
                  <a:gd name="connsiteX43" fmla="*/ 291788 w 607646"/>
                  <a:gd name="connsiteY43" fmla="*/ 481501 h 533051"/>
                  <a:gd name="connsiteX44" fmla="*/ 306066 w 607646"/>
                  <a:gd name="connsiteY44" fmla="*/ 447064 h 533051"/>
                  <a:gd name="connsiteX45" fmla="*/ 429707 w 607646"/>
                  <a:gd name="connsiteY45" fmla="*/ 323576 h 533051"/>
                  <a:gd name="connsiteX46" fmla="*/ 446418 w 607646"/>
                  <a:gd name="connsiteY46" fmla="*/ 254491 h 533051"/>
                  <a:gd name="connsiteX47" fmla="*/ 446418 w 607646"/>
                  <a:gd name="connsiteY47" fmla="*/ 254280 h 533051"/>
                  <a:gd name="connsiteX48" fmla="*/ 465455 w 607646"/>
                  <a:gd name="connsiteY48" fmla="*/ 235265 h 533051"/>
                  <a:gd name="connsiteX49" fmla="*/ 527963 w 607646"/>
                  <a:gd name="connsiteY49" fmla="*/ 218575 h 533051"/>
                  <a:gd name="connsiteX50" fmla="*/ 534943 w 607646"/>
                  <a:gd name="connsiteY50" fmla="*/ 217624 h 533051"/>
                  <a:gd name="connsiteX51" fmla="*/ 253873 w 607646"/>
                  <a:gd name="connsiteY51" fmla="*/ 140927 h 533051"/>
                  <a:gd name="connsiteX52" fmla="*/ 141005 w 607646"/>
                  <a:gd name="connsiteY52" fmla="*/ 253542 h 533051"/>
                  <a:gd name="connsiteX53" fmla="*/ 253873 w 607646"/>
                  <a:gd name="connsiteY53" fmla="*/ 366262 h 533051"/>
                  <a:gd name="connsiteX54" fmla="*/ 366741 w 607646"/>
                  <a:gd name="connsiteY54" fmla="*/ 253542 h 533051"/>
                  <a:gd name="connsiteX55" fmla="*/ 253873 w 607646"/>
                  <a:gd name="connsiteY55" fmla="*/ 140927 h 533051"/>
                  <a:gd name="connsiteX56" fmla="*/ 232929 w 607646"/>
                  <a:gd name="connsiteY56" fmla="*/ 0 h 533051"/>
                  <a:gd name="connsiteX57" fmla="*/ 274818 w 607646"/>
                  <a:gd name="connsiteY57" fmla="*/ 0 h 533051"/>
                  <a:gd name="connsiteX58" fmla="*/ 316918 w 607646"/>
                  <a:gd name="connsiteY58" fmla="*/ 42045 h 533051"/>
                  <a:gd name="connsiteX59" fmla="*/ 316918 w 607646"/>
                  <a:gd name="connsiteY59" fmla="*/ 55885 h 533051"/>
                  <a:gd name="connsiteX60" fmla="*/ 349287 w 607646"/>
                  <a:gd name="connsiteY60" fmla="*/ 69301 h 533051"/>
                  <a:gd name="connsiteX61" fmla="*/ 359125 w 607646"/>
                  <a:gd name="connsiteY61" fmla="*/ 59476 h 533051"/>
                  <a:gd name="connsiteX62" fmla="*/ 388849 w 607646"/>
                  <a:gd name="connsiteY62" fmla="*/ 47222 h 533051"/>
                  <a:gd name="connsiteX63" fmla="*/ 418574 w 607646"/>
                  <a:gd name="connsiteY63" fmla="*/ 59476 h 533051"/>
                  <a:gd name="connsiteX64" fmla="*/ 448192 w 607646"/>
                  <a:gd name="connsiteY64" fmla="*/ 89162 h 533051"/>
                  <a:gd name="connsiteX65" fmla="*/ 448192 w 607646"/>
                  <a:gd name="connsiteY65" fmla="*/ 148533 h 533051"/>
                  <a:gd name="connsiteX66" fmla="*/ 438460 w 607646"/>
                  <a:gd name="connsiteY66" fmla="*/ 158252 h 533051"/>
                  <a:gd name="connsiteX67" fmla="*/ 451789 w 607646"/>
                  <a:gd name="connsiteY67" fmla="*/ 190684 h 533051"/>
                  <a:gd name="connsiteX68" fmla="*/ 465752 w 607646"/>
                  <a:gd name="connsiteY68" fmla="*/ 190684 h 533051"/>
                  <a:gd name="connsiteX69" fmla="*/ 497909 w 607646"/>
                  <a:gd name="connsiteY69" fmla="*/ 205685 h 533051"/>
                  <a:gd name="connsiteX70" fmla="*/ 450837 w 607646"/>
                  <a:gd name="connsiteY70" fmla="*/ 218257 h 533051"/>
                  <a:gd name="connsiteX71" fmla="*/ 419420 w 607646"/>
                  <a:gd name="connsiteY71" fmla="*/ 249739 h 533051"/>
                  <a:gd name="connsiteX72" fmla="*/ 419208 w 607646"/>
                  <a:gd name="connsiteY72" fmla="*/ 250372 h 533051"/>
                  <a:gd name="connsiteX73" fmla="*/ 403764 w 607646"/>
                  <a:gd name="connsiteY73" fmla="*/ 314603 h 533051"/>
                  <a:gd name="connsiteX74" fmla="*/ 283598 w 607646"/>
                  <a:gd name="connsiteY74" fmla="*/ 434613 h 533051"/>
                  <a:gd name="connsiteX75" fmla="*/ 264134 w 607646"/>
                  <a:gd name="connsiteY75" fmla="*/ 481518 h 533051"/>
                  <a:gd name="connsiteX76" fmla="*/ 269317 w 607646"/>
                  <a:gd name="connsiteY76" fmla="*/ 507083 h 533051"/>
                  <a:gd name="connsiteX77" fmla="*/ 232929 w 607646"/>
                  <a:gd name="connsiteY77" fmla="*/ 507083 h 533051"/>
                  <a:gd name="connsiteX78" fmla="*/ 190828 w 607646"/>
                  <a:gd name="connsiteY78" fmla="*/ 465143 h 533051"/>
                  <a:gd name="connsiteX79" fmla="*/ 190828 w 607646"/>
                  <a:gd name="connsiteY79" fmla="*/ 451304 h 533051"/>
                  <a:gd name="connsiteX80" fmla="*/ 158459 w 607646"/>
                  <a:gd name="connsiteY80" fmla="*/ 437888 h 533051"/>
                  <a:gd name="connsiteX81" fmla="*/ 148622 w 607646"/>
                  <a:gd name="connsiteY81" fmla="*/ 447712 h 533051"/>
                  <a:gd name="connsiteX82" fmla="*/ 118897 w 607646"/>
                  <a:gd name="connsiteY82" fmla="*/ 459967 h 533051"/>
                  <a:gd name="connsiteX83" fmla="*/ 89173 w 607646"/>
                  <a:gd name="connsiteY83" fmla="*/ 447712 h 533051"/>
                  <a:gd name="connsiteX84" fmla="*/ 59554 w 607646"/>
                  <a:gd name="connsiteY84" fmla="*/ 418027 h 533051"/>
                  <a:gd name="connsiteX85" fmla="*/ 59554 w 607646"/>
                  <a:gd name="connsiteY85" fmla="*/ 358656 h 533051"/>
                  <a:gd name="connsiteX86" fmla="*/ 69286 w 607646"/>
                  <a:gd name="connsiteY86" fmla="*/ 348831 h 533051"/>
                  <a:gd name="connsiteX87" fmla="*/ 55958 w 607646"/>
                  <a:gd name="connsiteY87" fmla="*/ 316505 h 533051"/>
                  <a:gd name="connsiteX88" fmla="*/ 41995 w 607646"/>
                  <a:gd name="connsiteY88" fmla="*/ 316505 h 533051"/>
                  <a:gd name="connsiteX89" fmla="*/ 0 w 607646"/>
                  <a:gd name="connsiteY89" fmla="*/ 274565 h 533051"/>
                  <a:gd name="connsiteX90" fmla="*/ 0 w 607646"/>
                  <a:gd name="connsiteY90" fmla="*/ 232625 h 533051"/>
                  <a:gd name="connsiteX91" fmla="*/ 41995 w 607646"/>
                  <a:gd name="connsiteY91" fmla="*/ 190684 h 533051"/>
                  <a:gd name="connsiteX92" fmla="*/ 55958 w 607646"/>
                  <a:gd name="connsiteY92" fmla="*/ 190684 h 533051"/>
                  <a:gd name="connsiteX93" fmla="*/ 69286 w 607646"/>
                  <a:gd name="connsiteY93" fmla="*/ 158252 h 533051"/>
                  <a:gd name="connsiteX94" fmla="*/ 59554 w 607646"/>
                  <a:gd name="connsiteY94" fmla="*/ 148533 h 533051"/>
                  <a:gd name="connsiteX95" fmla="*/ 59554 w 607646"/>
                  <a:gd name="connsiteY95" fmla="*/ 89162 h 533051"/>
                  <a:gd name="connsiteX96" fmla="*/ 89173 w 607646"/>
                  <a:gd name="connsiteY96" fmla="*/ 59476 h 533051"/>
                  <a:gd name="connsiteX97" fmla="*/ 118897 w 607646"/>
                  <a:gd name="connsiteY97" fmla="*/ 47222 h 533051"/>
                  <a:gd name="connsiteX98" fmla="*/ 148622 w 607646"/>
                  <a:gd name="connsiteY98" fmla="*/ 59476 h 533051"/>
                  <a:gd name="connsiteX99" fmla="*/ 158459 w 607646"/>
                  <a:gd name="connsiteY99" fmla="*/ 69301 h 533051"/>
                  <a:gd name="connsiteX100" fmla="*/ 190828 w 607646"/>
                  <a:gd name="connsiteY100" fmla="*/ 55885 h 533051"/>
                  <a:gd name="connsiteX101" fmla="*/ 190828 w 607646"/>
                  <a:gd name="connsiteY101" fmla="*/ 42045 h 533051"/>
                  <a:gd name="connsiteX102" fmla="*/ 232929 w 607646"/>
                  <a:gd name="connsiteY102" fmla="*/ 0 h 533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607646" h="533051">
                    <a:moveTo>
                      <a:pt x="352921" y="457945"/>
                    </a:moveTo>
                    <a:cubicBezTo>
                      <a:pt x="349113" y="457945"/>
                      <a:pt x="345623" y="459423"/>
                      <a:pt x="342979" y="462170"/>
                    </a:cubicBezTo>
                    <a:cubicBezTo>
                      <a:pt x="340229" y="464811"/>
                      <a:pt x="338854" y="468297"/>
                      <a:pt x="338854" y="472100"/>
                    </a:cubicBezTo>
                    <a:cubicBezTo>
                      <a:pt x="338854" y="475797"/>
                      <a:pt x="340229" y="479389"/>
                      <a:pt x="342979" y="482029"/>
                    </a:cubicBezTo>
                    <a:cubicBezTo>
                      <a:pt x="345623" y="484670"/>
                      <a:pt x="349113" y="486149"/>
                      <a:pt x="352921" y="486149"/>
                    </a:cubicBezTo>
                    <a:cubicBezTo>
                      <a:pt x="356622" y="486149"/>
                      <a:pt x="360218" y="484670"/>
                      <a:pt x="362863" y="482029"/>
                    </a:cubicBezTo>
                    <a:cubicBezTo>
                      <a:pt x="365507" y="479389"/>
                      <a:pt x="366987" y="475797"/>
                      <a:pt x="366987" y="472100"/>
                    </a:cubicBezTo>
                    <a:cubicBezTo>
                      <a:pt x="366987" y="468297"/>
                      <a:pt x="365507" y="464811"/>
                      <a:pt x="362863" y="462170"/>
                    </a:cubicBezTo>
                    <a:cubicBezTo>
                      <a:pt x="360218" y="459423"/>
                      <a:pt x="356622" y="457945"/>
                      <a:pt x="352921" y="457945"/>
                    </a:cubicBezTo>
                    <a:close/>
                    <a:moveTo>
                      <a:pt x="438485" y="375972"/>
                    </a:moveTo>
                    <a:cubicBezTo>
                      <a:pt x="435735" y="375972"/>
                      <a:pt x="432985" y="377134"/>
                      <a:pt x="431081" y="379141"/>
                    </a:cubicBezTo>
                    <a:lnTo>
                      <a:pt x="372699" y="437346"/>
                    </a:lnTo>
                    <a:cubicBezTo>
                      <a:pt x="370689" y="439353"/>
                      <a:pt x="369632" y="441994"/>
                      <a:pt x="369632" y="444846"/>
                    </a:cubicBezTo>
                    <a:cubicBezTo>
                      <a:pt x="369632" y="447698"/>
                      <a:pt x="370689" y="450339"/>
                      <a:pt x="372699" y="452346"/>
                    </a:cubicBezTo>
                    <a:cubicBezTo>
                      <a:pt x="374708" y="454353"/>
                      <a:pt x="377352" y="455409"/>
                      <a:pt x="380208" y="455409"/>
                    </a:cubicBezTo>
                    <a:cubicBezTo>
                      <a:pt x="382958" y="455409"/>
                      <a:pt x="385602" y="454353"/>
                      <a:pt x="387612" y="452346"/>
                    </a:cubicBezTo>
                    <a:lnTo>
                      <a:pt x="445994" y="394035"/>
                    </a:lnTo>
                    <a:cubicBezTo>
                      <a:pt x="448004" y="392028"/>
                      <a:pt x="449062" y="389387"/>
                      <a:pt x="449062" y="386535"/>
                    </a:cubicBezTo>
                    <a:cubicBezTo>
                      <a:pt x="449062" y="383789"/>
                      <a:pt x="448004" y="381148"/>
                      <a:pt x="445994" y="379141"/>
                    </a:cubicBezTo>
                    <a:cubicBezTo>
                      <a:pt x="443985" y="377134"/>
                      <a:pt x="441341" y="375972"/>
                      <a:pt x="438485" y="375972"/>
                    </a:cubicBezTo>
                    <a:close/>
                    <a:moveTo>
                      <a:pt x="534943" y="217624"/>
                    </a:moveTo>
                    <a:cubicBezTo>
                      <a:pt x="542136" y="217624"/>
                      <a:pt x="548905" y="220371"/>
                      <a:pt x="553981" y="225547"/>
                    </a:cubicBezTo>
                    <a:lnTo>
                      <a:pt x="554404" y="225969"/>
                    </a:lnTo>
                    <a:cubicBezTo>
                      <a:pt x="555779" y="227237"/>
                      <a:pt x="556520" y="229033"/>
                      <a:pt x="556520" y="230934"/>
                    </a:cubicBezTo>
                    <a:cubicBezTo>
                      <a:pt x="556520" y="232836"/>
                      <a:pt x="555779" y="234632"/>
                      <a:pt x="554510" y="235899"/>
                    </a:cubicBezTo>
                    <a:lnTo>
                      <a:pt x="524050" y="266322"/>
                    </a:lnTo>
                    <a:cubicBezTo>
                      <a:pt x="519396" y="270970"/>
                      <a:pt x="516752" y="277203"/>
                      <a:pt x="516752" y="283752"/>
                    </a:cubicBezTo>
                    <a:cubicBezTo>
                      <a:pt x="516752" y="290301"/>
                      <a:pt x="519396" y="296534"/>
                      <a:pt x="524050" y="301182"/>
                    </a:cubicBezTo>
                    <a:cubicBezTo>
                      <a:pt x="528703" y="305830"/>
                      <a:pt x="534838" y="308365"/>
                      <a:pt x="541501" y="308365"/>
                    </a:cubicBezTo>
                    <a:cubicBezTo>
                      <a:pt x="548058" y="308365"/>
                      <a:pt x="554299" y="305830"/>
                      <a:pt x="558952" y="301182"/>
                    </a:cubicBezTo>
                    <a:lnTo>
                      <a:pt x="589413" y="270759"/>
                    </a:lnTo>
                    <a:cubicBezTo>
                      <a:pt x="590682" y="269491"/>
                      <a:pt x="592480" y="268752"/>
                      <a:pt x="594384" y="268752"/>
                    </a:cubicBezTo>
                    <a:cubicBezTo>
                      <a:pt x="596288" y="268752"/>
                      <a:pt x="597980" y="269491"/>
                      <a:pt x="599355" y="270759"/>
                    </a:cubicBezTo>
                    <a:lnTo>
                      <a:pt x="599778" y="271181"/>
                    </a:lnTo>
                    <a:cubicBezTo>
                      <a:pt x="606547" y="277942"/>
                      <a:pt x="609191" y="287977"/>
                      <a:pt x="606758" y="297168"/>
                    </a:cubicBezTo>
                    <a:lnTo>
                      <a:pt x="590047" y="359704"/>
                    </a:lnTo>
                    <a:cubicBezTo>
                      <a:pt x="587509" y="368894"/>
                      <a:pt x="580211" y="376183"/>
                      <a:pt x="571010" y="378612"/>
                    </a:cubicBezTo>
                    <a:cubicBezTo>
                      <a:pt x="570904" y="378718"/>
                      <a:pt x="570904" y="378718"/>
                      <a:pt x="570798" y="378718"/>
                    </a:cubicBezTo>
                    <a:lnTo>
                      <a:pt x="501627" y="395303"/>
                    </a:lnTo>
                    <a:lnTo>
                      <a:pt x="377987" y="518790"/>
                    </a:lnTo>
                    <a:cubicBezTo>
                      <a:pt x="368785" y="527981"/>
                      <a:pt x="356517" y="533051"/>
                      <a:pt x="343507" y="533051"/>
                    </a:cubicBezTo>
                    <a:cubicBezTo>
                      <a:pt x="330498" y="533051"/>
                      <a:pt x="318229" y="527981"/>
                      <a:pt x="309028" y="518790"/>
                    </a:cubicBezTo>
                    <a:lnTo>
                      <a:pt x="306066" y="515833"/>
                    </a:lnTo>
                    <a:cubicBezTo>
                      <a:pt x="296865" y="506642"/>
                      <a:pt x="291788" y="494494"/>
                      <a:pt x="291788" y="481501"/>
                    </a:cubicBezTo>
                    <a:cubicBezTo>
                      <a:pt x="291788" y="468402"/>
                      <a:pt x="296865" y="456254"/>
                      <a:pt x="306066" y="447064"/>
                    </a:cubicBezTo>
                    <a:lnTo>
                      <a:pt x="429707" y="323576"/>
                    </a:lnTo>
                    <a:lnTo>
                      <a:pt x="446418" y="254491"/>
                    </a:lnTo>
                    <a:cubicBezTo>
                      <a:pt x="446418" y="254385"/>
                      <a:pt x="446418" y="254385"/>
                      <a:pt x="446418" y="254280"/>
                    </a:cubicBezTo>
                    <a:cubicBezTo>
                      <a:pt x="448956" y="245089"/>
                      <a:pt x="456254" y="237801"/>
                      <a:pt x="465455" y="235265"/>
                    </a:cubicBezTo>
                    <a:lnTo>
                      <a:pt x="527963" y="218575"/>
                    </a:lnTo>
                    <a:cubicBezTo>
                      <a:pt x="530290" y="217941"/>
                      <a:pt x="532617" y="217624"/>
                      <a:pt x="534943" y="217624"/>
                    </a:cubicBezTo>
                    <a:close/>
                    <a:moveTo>
                      <a:pt x="253873" y="140927"/>
                    </a:moveTo>
                    <a:cubicBezTo>
                      <a:pt x="191674" y="140927"/>
                      <a:pt x="141005" y="191424"/>
                      <a:pt x="141005" y="253542"/>
                    </a:cubicBezTo>
                    <a:cubicBezTo>
                      <a:pt x="141005" y="315765"/>
                      <a:pt x="191674" y="366262"/>
                      <a:pt x="253873" y="366262"/>
                    </a:cubicBezTo>
                    <a:cubicBezTo>
                      <a:pt x="316072" y="366262"/>
                      <a:pt x="366741" y="315765"/>
                      <a:pt x="366741" y="253542"/>
                    </a:cubicBezTo>
                    <a:cubicBezTo>
                      <a:pt x="366741" y="191424"/>
                      <a:pt x="316072" y="140927"/>
                      <a:pt x="253873" y="140927"/>
                    </a:cubicBezTo>
                    <a:close/>
                    <a:moveTo>
                      <a:pt x="232929" y="0"/>
                    </a:moveTo>
                    <a:lnTo>
                      <a:pt x="274818" y="0"/>
                    </a:lnTo>
                    <a:cubicBezTo>
                      <a:pt x="298090" y="0"/>
                      <a:pt x="316918" y="18910"/>
                      <a:pt x="316918" y="42045"/>
                    </a:cubicBezTo>
                    <a:lnTo>
                      <a:pt x="316918" y="55885"/>
                    </a:lnTo>
                    <a:cubicBezTo>
                      <a:pt x="328025" y="59371"/>
                      <a:pt x="338921" y="63913"/>
                      <a:pt x="349287" y="69301"/>
                    </a:cubicBezTo>
                    <a:lnTo>
                      <a:pt x="359125" y="59476"/>
                    </a:lnTo>
                    <a:cubicBezTo>
                      <a:pt x="367058" y="51553"/>
                      <a:pt x="377637" y="47222"/>
                      <a:pt x="388849" y="47222"/>
                    </a:cubicBezTo>
                    <a:cubicBezTo>
                      <a:pt x="400062" y="47222"/>
                      <a:pt x="410640" y="51553"/>
                      <a:pt x="418574" y="59476"/>
                    </a:cubicBezTo>
                    <a:lnTo>
                      <a:pt x="448192" y="89162"/>
                    </a:lnTo>
                    <a:cubicBezTo>
                      <a:pt x="464588" y="105536"/>
                      <a:pt x="464588" y="132158"/>
                      <a:pt x="448192" y="148533"/>
                    </a:cubicBezTo>
                    <a:lnTo>
                      <a:pt x="438460" y="158252"/>
                    </a:lnTo>
                    <a:cubicBezTo>
                      <a:pt x="443749" y="168710"/>
                      <a:pt x="448298" y="179486"/>
                      <a:pt x="451789" y="190684"/>
                    </a:cubicBezTo>
                    <a:lnTo>
                      <a:pt x="465752" y="190684"/>
                    </a:lnTo>
                    <a:cubicBezTo>
                      <a:pt x="478657" y="190684"/>
                      <a:pt x="490187" y="196494"/>
                      <a:pt x="497909" y="205685"/>
                    </a:cubicBezTo>
                    <a:lnTo>
                      <a:pt x="450837" y="218257"/>
                    </a:lnTo>
                    <a:cubicBezTo>
                      <a:pt x="435604" y="222377"/>
                      <a:pt x="423440" y="234420"/>
                      <a:pt x="419420" y="249739"/>
                    </a:cubicBezTo>
                    <a:cubicBezTo>
                      <a:pt x="419314" y="249950"/>
                      <a:pt x="419314" y="250161"/>
                      <a:pt x="419208" y="250372"/>
                    </a:cubicBezTo>
                    <a:lnTo>
                      <a:pt x="403764" y="314603"/>
                    </a:lnTo>
                    <a:lnTo>
                      <a:pt x="283598" y="434613"/>
                    </a:lnTo>
                    <a:cubicBezTo>
                      <a:pt x="271010" y="447078"/>
                      <a:pt x="264134" y="463770"/>
                      <a:pt x="264134" y="481518"/>
                    </a:cubicBezTo>
                    <a:cubicBezTo>
                      <a:pt x="264134" y="490392"/>
                      <a:pt x="265932" y="499160"/>
                      <a:pt x="269317" y="507083"/>
                    </a:cubicBezTo>
                    <a:lnTo>
                      <a:pt x="232929" y="507083"/>
                    </a:lnTo>
                    <a:cubicBezTo>
                      <a:pt x="209657" y="507083"/>
                      <a:pt x="190828" y="488279"/>
                      <a:pt x="190828" y="465143"/>
                    </a:cubicBezTo>
                    <a:lnTo>
                      <a:pt x="190828" y="451304"/>
                    </a:lnTo>
                    <a:cubicBezTo>
                      <a:pt x="179721" y="447712"/>
                      <a:pt x="168826" y="443275"/>
                      <a:pt x="158459" y="437888"/>
                    </a:cubicBezTo>
                    <a:lnTo>
                      <a:pt x="148622" y="447712"/>
                    </a:lnTo>
                    <a:cubicBezTo>
                      <a:pt x="140688" y="455635"/>
                      <a:pt x="130110" y="459967"/>
                      <a:pt x="118897" y="459967"/>
                    </a:cubicBezTo>
                    <a:cubicBezTo>
                      <a:pt x="107685" y="459967"/>
                      <a:pt x="97107" y="455635"/>
                      <a:pt x="89173" y="447712"/>
                    </a:cubicBezTo>
                    <a:lnTo>
                      <a:pt x="59554" y="418027"/>
                    </a:lnTo>
                    <a:cubicBezTo>
                      <a:pt x="43158" y="401652"/>
                      <a:pt x="43158" y="375030"/>
                      <a:pt x="59554" y="358656"/>
                    </a:cubicBezTo>
                    <a:lnTo>
                      <a:pt x="69286" y="348831"/>
                    </a:lnTo>
                    <a:cubicBezTo>
                      <a:pt x="63997" y="338478"/>
                      <a:pt x="59449" y="327597"/>
                      <a:pt x="55958" y="316505"/>
                    </a:cubicBezTo>
                    <a:lnTo>
                      <a:pt x="41995" y="316505"/>
                    </a:lnTo>
                    <a:cubicBezTo>
                      <a:pt x="18829" y="316505"/>
                      <a:pt x="0" y="297700"/>
                      <a:pt x="0" y="274565"/>
                    </a:cubicBezTo>
                    <a:lnTo>
                      <a:pt x="0" y="232625"/>
                    </a:lnTo>
                    <a:cubicBezTo>
                      <a:pt x="0" y="209488"/>
                      <a:pt x="18829" y="190684"/>
                      <a:pt x="41995" y="190684"/>
                    </a:cubicBezTo>
                    <a:lnTo>
                      <a:pt x="55958" y="190684"/>
                    </a:lnTo>
                    <a:cubicBezTo>
                      <a:pt x="59449" y="179486"/>
                      <a:pt x="63997" y="168710"/>
                      <a:pt x="69286" y="158252"/>
                    </a:cubicBezTo>
                    <a:lnTo>
                      <a:pt x="59554" y="148533"/>
                    </a:lnTo>
                    <a:cubicBezTo>
                      <a:pt x="43158" y="132158"/>
                      <a:pt x="43158" y="105536"/>
                      <a:pt x="59554" y="89162"/>
                    </a:cubicBezTo>
                    <a:lnTo>
                      <a:pt x="89173" y="59476"/>
                    </a:lnTo>
                    <a:cubicBezTo>
                      <a:pt x="97107" y="51553"/>
                      <a:pt x="107685" y="47222"/>
                      <a:pt x="118897" y="47222"/>
                    </a:cubicBezTo>
                    <a:cubicBezTo>
                      <a:pt x="130110" y="47222"/>
                      <a:pt x="140688" y="51553"/>
                      <a:pt x="148622" y="59476"/>
                    </a:cubicBezTo>
                    <a:lnTo>
                      <a:pt x="158459" y="69301"/>
                    </a:lnTo>
                    <a:cubicBezTo>
                      <a:pt x="168826" y="63913"/>
                      <a:pt x="179721" y="59371"/>
                      <a:pt x="190828" y="55885"/>
                    </a:cubicBezTo>
                    <a:lnTo>
                      <a:pt x="190828" y="42045"/>
                    </a:lnTo>
                    <a:cubicBezTo>
                      <a:pt x="190828" y="18910"/>
                      <a:pt x="209657" y="0"/>
                      <a:pt x="232929" y="0"/>
                    </a:cubicBezTo>
                    <a:close/>
                  </a:path>
                </a:pathLst>
              </a:custGeom>
              <a:solidFill>
                <a:schemeClr val="accent1"/>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cs typeface="+mn-ea"/>
                  <a:sym typeface="+mn-lt"/>
                </a:endParaRPr>
              </a:p>
            </p:txBody>
          </p:sp>
        </p:grpSp>
        <p:grpSp>
          <p:nvGrpSpPr>
            <p:cNvPr id="30" name="组合 29">
              <a:extLst>
                <a:ext uri="{FF2B5EF4-FFF2-40B4-BE49-F238E27FC236}">
                  <a16:creationId xmlns:a16="http://schemas.microsoft.com/office/drawing/2014/main" id="{D4CBA22B-E0CC-4756-85A3-84EF5D7051EC}"/>
                </a:ext>
              </a:extLst>
            </p:cNvPr>
            <p:cNvGrpSpPr/>
            <p:nvPr/>
          </p:nvGrpSpPr>
          <p:grpSpPr>
            <a:xfrm>
              <a:off x="1259398" y="2277135"/>
              <a:ext cx="3941252" cy="1027435"/>
              <a:chOff x="7483989" y="3314482"/>
              <a:chExt cx="3941252" cy="1027435"/>
            </a:xfrm>
          </p:grpSpPr>
          <p:sp>
            <p:nvSpPr>
              <p:cNvPr id="34" name="矩形 33">
                <a:extLst>
                  <a:ext uri="{FF2B5EF4-FFF2-40B4-BE49-F238E27FC236}">
                    <a16:creationId xmlns:a16="http://schemas.microsoft.com/office/drawing/2014/main" id="{65064444-EB2E-4F33-BEF7-37174AAD3F77}"/>
                  </a:ext>
                </a:extLst>
              </p:cNvPr>
              <p:cNvSpPr/>
              <p:nvPr/>
            </p:nvSpPr>
            <p:spPr>
              <a:xfrm>
                <a:off x="7483989" y="3732519"/>
                <a:ext cx="3941252" cy="609398"/>
              </a:xfrm>
              <a:prstGeom prst="rect">
                <a:avLst/>
              </a:prstGeom>
              <a:ln>
                <a:noFill/>
              </a:ln>
            </p:spPr>
            <p:txBody>
              <a:bodyPr wrap="square">
                <a:spAutoFit/>
                <a:scene3d>
                  <a:camera prst="orthographicFront"/>
                  <a:lightRig rig="threePt" dir="t"/>
                </a:scene3d>
                <a:sp3d contourW="12700"/>
              </a:bodyPr>
              <a:lstStyle/>
              <a:p>
                <a:pPr algn="just">
                  <a:lnSpc>
                    <a:spcPct val="120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p>
            </p:txBody>
          </p:sp>
          <p:sp>
            <p:nvSpPr>
              <p:cNvPr id="37" name="矩形 36">
                <a:extLst>
                  <a:ext uri="{FF2B5EF4-FFF2-40B4-BE49-F238E27FC236}">
                    <a16:creationId xmlns:a16="http://schemas.microsoft.com/office/drawing/2014/main" id="{18A45B09-5FF4-475C-86E5-8604C8973CC6}"/>
                  </a:ext>
                </a:extLst>
              </p:cNvPr>
              <p:cNvSpPr/>
              <p:nvPr/>
            </p:nvSpPr>
            <p:spPr>
              <a:xfrm>
                <a:off x="7483989" y="3314482"/>
                <a:ext cx="2050552" cy="410882"/>
              </a:xfrm>
              <a:prstGeom prst="rect">
                <a:avLst/>
              </a:prstGeom>
              <a:ln>
                <a:noFill/>
              </a:ln>
            </p:spPr>
            <p:txBody>
              <a:bodyPr wrap="square">
                <a:spAutoFit/>
                <a:scene3d>
                  <a:camera prst="orthographicFront"/>
                  <a:lightRig rig="threePt" dir="t"/>
                </a:scene3d>
                <a:sp3d contourW="12700"/>
              </a:bodyPr>
              <a:lstStyle/>
              <a:p>
                <a:pPr algn="just">
                  <a:lnSpc>
                    <a:spcPct val="120000"/>
                  </a:lnSpc>
                </a:pPr>
                <a:r>
                  <a:rPr lang="zh-CN" altLang="en-US" b="1" dirty="0">
                    <a:solidFill>
                      <a:schemeClr val="tx1">
                        <a:lumMod val="85000"/>
                        <a:lumOff val="15000"/>
                      </a:schemeClr>
                    </a:solidFill>
                    <a:cs typeface="+mn-ea"/>
                    <a:sym typeface="+mn-lt"/>
                  </a:rPr>
                  <a:t>添加标题</a:t>
                </a:r>
              </a:p>
            </p:txBody>
          </p:sp>
        </p:grpSp>
      </p:grpSp>
      <p:grpSp>
        <p:nvGrpSpPr>
          <p:cNvPr id="41" name="组合 40">
            <a:extLst>
              <a:ext uri="{FF2B5EF4-FFF2-40B4-BE49-F238E27FC236}">
                <a16:creationId xmlns:a16="http://schemas.microsoft.com/office/drawing/2014/main" id="{C07CC9DA-002D-4421-93E6-471AC9ED3522}"/>
              </a:ext>
            </a:extLst>
          </p:cNvPr>
          <p:cNvGrpSpPr/>
          <p:nvPr/>
        </p:nvGrpSpPr>
        <p:grpSpPr>
          <a:xfrm>
            <a:off x="899078" y="3703638"/>
            <a:ext cx="5132387" cy="1704974"/>
            <a:chOff x="874713" y="3922713"/>
            <a:chExt cx="5132387" cy="1704974"/>
          </a:xfrm>
        </p:grpSpPr>
        <p:grpSp>
          <p:nvGrpSpPr>
            <p:cNvPr id="42" name="组合 41">
              <a:extLst>
                <a:ext uri="{FF2B5EF4-FFF2-40B4-BE49-F238E27FC236}">
                  <a16:creationId xmlns:a16="http://schemas.microsoft.com/office/drawing/2014/main" id="{206CC062-209C-4911-B018-5EEB164830EC}"/>
                </a:ext>
              </a:extLst>
            </p:cNvPr>
            <p:cNvGrpSpPr/>
            <p:nvPr/>
          </p:nvGrpSpPr>
          <p:grpSpPr>
            <a:xfrm>
              <a:off x="874713" y="3922713"/>
              <a:ext cx="5132387" cy="1704974"/>
              <a:chOff x="874713" y="1752601"/>
              <a:chExt cx="5132387" cy="1704974"/>
            </a:xfrm>
          </p:grpSpPr>
          <p:sp>
            <p:nvSpPr>
              <p:cNvPr id="47" name="矩形 46">
                <a:extLst>
                  <a:ext uri="{FF2B5EF4-FFF2-40B4-BE49-F238E27FC236}">
                    <a16:creationId xmlns:a16="http://schemas.microsoft.com/office/drawing/2014/main" id="{12CC2422-3AA4-4F43-9C82-07AAE4FF040D}"/>
                  </a:ext>
                </a:extLst>
              </p:cNvPr>
              <p:cNvSpPr/>
              <p:nvPr/>
            </p:nvSpPr>
            <p:spPr>
              <a:xfrm>
                <a:off x="874713" y="1752601"/>
                <a:ext cx="5132387" cy="1704974"/>
              </a:xfrm>
              <a:prstGeom prst="rect">
                <a:avLst/>
              </a:prstGeom>
              <a:noFill/>
              <a:ln>
                <a:solidFill>
                  <a:srgbClr val="A6A6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cs typeface="+mn-ea"/>
                  <a:sym typeface="+mn-lt"/>
                </a:endParaRPr>
              </a:p>
            </p:txBody>
          </p:sp>
          <p:sp>
            <p:nvSpPr>
              <p:cNvPr id="48" name="椭圆 31">
                <a:extLst>
                  <a:ext uri="{FF2B5EF4-FFF2-40B4-BE49-F238E27FC236}">
                    <a16:creationId xmlns:a16="http://schemas.microsoft.com/office/drawing/2014/main" id="{FC083412-D3D4-47C9-BAD5-54C6C8656A3C}"/>
                  </a:ext>
                </a:extLst>
              </p:cNvPr>
              <p:cNvSpPr/>
              <p:nvPr/>
            </p:nvSpPr>
            <p:spPr>
              <a:xfrm>
                <a:off x="5209572" y="1955426"/>
                <a:ext cx="568171" cy="586015"/>
              </a:xfrm>
              <a:custGeom>
                <a:avLst/>
                <a:gdLst>
                  <a:gd name="connsiteX0" fmla="*/ 559267 w 589292"/>
                  <a:gd name="connsiteY0" fmla="*/ 238088 h 607799"/>
                  <a:gd name="connsiteX1" fmla="*/ 575556 w 589292"/>
                  <a:gd name="connsiteY1" fmla="*/ 244486 h 607799"/>
                  <a:gd name="connsiteX2" fmla="*/ 589292 w 589292"/>
                  <a:gd name="connsiteY2" fmla="*/ 264606 h 607799"/>
                  <a:gd name="connsiteX3" fmla="*/ 589292 w 589292"/>
                  <a:gd name="connsiteY3" fmla="*/ 598164 h 607799"/>
                  <a:gd name="connsiteX4" fmla="*/ 576113 w 589292"/>
                  <a:gd name="connsiteY4" fmla="*/ 607112 h 607799"/>
                  <a:gd name="connsiteX5" fmla="*/ 452019 w 589292"/>
                  <a:gd name="connsiteY5" fmla="*/ 558341 h 607799"/>
                  <a:gd name="connsiteX6" fmla="*/ 438282 w 589292"/>
                  <a:gd name="connsiteY6" fmla="*/ 538221 h 607799"/>
                  <a:gd name="connsiteX7" fmla="*/ 438282 w 589292"/>
                  <a:gd name="connsiteY7" fmla="*/ 383843 h 607799"/>
                  <a:gd name="connsiteX8" fmla="*/ 444362 w 589292"/>
                  <a:gd name="connsiteY8" fmla="*/ 381618 h 607799"/>
                  <a:gd name="connsiteX9" fmla="*/ 466080 w 589292"/>
                  <a:gd name="connsiteY9" fmla="*/ 366690 h 607799"/>
                  <a:gd name="connsiteX10" fmla="*/ 537409 w 589292"/>
                  <a:gd name="connsiteY10" fmla="*/ 275269 h 607799"/>
                  <a:gd name="connsiteX11" fmla="*/ 559267 w 589292"/>
                  <a:gd name="connsiteY11" fmla="*/ 238088 h 607799"/>
                  <a:gd name="connsiteX12" fmla="*/ 209859 w 589292"/>
                  <a:gd name="connsiteY12" fmla="*/ 194902 h 607799"/>
                  <a:gd name="connsiteX13" fmla="*/ 260000 w 589292"/>
                  <a:gd name="connsiteY13" fmla="*/ 194902 h 607799"/>
                  <a:gd name="connsiteX14" fmla="*/ 262971 w 589292"/>
                  <a:gd name="connsiteY14" fmla="*/ 202458 h 607799"/>
                  <a:gd name="connsiteX15" fmla="*/ 291525 w 589292"/>
                  <a:gd name="connsiteY15" fmla="*/ 257523 h 607799"/>
                  <a:gd name="connsiteX16" fmla="*/ 371937 w 589292"/>
                  <a:gd name="connsiteY16" fmla="*/ 366032 h 607799"/>
                  <a:gd name="connsiteX17" fmla="*/ 393850 w 589292"/>
                  <a:gd name="connsiteY17" fmla="*/ 381374 h 607799"/>
                  <a:gd name="connsiteX18" fmla="*/ 397425 w 589292"/>
                  <a:gd name="connsiteY18" fmla="*/ 382811 h 607799"/>
                  <a:gd name="connsiteX19" fmla="*/ 397425 w 589292"/>
                  <a:gd name="connsiteY19" fmla="*/ 539294 h 607799"/>
                  <a:gd name="connsiteX20" fmla="*/ 379504 w 589292"/>
                  <a:gd name="connsiteY20" fmla="*/ 557185 h 607799"/>
                  <a:gd name="connsiteX21" fmla="*/ 209859 w 589292"/>
                  <a:gd name="connsiteY21" fmla="*/ 557185 h 607799"/>
                  <a:gd name="connsiteX22" fmla="*/ 191938 w 589292"/>
                  <a:gd name="connsiteY22" fmla="*/ 539294 h 607799"/>
                  <a:gd name="connsiteX23" fmla="*/ 191938 w 589292"/>
                  <a:gd name="connsiteY23" fmla="*/ 212840 h 607799"/>
                  <a:gd name="connsiteX24" fmla="*/ 209859 w 589292"/>
                  <a:gd name="connsiteY24" fmla="*/ 194902 h 607799"/>
                  <a:gd name="connsiteX25" fmla="*/ 13186 w 589292"/>
                  <a:gd name="connsiteY25" fmla="*/ 140695 h 607799"/>
                  <a:gd name="connsiteX26" fmla="*/ 137338 w 589292"/>
                  <a:gd name="connsiteY26" fmla="*/ 189466 h 607799"/>
                  <a:gd name="connsiteX27" fmla="*/ 151081 w 589292"/>
                  <a:gd name="connsiteY27" fmla="*/ 209633 h 607799"/>
                  <a:gd name="connsiteX28" fmla="*/ 151081 w 589292"/>
                  <a:gd name="connsiteY28" fmla="*/ 543612 h 607799"/>
                  <a:gd name="connsiteX29" fmla="*/ 138359 w 589292"/>
                  <a:gd name="connsiteY29" fmla="*/ 552235 h 607799"/>
                  <a:gd name="connsiteX30" fmla="*/ 13743 w 589292"/>
                  <a:gd name="connsiteY30" fmla="*/ 503278 h 607799"/>
                  <a:gd name="connsiteX31" fmla="*/ 0 w 589292"/>
                  <a:gd name="connsiteY31" fmla="*/ 483065 h 607799"/>
                  <a:gd name="connsiteX32" fmla="*/ 0 w 589292"/>
                  <a:gd name="connsiteY32" fmla="*/ 149643 h 607799"/>
                  <a:gd name="connsiteX33" fmla="*/ 13186 w 589292"/>
                  <a:gd name="connsiteY33" fmla="*/ 140695 h 607799"/>
                  <a:gd name="connsiteX34" fmla="*/ 418473 w 589292"/>
                  <a:gd name="connsiteY34" fmla="*/ 52152 h 607799"/>
                  <a:gd name="connsiteX35" fmla="*/ 341047 w 589292"/>
                  <a:gd name="connsiteY35" fmla="*/ 129569 h 607799"/>
                  <a:gd name="connsiteX36" fmla="*/ 376975 w 589292"/>
                  <a:gd name="connsiteY36" fmla="*/ 194887 h 607799"/>
                  <a:gd name="connsiteX37" fmla="*/ 394568 w 589292"/>
                  <a:gd name="connsiteY37" fmla="*/ 203092 h 607799"/>
                  <a:gd name="connsiteX38" fmla="*/ 418473 w 589292"/>
                  <a:gd name="connsiteY38" fmla="*/ 206893 h 607799"/>
                  <a:gd name="connsiteX39" fmla="*/ 438248 w 589292"/>
                  <a:gd name="connsiteY39" fmla="*/ 204344 h 607799"/>
                  <a:gd name="connsiteX40" fmla="*/ 455701 w 589292"/>
                  <a:gd name="connsiteY40" fmla="*/ 197436 h 607799"/>
                  <a:gd name="connsiteX41" fmla="*/ 495946 w 589292"/>
                  <a:gd name="connsiteY41" fmla="*/ 129569 h 607799"/>
                  <a:gd name="connsiteX42" fmla="*/ 418473 w 589292"/>
                  <a:gd name="connsiteY42" fmla="*/ 52152 h 607799"/>
                  <a:gd name="connsiteX43" fmla="*/ 419123 w 589292"/>
                  <a:gd name="connsiteY43" fmla="*/ 0 h 607799"/>
                  <a:gd name="connsiteX44" fmla="*/ 552809 w 589292"/>
                  <a:gd name="connsiteY44" fmla="*/ 133509 h 607799"/>
                  <a:gd name="connsiteX45" fmla="*/ 524540 w 589292"/>
                  <a:gd name="connsiteY45" fmla="*/ 224509 h 607799"/>
                  <a:gd name="connsiteX46" fmla="*/ 505973 w 589292"/>
                  <a:gd name="connsiteY46" fmla="*/ 255708 h 607799"/>
                  <a:gd name="connsiteX47" fmla="*/ 439315 w 589292"/>
                  <a:gd name="connsiteY47" fmla="*/ 341051 h 607799"/>
                  <a:gd name="connsiteX48" fmla="*/ 438248 w 589292"/>
                  <a:gd name="connsiteY48" fmla="*/ 342071 h 607799"/>
                  <a:gd name="connsiteX49" fmla="*/ 419262 w 589292"/>
                  <a:gd name="connsiteY49" fmla="*/ 349581 h 607799"/>
                  <a:gd name="connsiteX50" fmla="*/ 398978 w 589292"/>
                  <a:gd name="connsiteY50" fmla="*/ 340681 h 607799"/>
                  <a:gd name="connsiteX51" fmla="*/ 397492 w 589292"/>
                  <a:gd name="connsiteY51" fmla="*/ 339151 h 607799"/>
                  <a:gd name="connsiteX52" fmla="*/ 323593 w 589292"/>
                  <a:gd name="connsiteY52" fmla="*/ 238880 h 607799"/>
                  <a:gd name="connsiteX53" fmla="*/ 300198 w 589292"/>
                  <a:gd name="connsiteY53" fmla="*/ 195026 h 607799"/>
                  <a:gd name="connsiteX54" fmla="*/ 285437 w 589292"/>
                  <a:gd name="connsiteY54" fmla="*/ 133509 h 607799"/>
                  <a:gd name="connsiteX55" fmla="*/ 419123 w 589292"/>
                  <a:gd name="connsiteY55" fmla="*/ 0 h 607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589292" h="607799">
                    <a:moveTo>
                      <a:pt x="559267" y="238088"/>
                    </a:moveTo>
                    <a:lnTo>
                      <a:pt x="575556" y="244486"/>
                    </a:lnTo>
                    <a:cubicBezTo>
                      <a:pt x="583816" y="247731"/>
                      <a:pt x="589292" y="255705"/>
                      <a:pt x="589292" y="264606"/>
                    </a:cubicBezTo>
                    <a:lnTo>
                      <a:pt x="589292" y="598164"/>
                    </a:lnTo>
                    <a:cubicBezTo>
                      <a:pt x="589292" y="604979"/>
                      <a:pt x="582424" y="609615"/>
                      <a:pt x="576113" y="607112"/>
                    </a:cubicBezTo>
                    <a:lnTo>
                      <a:pt x="452019" y="558341"/>
                    </a:lnTo>
                    <a:cubicBezTo>
                      <a:pt x="443758" y="555096"/>
                      <a:pt x="438282" y="547122"/>
                      <a:pt x="438282" y="538221"/>
                    </a:cubicBezTo>
                    <a:lnTo>
                      <a:pt x="438282" y="383843"/>
                    </a:lnTo>
                    <a:cubicBezTo>
                      <a:pt x="440324" y="383194"/>
                      <a:pt x="442366" y="382499"/>
                      <a:pt x="444362" y="381618"/>
                    </a:cubicBezTo>
                    <a:cubicBezTo>
                      <a:pt x="452529" y="378187"/>
                      <a:pt x="459815" y="373181"/>
                      <a:pt x="466080" y="366690"/>
                    </a:cubicBezTo>
                    <a:cubicBezTo>
                      <a:pt x="492997" y="338735"/>
                      <a:pt x="516989" y="307952"/>
                      <a:pt x="537409" y="275269"/>
                    </a:cubicBezTo>
                    <a:cubicBezTo>
                      <a:pt x="544787" y="263447"/>
                      <a:pt x="552352" y="251069"/>
                      <a:pt x="559267" y="238088"/>
                    </a:cubicBezTo>
                    <a:close/>
                    <a:moveTo>
                      <a:pt x="209859" y="194902"/>
                    </a:moveTo>
                    <a:lnTo>
                      <a:pt x="260000" y="194902"/>
                    </a:lnTo>
                    <a:cubicBezTo>
                      <a:pt x="260929" y="197405"/>
                      <a:pt x="261950" y="199908"/>
                      <a:pt x="262971" y="202458"/>
                    </a:cubicBezTo>
                    <a:cubicBezTo>
                      <a:pt x="271143" y="222296"/>
                      <a:pt x="281542" y="240512"/>
                      <a:pt x="291525" y="257523"/>
                    </a:cubicBezTo>
                    <a:cubicBezTo>
                      <a:pt x="315435" y="298173"/>
                      <a:pt x="342455" y="334652"/>
                      <a:pt x="371937" y="366032"/>
                    </a:cubicBezTo>
                    <a:cubicBezTo>
                      <a:pt x="378112" y="372706"/>
                      <a:pt x="385540" y="377851"/>
                      <a:pt x="393850" y="381374"/>
                    </a:cubicBezTo>
                    <a:cubicBezTo>
                      <a:pt x="395011" y="381884"/>
                      <a:pt x="396265" y="382348"/>
                      <a:pt x="397425" y="382811"/>
                    </a:cubicBezTo>
                    <a:lnTo>
                      <a:pt x="397425" y="539294"/>
                    </a:lnTo>
                    <a:cubicBezTo>
                      <a:pt x="397425" y="549166"/>
                      <a:pt x="389393" y="557185"/>
                      <a:pt x="379504" y="557185"/>
                    </a:cubicBezTo>
                    <a:lnTo>
                      <a:pt x="209859" y="557185"/>
                    </a:lnTo>
                    <a:cubicBezTo>
                      <a:pt x="199970" y="557185"/>
                      <a:pt x="191938" y="549166"/>
                      <a:pt x="191938" y="539294"/>
                    </a:cubicBezTo>
                    <a:lnTo>
                      <a:pt x="191938" y="212840"/>
                    </a:lnTo>
                    <a:cubicBezTo>
                      <a:pt x="191938" y="202967"/>
                      <a:pt x="199970" y="194902"/>
                      <a:pt x="209859" y="194902"/>
                    </a:cubicBezTo>
                    <a:close/>
                    <a:moveTo>
                      <a:pt x="13186" y="140695"/>
                    </a:moveTo>
                    <a:lnTo>
                      <a:pt x="137338" y="189466"/>
                    </a:lnTo>
                    <a:cubicBezTo>
                      <a:pt x="145602" y="192758"/>
                      <a:pt x="151081" y="200732"/>
                      <a:pt x="151081" y="209633"/>
                    </a:cubicBezTo>
                    <a:lnTo>
                      <a:pt x="151081" y="543612"/>
                    </a:lnTo>
                    <a:cubicBezTo>
                      <a:pt x="151081" y="550148"/>
                      <a:pt x="144441" y="554645"/>
                      <a:pt x="138359" y="552235"/>
                    </a:cubicBezTo>
                    <a:lnTo>
                      <a:pt x="13743" y="503278"/>
                    </a:lnTo>
                    <a:cubicBezTo>
                      <a:pt x="5478" y="500033"/>
                      <a:pt x="0" y="492059"/>
                      <a:pt x="0" y="483065"/>
                    </a:cubicBezTo>
                    <a:lnTo>
                      <a:pt x="0" y="149643"/>
                    </a:lnTo>
                    <a:cubicBezTo>
                      <a:pt x="0" y="142874"/>
                      <a:pt x="6871" y="138238"/>
                      <a:pt x="13186" y="140695"/>
                    </a:cubicBezTo>
                    <a:close/>
                    <a:moveTo>
                      <a:pt x="418473" y="52152"/>
                    </a:moveTo>
                    <a:cubicBezTo>
                      <a:pt x="375675" y="52152"/>
                      <a:pt x="340954" y="86828"/>
                      <a:pt x="341047" y="129569"/>
                    </a:cubicBezTo>
                    <a:cubicBezTo>
                      <a:pt x="341047" y="157013"/>
                      <a:pt x="355344" y="181165"/>
                      <a:pt x="376975" y="194887"/>
                    </a:cubicBezTo>
                    <a:cubicBezTo>
                      <a:pt x="382452" y="198363"/>
                      <a:pt x="388301" y="201191"/>
                      <a:pt x="394568" y="203092"/>
                    </a:cubicBezTo>
                    <a:cubicBezTo>
                      <a:pt x="402134" y="205595"/>
                      <a:pt x="410118" y="206893"/>
                      <a:pt x="418473" y="206893"/>
                    </a:cubicBezTo>
                    <a:cubicBezTo>
                      <a:pt x="425343" y="206893"/>
                      <a:pt x="431935" y="206012"/>
                      <a:pt x="438248" y="204344"/>
                    </a:cubicBezTo>
                    <a:cubicBezTo>
                      <a:pt x="444468" y="202721"/>
                      <a:pt x="450270" y="200403"/>
                      <a:pt x="455701" y="197436"/>
                    </a:cubicBezTo>
                    <a:cubicBezTo>
                      <a:pt x="479653" y="184271"/>
                      <a:pt x="495946" y="158774"/>
                      <a:pt x="495946" y="129569"/>
                    </a:cubicBezTo>
                    <a:cubicBezTo>
                      <a:pt x="495946" y="86828"/>
                      <a:pt x="461225" y="52152"/>
                      <a:pt x="418473" y="52152"/>
                    </a:cubicBezTo>
                    <a:close/>
                    <a:moveTo>
                      <a:pt x="419123" y="0"/>
                    </a:moveTo>
                    <a:cubicBezTo>
                      <a:pt x="492975" y="0"/>
                      <a:pt x="552809" y="59755"/>
                      <a:pt x="552809" y="133509"/>
                    </a:cubicBezTo>
                    <a:cubicBezTo>
                      <a:pt x="552809" y="165218"/>
                      <a:pt x="540137" y="196138"/>
                      <a:pt x="524540" y="224509"/>
                    </a:cubicBezTo>
                    <a:cubicBezTo>
                      <a:pt x="518599" y="235310"/>
                      <a:pt x="512239" y="245741"/>
                      <a:pt x="505973" y="255708"/>
                    </a:cubicBezTo>
                    <a:cubicBezTo>
                      <a:pt x="486802" y="286350"/>
                      <a:pt x="464382" y="315045"/>
                      <a:pt x="439315" y="341051"/>
                    </a:cubicBezTo>
                    <a:cubicBezTo>
                      <a:pt x="438944" y="341376"/>
                      <a:pt x="438619" y="341747"/>
                      <a:pt x="438248" y="342071"/>
                    </a:cubicBezTo>
                    <a:cubicBezTo>
                      <a:pt x="432863" y="347078"/>
                      <a:pt x="426086" y="349581"/>
                      <a:pt x="419262" y="349581"/>
                    </a:cubicBezTo>
                    <a:cubicBezTo>
                      <a:pt x="411882" y="349581"/>
                      <a:pt x="404548" y="346614"/>
                      <a:pt x="398978" y="340681"/>
                    </a:cubicBezTo>
                    <a:cubicBezTo>
                      <a:pt x="398467" y="340124"/>
                      <a:pt x="397910" y="339568"/>
                      <a:pt x="397492" y="339151"/>
                    </a:cubicBezTo>
                    <a:cubicBezTo>
                      <a:pt x="369130" y="308740"/>
                      <a:pt x="344575" y="274668"/>
                      <a:pt x="323593" y="238880"/>
                    </a:cubicBezTo>
                    <a:cubicBezTo>
                      <a:pt x="315285" y="224741"/>
                      <a:pt x="306929" y="210138"/>
                      <a:pt x="300198" y="195026"/>
                    </a:cubicBezTo>
                    <a:cubicBezTo>
                      <a:pt x="291518" y="175556"/>
                      <a:pt x="285437" y="155158"/>
                      <a:pt x="285437" y="133509"/>
                    </a:cubicBezTo>
                    <a:cubicBezTo>
                      <a:pt x="285437" y="59755"/>
                      <a:pt x="345317" y="0"/>
                      <a:pt x="419123"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cs typeface="+mn-ea"/>
                  <a:sym typeface="+mn-lt"/>
                </a:endParaRPr>
              </a:p>
            </p:txBody>
          </p:sp>
        </p:grpSp>
        <p:grpSp>
          <p:nvGrpSpPr>
            <p:cNvPr id="43" name="组合 42">
              <a:extLst>
                <a:ext uri="{FF2B5EF4-FFF2-40B4-BE49-F238E27FC236}">
                  <a16:creationId xmlns:a16="http://schemas.microsoft.com/office/drawing/2014/main" id="{65CC17A5-32DB-44A5-95AD-EC3B86C9FA45}"/>
                </a:ext>
              </a:extLst>
            </p:cNvPr>
            <p:cNvGrpSpPr/>
            <p:nvPr/>
          </p:nvGrpSpPr>
          <p:grpSpPr>
            <a:xfrm>
              <a:off x="1259398" y="4272447"/>
              <a:ext cx="3941252" cy="1027435"/>
              <a:chOff x="7483989" y="3314482"/>
              <a:chExt cx="3941252" cy="1027435"/>
            </a:xfrm>
          </p:grpSpPr>
          <p:sp>
            <p:nvSpPr>
              <p:cNvPr id="45" name="矩形 44">
                <a:extLst>
                  <a:ext uri="{FF2B5EF4-FFF2-40B4-BE49-F238E27FC236}">
                    <a16:creationId xmlns:a16="http://schemas.microsoft.com/office/drawing/2014/main" id="{CC0AC830-1337-4F3B-9A92-D4271D19A709}"/>
                  </a:ext>
                </a:extLst>
              </p:cNvPr>
              <p:cNvSpPr/>
              <p:nvPr/>
            </p:nvSpPr>
            <p:spPr>
              <a:xfrm>
                <a:off x="7483989" y="3732519"/>
                <a:ext cx="3941252" cy="609398"/>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p>
            </p:txBody>
          </p:sp>
          <p:sp>
            <p:nvSpPr>
              <p:cNvPr id="46" name="矩形 45">
                <a:extLst>
                  <a:ext uri="{FF2B5EF4-FFF2-40B4-BE49-F238E27FC236}">
                    <a16:creationId xmlns:a16="http://schemas.microsoft.com/office/drawing/2014/main" id="{FA7DBA59-7159-4C51-8557-87C73AC85E70}"/>
                  </a:ext>
                </a:extLst>
              </p:cNvPr>
              <p:cNvSpPr/>
              <p:nvPr/>
            </p:nvSpPr>
            <p:spPr>
              <a:xfrm>
                <a:off x="7483989" y="3314482"/>
                <a:ext cx="2050552" cy="410882"/>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b="1" dirty="0">
                    <a:solidFill>
                      <a:schemeClr val="tx1">
                        <a:lumMod val="85000"/>
                        <a:lumOff val="15000"/>
                      </a:schemeClr>
                    </a:solidFill>
                    <a:cs typeface="+mn-ea"/>
                    <a:sym typeface="+mn-lt"/>
                  </a:rPr>
                  <a:t>添加标题</a:t>
                </a:r>
              </a:p>
            </p:txBody>
          </p:sp>
        </p:grpSp>
      </p:grpSp>
      <p:grpSp>
        <p:nvGrpSpPr>
          <p:cNvPr id="49" name="组合 48">
            <a:extLst>
              <a:ext uri="{FF2B5EF4-FFF2-40B4-BE49-F238E27FC236}">
                <a16:creationId xmlns:a16="http://schemas.microsoft.com/office/drawing/2014/main" id="{0068E492-48EA-40CF-9EA9-7F058B58C055}"/>
              </a:ext>
            </a:extLst>
          </p:cNvPr>
          <p:cNvGrpSpPr/>
          <p:nvPr/>
        </p:nvGrpSpPr>
        <p:grpSpPr>
          <a:xfrm>
            <a:off x="6209266" y="1724026"/>
            <a:ext cx="5132387" cy="1704974"/>
            <a:chOff x="6184901" y="1943101"/>
            <a:chExt cx="5132387" cy="1704974"/>
          </a:xfrm>
        </p:grpSpPr>
        <p:grpSp>
          <p:nvGrpSpPr>
            <p:cNvPr id="50" name="组合 49">
              <a:extLst>
                <a:ext uri="{FF2B5EF4-FFF2-40B4-BE49-F238E27FC236}">
                  <a16:creationId xmlns:a16="http://schemas.microsoft.com/office/drawing/2014/main" id="{BA1D69F3-EF9A-4964-B5F6-F2720828230E}"/>
                </a:ext>
              </a:extLst>
            </p:cNvPr>
            <p:cNvGrpSpPr/>
            <p:nvPr/>
          </p:nvGrpSpPr>
          <p:grpSpPr>
            <a:xfrm>
              <a:off x="6184901" y="1943101"/>
              <a:ext cx="5132387" cy="1704974"/>
              <a:chOff x="874713" y="1752601"/>
              <a:chExt cx="5132387" cy="1704974"/>
            </a:xfrm>
          </p:grpSpPr>
          <p:sp>
            <p:nvSpPr>
              <p:cNvPr id="54" name="矩形 53">
                <a:extLst>
                  <a:ext uri="{FF2B5EF4-FFF2-40B4-BE49-F238E27FC236}">
                    <a16:creationId xmlns:a16="http://schemas.microsoft.com/office/drawing/2014/main" id="{56C62840-852B-459A-AC41-F5C2D792AE77}"/>
                  </a:ext>
                </a:extLst>
              </p:cNvPr>
              <p:cNvSpPr/>
              <p:nvPr/>
            </p:nvSpPr>
            <p:spPr>
              <a:xfrm>
                <a:off x="874713" y="1752601"/>
                <a:ext cx="5132387" cy="1704974"/>
              </a:xfrm>
              <a:prstGeom prst="rect">
                <a:avLst/>
              </a:prstGeom>
              <a:noFill/>
              <a:ln>
                <a:solidFill>
                  <a:srgbClr val="A6A6A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cs typeface="+mn-ea"/>
                  <a:sym typeface="+mn-lt"/>
                </a:endParaRPr>
              </a:p>
            </p:txBody>
          </p:sp>
          <p:sp>
            <p:nvSpPr>
              <p:cNvPr id="55" name="椭圆 34">
                <a:extLst>
                  <a:ext uri="{FF2B5EF4-FFF2-40B4-BE49-F238E27FC236}">
                    <a16:creationId xmlns:a16="http://schemas.microsoft.com/office/drawing/2014/main" id="{78FD1E3B-A784-4927-AEB3-FD3C3D8E4C63}"/>
                  </a:ext>
                </a:extLst>
              </p:cNvPr>
              <p:cNvSpPr/>
              <p:nvPr/>
            </p:nvSpPr>
            <p:spPr>
              <a:xfrm>
                <a:off x="5200650" y="2065550"/>
                <a:ext cx="586015" cy="365766"/>
              </a:xfrm>
              <a:custGeom>
                <a:avLst/>
                <a:gdLst>
                  <a:gd name="connsiteX0" fmla="*/ 509262 w 608697"/>
                  <a:gd name="connsiteY0" fmla="*/ 287324 h 379924"/>
                  <a:gd name="connsiteX1" fmla="*/ 488226 w 608697"/>
                  <a:gd name="connsiteY1" fmla="*/ 308258 h 379924"/>
                  <a:gd name="connsiteX2" fmla="*/ 509262 w 608697"/>
                  <a:gd name="connsiteY2" fmla="*/ 329266 h 379924"/>
                  <a:gd name="connsiteX3" fmla="*/ 530223 w 608697"/>
                  <a:gd name="connsiteY3" fmla="*/ 308258 h 379924"/>
                  <a:gd name="connsiteX4" fmla="*/ 509262 w 608697"/>
                  <a:gd name="connsiteY4" fmla="*/ 287324 h 379924"/>
                  <a:gd name="connsiteX5" fmla="*/ 442648 w 608697"/>
                  <a:gd name="connsiteY5" fmla="*/ 287324 h 379924"/>
                  <a:gd name="connsiteX6" fmla="*/ 421687 w 608697"/>
                  <a:gd name="connsiteY6" fmla="*/ 308332 h 379924"/>
                  <a:gd name="connsiteX7" fmla="*/ 442648 w 608697"/>
                  <a:gd name="connsiteY7" fmla="*/ 329266 h 379924"/>
                  <a:gd name="connsiteX8" fmla="*/ 463684 w 608697"/>
                  <a:gd name="connsiteY8" fmla="*/ 308332 h 379924"/>
                  <a:gd name="connsiteX9" fmla="*/ 442648 w 608697"/>
                  <a:gd name="connsiteY9" fmla="*/ 287324 h 379924"/>
                  <a:gd name="connsiteX10" fmla="*/ 380436 w 608697"/>
                  <a:gd name="connsiteY10" fmla="*/ 284940 h 379924"/>
                  <a:gd name="connsiteX11" fmla="*/ 380436 w 608697"/>
                  <a:gd name="connsiteY11" fmla="*/ 332469 h 379924"/>
                  <a:gd name="connsiteX12" fmla="*/ 399457 w 608697"/>
                  <a:gd name="connsiteY12" fmla="*/ 332469 h 379924"/>
                  <a:gd name="connsiteX13" fmla="*/ 399457 w 608697"/>
                  <a:gd name="connsiteY13" fmla="*/ 284940 h 379924"/>
                  <a:gd name="connsiteX14" fmla="*/ 114131 w 608697"/>
                  <a:gd name="connsiteY14" fmla="*/ 199418 h 379924"/>
                  <a:gd name="connsiteX15" fmla="*/ 171196 w 608697"/>
                  <a:gd name="connsiteY15" fmla="*/ 199418 h 379924"/>
                  <a:gd name="connsiteX16" fmla="*/ 437501 w 608697"/>
                  <a:gd name="connsiteY16" fmla="*/ 199418 h 379924"/>
                  <a:gd name="connsiteX17" fmla="*/ 494566 w 608697"/>
                  <a:gd name="connsiteY17" fmla="*/ 199418 h 379924"/>
                  <a:gd name="connsiteX18" fmla="*/ 513588 w 608697"/>
                  <a:gd name="connsiteY18" fmla="*/ 218415 h 379924"/>
                  <a:gd name="connsiteX19" fmla="*/ 608697 w 608697"/>
                  <a:gd name="connsiteY19" fmla="*/ 360927 h 379924"/>
                  <a:gd name="connsiteX20" fmla="*/ 589675 w 608697"/>
                  <a:gd name="connsiteY20" fmla="*/ 379924 h 379924"/>
                  <a:gd name="connsiteX21" fmla="*/ 19022 w 608697"/>
                  <a:gd name="connsiteY21" fmla="*/ 379924 h 379924"/>
                  <a:gd name="connsiteX22" fmla="*/ 0 w 608697"/>
                  <a:gd name="connsiteY22" fmla="*/ 360927 h 379924"/>
                  <a:gd name="connsiteX23" fmla="*/ 95109 w 608697"/>
                  <a:gd name="connsiteY23" fmla="*/ 218415 h 379924"/>
                  <a:gd name="connsiteX24" fmla="*/ 114131 w 608697"/>
                  <a:gd name="connsiteY24" fmla="*/ 199418 h 379924"/>
                  <a:gd name="connsiteX25" fmla="*/ 190214 w 608697"/>
                  <a:gd name="connsiteY25" fmla="*/ 0 h 379924"/>
                  <a:gd name="connsiteX26" fmla="*/ 418484 w 608697"/>
                  <a:gd name="connsiteY26" fmla="*/ 0 h 379924"/>
                  <a:gd name="connsiteX27" fmla="*/ 437506 w 608697"/>
                  <a:gd name="connsiteY27" fmla="*/ 18997 h 379924"/>
                  <a:gd name="connsiteX28" fmla="*/ 437506 w 608697"/>
                  <a:gd name="connsiteY28" fmla="*/ 180436 h 379924"/>
                  <a:gd name="connsiteX29" fmla="*/ 171192 w 608697"/>
                  <a:gd name="connsiteY29" fmla="*/ 180436 h 379924"/>
                  <a:gd name="connsiteX30" fmla="*/ 171192 w 608697"/>
                  <a:gd name="connsiteY30" fmla="*/ 18997 h 379924"/>
                  <a:gd name="connsiteX31" fmla="*/ 190214 w 608697"/>
                  <a:gd name="connsiteY31" fmla="*/ 0 h 379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08697" h="379924">
                    <a:moveTo>
                      <a:pt x="509262" y="287324"/>
                    </a:moveTo>
                    <a:cubicBezTo>
                      <a:pt x="497625" y="287324"/>
                      <a:pt x="488226" y="296711"/>
                      <a:pt x="488226" y="308258"/>
                    </a:cubicBezTo>
                    <a:cubicBezTo>
                      <a:pt x="488226" y="319879"/>
                      <a:pt x="497625" y="329266"/>
                      <a:pt x="509262" y="329266"/>
                    </a:cubicBezTo>
                    <a:cubicBezTo>
                      <a:pt x="520824" y="329266"/>
                      <a:pt x="530223" y="319879"/>
                      <a:pt x="530223" y="308258"/>
                    </a:cubicBezTo>
                    <a:cubicBezTo>
                      <a:pt x="530223" y="296711"/>
                      <a:pt x="520824" y="287324"/>
                      <a:pt x="509262" y="287324"/>
                    </a:cubicBezTo>
                    <a:close/>
                    <a:moveTo>
                      <a:pt x="442648" y="287324"/>
                    </a:moveTo>
                    <a:cubicBezTo>
                      <a:pt x="431086" y="287324"/>
                      <a:pt x="421687" y="296711"/>
                      <a:pt x="421687" y="308332"/>
                    </a:cubicBezTo>
                    <a:cubicBezTo>
                      <a:pt x="421687" y="319879"/>
                      <a:pt x="431086" y="329266"/>
                      <a:pt x="442648" y="329266"/>
                    </a:cubicBezTo>
                    <a:cubicBezTo>
                      <a:pt x="454285" y="329266"/>
                      <a:pt x="463684" y="319879"/>
                      <a:pt x="463684" y="308332"/>
                    </a:cubicBezTo>
                    <a:cubicBezTo>
                      <a:pt x="463684" y="296711"/>
                      <a:pt x="454285" y="287324"/>
                      <a:pt x="442648" y="287324"/>
                    </a:cubicBezTo>
                    <a:close/>
                    <a:moveTo>
                      <a:pt x="380436" y="284940"/>
                    </a:moveTo>
                    <a:lnTo>
                      <a:pt x="380436" y="332469"/>
                    </a:lnTo>
                    <a:lnTo>
                      <a:pt x="399457" y="332469"/>
                    </a:lnTo>
                    <a:lnTo>
                      <a:pt x="399457" y="284940"/>
                    </a:lnTo>
                    <a:close/>
                    <a:moveTo>
                      <a:pt x="114131" y="199418"/>
                    </a:moveTo>
                    <a:lnTo>
                      <a:pt x="171196" y="199418"/>
                    </a:lnTo>
                    <a:lnTo>
                      <a:pt x="437501" y="199418"/>
                    </a:lnTo>
                    <a:lnTo>
                      <a:pt x="494566" y="199418"/>
                    </a:lnTo>
                    <a:cubicBezTo>
                      <a:pt x="505084" y="199418"/>
                      <a:pt x="505681" y="206942"/>
                      <a:pt x="513588" y="218415"/>
                    </a:cubicBezTo>
                    <a:lnTo>
                      <a:pt x="608697" y="360927"/>
                    </a:lnTo>
                    <a:cubicBezTo>
                      <a:pt x="608697" y="371431"/>
                      <a:pt x="608697" y="379924"/>
                      <a:pt x="589675" y="379924"/>
                    </a:cubicBezTo>
                    <a:lnTo>
                      <a:pt x="19022" y="379924"/>
                    </a:lnTo>
                    <a:cubicBezTo>
                      <a:pt x="0" y="379924"/>
                      <a:pt x="0" y="371431"/>
                      <a:pt x="0" y="360927"/>
                    </a:cubicBezTo>
                    <a:lnTo>
                      <a:pt x="95109" y="218415"/>
                    </a:lnTo>
                    <a:cubicBezTo>
                      <a:pt x="101450" y="208954"/>
                      <a:pt x="103613" y="199418"/>
                      <a:pt x="114131" y="199418"/>
                    </a:cubicBezTo>
                    <a:close/>
                    <a:moveTo>
                      <a:pt x="190214" y="0"/>
                    </a:moveTo>
                    <a:lnTo>
                      <a:pt x="418484" y="0"/>
                    </a:lnTo>
                    <a:cubicBezTo>
                      <a:pt x="429002" y="0"/>
                      <a:pt x="437506" y="8493"/>
                      <a:pt x="437506" y="18997"/>
                    </a:cubicBezTo>
                    <a:lnTo>
                      <a:pt x="437506" y="180436"/>
                    </a:lnTo>
                    <a:lnTo>
                      <a:pt x="171192" y="180436"/>
                    </a:lnTo>
                    <a:lnTo>
                      <a:pt x="171192" y="18997"/>
                    </a:lnTo>
                    <a:cubicBezTo>
                      <a:pt x="171192" y="8493"/>
                      <a:pt x="179696" y="0"/>
                      <a:pt x="190214"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cs typeface="+mn-ea"/>
                  <a:sym typeface="+mn-lt"/>
                </a:endParaRPr>
              </a:p>
            </p:txBody>
          </p:sp>
        </p:grpSp>
        <p:grpSp>
          <p:nvGrpSpPr>
            <p:cNvPr id="51" name="组合 50">
              <a:extLst>
                <a:ext uri="{FF2B5EF4-FFF2-40B4-BE49-F238E27FC236}">
                  <a16:creationId xmlns:a16="http://schemas.microsoft.com/office/drawing/2014/main" id="{8F337FAB-9464-43B4-85DD-ADB067C342AA}"/>
                </a:ext>
              </a:extLst>
            </p:cNvPr>
            <p:cNvGrpSpPr/>
            <p:nvPr/>
          </p:nvGrpSpPr>
          <p:grpSpPr>
            <a:xfrm>
              <a:off x="6569586" y="2277135"/>
              <a:ext cx="3941252" cy="1027435"/>
              <a:chOff x="7483989" y="3314482"/>
              <a:chExt cx="3941252" cy="1027435"/>
            </a:xfrm>
          </p:grpSpPr>
          <p:sp>
            <p:nvSpPr>
              <p:cNvPr id="52" name="矩形 51">
                <a:extLst>
                  <a:ext uri="{FF2B5EF4-FFF2-40B4-BE49-F238E27FC236}">
                    <a16:creationId xmlns:a16="http://schemas.microsoft.com/office/drawing/2014/main" id="{E29CEE74-6978-42C2-AEF8-51A76074BBB5}"/>
                  </a:ext>
                </a:extLst>
              </p:cNvPr>
              <p:cNvSpPr/>
              <p:nvPr/>
            </p:nvSpPr>
            <p:spPr>
              <a:xfrm>
                <a:off x="7483989" y="3732519"/>
                <a:ext cx="3941252" cy="609398"/>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p>
            </p:txBody>
          </p:sp>
          <p:sp>
            <p:nvSpPr>
              <p:cNvPr id="53" name="矩形 52">
                <a:extLst>
                  <a:ext uri="{FF2B5EF4-FFF2-40B4-BE49-F238E27FC236}">
                    <a16:creationId xmlns:a16="http://schemas.microsoft.com/office/drawing/2014/main" id="{55EABE5D-52B4-480E-B867-55BA2DC47567}"/>
                  </a:ext>
                </a:extLst>
              </p:cNvPr>
              <p:cNvSpPr/>
              <p:nvPr/>
            </p:nvSpPr>
            <p:spPr>
              <a:xfrm>
                <a:off x="7483989" y="3314482"/>
                <a:ext cx="2050552" cy="410882"/>
              </a:xfrm>
              <a:prstGeom prst="rect">
                <a:avLst/>
              </a:prstGeom>
            </p:spPr>
            <p:txBody>
              <a:bodyPr wrap="square">
                <a:spAutoFit/>
                <a:scene3d>
                  <a:camera prst="orthographicFront"/>
                  <a:lightRig rig="threePt" dir="t"/>
                </a:scene3d>
                <a:sp3d contourW="12700"/>
              </a:bodyPr>
              <a:lstStyle/>
              <a:p>
                <a:pPr algn="just">
                  <a:lnSpc>
                    <a:spcPct val="120000"/>
                  </a:lnSpc>
                </a:pPr>
                <a:r>
                  <a:rPr lang="zh-CN" altLang="en-US" b="1" dirty="0">
                    <a:solidFill>
                      <a:schemeClr val="tx1">
                        <a:lumMod val="85000"/>
                        <a:lumOff val="15000"/>
                      </a:schemeClr>
                    </a:solidFill>
                    <a:cs typeface="+mn-ea"/>
                    <a:sym typeface="+mn-lt"/>
                  </a:rPr>
                  <a:t>添加标题</a:t>
                </a:r>
              </a:p>
            </p:txBody>
          </p:sp>
        </p:grpSp>
      </p:grpSp>
      <p:grpSp>
        <p:nvGrpSpPr>
          <p:cNvPr id="56" name="组合 55">
            <a:extLst>
              <a:ext uri="{FF2B5EF4-FFF2-40B4-BE49-F238E27FC236}">
                <a16:creationId xmlns:a16="http://schemas.microsoft.com/office/drawing/2014/main" id="{3554FC24-7256-4F78-87CE-091DA436F8AE}"/>
              </a:ext>
            </a:extLst>
          </p:cNvPr>
          <p:cNvGrpSpPr/>
          <p:nvPr/>
        </p:nvGrpSpPr>
        <p:grpSpPr>
          <a:xfrm>
            <a:off x="6209266" y="3703638"/>
            <a:ext cx="5132387" cy="1704974"/>
            <a:chOff x="6184901" y="3922713"/>
            <a:chExt cx="5132387" cy="1704974"/>
          </a:xfrm>
        </p:grpSpPr>
        <p:grpSp>
          <p:nvGrpSpPr>
            <p:cNvPr id="57" name="组合 56">
              <a:extLst>
                <a:ext uri="{FF2B5EF4-FFF2-40B4-BE49-F238E27FC236}">
                  <a16:creationId xmlns:a16="http://schemas.microsoft.com/office/drawing/2014/main" id="{2791146E-297D-4C75-A239-E9AEF4A2FD0C}"/>
                </a:ext>
              </a:extLst>
            </p:cNvPr>
            <p:cNvGrpSpPr/>
            <p:nvPr/>
          </p:nvGrpSpPr>
          <p:grpSpPr>
            <a:xfrm>
              <a:off x="6184901" y="3922713"/>
              <a:ext cx="5132387" cy="1704974"/>
              <a:chOff x="874713" y="1752601"/>
              <a:chExt cx="5132387" cy="1704974"/>
            </a:xfrm>
          </p:grpSpPr>
          <p:sp>
            <p:nvSpPr>
              <p:cNvPr id="61" name="矩形 60">
                <a:extLst>
                  <a:ext uri="{FF2B5EF4-FFF2-40B4-BE49-F238E27FC236}">
                    <a16:creationId xmlns:a16="http://schemas.microsoft.com/office/drawing/2014/main" id="{10A725E9-0882-49FB-A522-44B11E5876A0}"/>
                  </a:ext>
                </a:extLst>
              </p:cNvPr>
              <p:cNvSpPr/>
              <p:nvPr/>
            </p:nvSpPr>
            <p:spPr>
              <a:xfrm>
                <a:off x="874713" y="1752601"/>
                <a:ext cx="5132387" cy="1704974"/>
              </a:xfrm>
              <a:prstGeom prst="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cs typeface="+mn-ea"/>
                  <a:sym typeface="+mn-lt"/>
                </a:endParaRPr>
              </a:p>
            </p:txBody>
          </p:sp>
          <p:sp>
            <p:nvSpPr>
              <p:cNvPr id="62" name="椭圆 37">
                <a:extLst>
                  <a:ext uri="{FF2B5EF4-FFF2-40B4-BE49-F238E27FC236}">
                    <a16:creationId xmlns:a16="http://schemas.microsoft.com/office/drawing/2014/main" id="{3F31259F-DD2B-4181-928D-2F42AE6C56EF}"/>
                  </a:ext>
                </a:extLst>
              </p:cNvPr>
              <p:cNvSpPr/>
              <p:nvPr/>
            </p:nvSpPr>
            <p:spPr>
              <a:xfrm>
                <a:off x="5231643" y="1955426"/>
                <a:ext cx="524028" cy="586015"/>
              </a:xfrm>
              <a:custGeom>
                <a:avLst/>
                <a:gdLst>
                  <a:gd name="T0" fmla="*/ 3531 w 3631"/>
                  <a:gd name="T1" fmla="*/ 0 h 4067"/>
                  <a:gd name="T2" fmla="*/ 1249 w 3631"/>
                  <a:gd name="T3" fmla="*/ 0 h 4067"/>
                  <a:gd name="T4" fmla="*/ 1178 w 3631"/>
                  <a:gd name="T5" fmla="*/ 29 h 4067"/>
                  <a:gd name="T6" fmla="*/ 29 w 3631"/>
                  <a:gd name="T7" fmla="*/ 1179 h 4067"/>
                  <a:gd name="T8" fmla="*/ 0 w 3631"/>
                  <a:gd name="T9" fmla="*/ 1249 h 4067"/>
                  <a:gd name="T10" fmla="*/ 0 w 3631"/>
                  <a:gd name="T11" fmla="*/ 3967 h 4067"/>
                  <a:gd name="T12" fmla="*/ 100 w 3631"/>
                  <a:gd name="T13" fmla="*/ 4067 h 4067"/>
                  <a:gd name="T14" fmla="*/ 3531 w 3631"/>
                  <a:gd name="T15" fmla="*/ 4067 h 4067"/>
                  <a:gd name="T16" fmla="*/ 3631 w 3631"/>
                  <a:gd name="T17" fmla="*/ 3967 h 4067"/>
                  <a:gd name="T18" fmla="*/ 3631 w 3631"/>
                  <a:gd name="T19" fmla="*/ 100 h 4067"/>
                  <a:gd name="T20" fmla="*/ 3531 w 3631"/>
                  <a:gd name="T21" fmla="*/ 0 h 4067"/>
                  <a:gd name="T22" fmla="*/ 2636 w 3631"/>
                  <a:gd name="T23" fmla="*/ 1442 h 4067"/>
                  <a:gd name="T24" fmla="*/ 2932 w 3631"/>
                  <a:gd name="T25" fmla="*/ 1442 h 4067"/>
                  <a:gd name="T26" fmla="*/ 2932 w 3631"/>
                  <a:gd name="T27" fmla="*/ 449 h 4067"/>
                  <a:gd name="T28" fmla="*/ 2998 w 3631"/>
                  <a:gd name="T29" fmla="*/ 382 h 4067"/>
                  <a:gd name="T30" fmla="*/ 3065 w 3631"/>
                  <a:gd name="T31" fmla="*/ 449 h 4067"/>
                  <a:gd name="T32" fmla="*/ 3065 w 3631"/>
                  <a:gd name="T33" fmla="*/ 1509 h 4067"/>
                  <a:gd name="T34" fmla="*/ 2998 w 3631"/>
                  <a:gd name="T35" fmla="*/ 1575 h 4067"/>
                  <a:gd name="T36" fmla="*/ 2636 w 3631"/>
                  <a:gd name="T37" fmla="*/ 1575 h 4067"/>
                  <a:gd name="T38" fmla="*/ 2569 w 3631"/>
                  <a:gd name="T39" fmla="*/ 1509 h 4067"/>
                  <a:gd name="T40" fmla="*/ 2636 w 3631"/>
                  <a:gd name="T41" fmla="*/ 1442 h 4067"/>
                  <a:gd name="T42" fmla="*/ 1966 w 3631"/>
                  <a:gd name="T43" fmla="*/ 1442 h 4067"/>
                  <a:gd name="T44" fmla="*/ 2262 w 3631"/>
                  <a:gd name="T45" fmla="*/ 1442 h 4067"/>
                  <a:gd name="T46" fmla="*/ 2262 w 3631"/>
                  <a:gd name="T47" fmla="*/ 449 h 4067"/>
                  <a:gd name="T48" fmla="*/ 2329 w 3631"/>
                  <a:gd name="T49" fmla="*/ 382 h 4067"/>
                  <a:gd name="T50" fmla="*/ 2395 w 3631"/>
                  <a:gd name="T51" fmla="*/ 449 h 4067"/>
                  <a:gd name="T52" fmla="*/ 2395 w 3631"/>
                  <a:gd name="T53" fmla="*/ 1509 h 4067"/>
                  <a:gd name="T54" fmla="*/ 2329 w 3631"/>
                  <a:gd name="T55" fmla="*/ 1575 h 4067"/>
                  <a:gd name="T56" fmla="*/ 1966 w 3631"/>
                  <a:gd name="T57" fmla="*/ 1575 h 4067"/>
                  <a:gd name="T58" fmla="*/ 1899 w 3631"/>
                  <a:gd name="T59" fmla="*/ 1509 h 4067"/>
                  <a:gd name="T60" fmla="*/ 1966 w 3631"/>
                  <a:gd name="T61" fmla="*/ 1442 h 4067"/>
                  <a:gd name="T62" fmla="*/ 1296 w 3631"/>
                  <a:gd name="T63" fmla="*/ 1442 h 4067"/>
                  <a:gd name="T64" fmla="*/ 1592 w 3631"/>
                  <a:gd name="T65" fmla="*/ 1442 h 4067"/>
                  <a:gd name="T66" fmla="*/ 1592 w 3631"/>
                  <a:gd name="T67" fmla="*/ 449 h 4067"/>
                  <a:gd name="T68" fmla="*/ 1659 w 3631"/>
                  <a:gd name="T69" fmla="*/ 382 h 4067"/>
                  <a:gd name="T70" fmla="*/ 1726 w 3631"/>
                  <a:gd name="T71" fmla="*/ 449 h 4067"/>
                  <a:gd name="T72" fmla="*/ 1726 w 3631"/>
                  <a:gd name="T73" fmla="*/ 1509 h 4067"/>
                  <a:gd name="T74" fmla="*/ 1659 w 3631"/>
                  <a:gd name="T75" fmla="*/ 1575 h 4067"/>
                  <a:gd name="T76" fmla="*/ 1296 w 3631"/>
                  <a:gd name="T77" fmla="*/ 1575 h 4067"/>
                  <a:gd name="T78" fmla="*/ 1230 w 3631"/>
                  <a:gd name="T79" fmla="*/ 1509 h 4067"/>
                  <a:gd name="T80" fmla="*/ 1296 w 3631"/>
                  <a:gd name="T81" fmla="*/ 1442 h 4067"/>
                  <a:gd name="T82" fmla="*/ 3121 w 3631"/>
                  <a:gd name="T83" fmla="*/ 3413 h 4067"/>
                  <a:gd name="T84" fmla="*/ 510 w 3631"/>
                  <a:gd name="T85" fmla="*/ 3413 h 4067"/>
                  <a:gd name="T86" fmla="*/ 510 w 3631"/>
                  <a:gd name="T87" fmla="*/ 2126 h 4067"/>
                  <a:gd name="T88" fmla="*/ 3121 w 3631"/>
                  <a:gd name="T89" fmla="*/ 2126 h 4067"/>
                  <a:gd name="T90" fmla="*/ 3121 w 3631"/>
                  <a:gd name="T91" fmla="*/ 3413 h 40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631" h="4067">
                    <a:moveTo>
                      <a:pt x="3531" y="0"/>
                    </a:moveTo>
                    <a:lnTo>
                      <a:pt x="1249" y="0"/>
                    </a:lnTo>
                    <a:cubicBezTo>
                      <a:pt x="1222" y="0"/>
                      <a:pt x="1197" y="11"/>
                      <a:pt x="1178" y="29"/>
                    </a:cubicBezTo>
                    <a:lnTo>
                      <a:pt x="29" y="1179"/>
                    </a:lnTo>
                    <a:cubicBezTo>
                      <a:pt x="10" y="1197"/>
                      <a:pt x="0" y="1223"/>
                      <a:pt x="0" y="1249"/>
                    </a:cubicBezTo>
                    <a:lnTo>
                      <a:pt x="0" y="3967"/>
                    </a:lnTo>
                    <a:cubicBezTo>
                      <a:pt x="0" y="4022"/>
                      <a:pt x="44" y="4067"/>
                      <a:pt x="100" y="4067"/>
                    </a:cubicBezTo>
                    <a:lnTo>
                      <a:pt x="3531" y="4067"/>
                    </a:lnTo>
                    <a:cubicBezTo>
                      <a:pt x="3586" y="4067"/>
                      <a:pt x="3631" y="4022"/>
                      <a:pt x="3631" y="3967"/>
                    </a:cubicBezTo>
                    <a:lnTo>
                      <a:pt x="3631" y="100"/>
                    </a:lnTo>
                    <a:cubicBezTo>
                      <a:pt x="3631" y="45"/>
                      <a:pt x="3586" y="0"/>
                      <a:pt x="3531" y="0"/>
                    </a:cubicBezTo>
                    <a:close/>
                    <a:moveTo>
                      <a:pt x="2636" y="1442"/>
                    </a:moveTo>
                    <a:lnTo>
                      <a:pt x="2932" y="1442"/>
                    </a:lnTo>
                    <a:lnTo>
                      <a:pt x="2932" y="449"/>
                    </a:lnTo>
                    <a:cubicBezTo>
                      <a:pt x="2932" y="412"/>
                      <a:pt x="2961" y="382"/>
                      <a:pt x="2998" y="382"/>
                    </a:cubicBezTo>
                    <a:cubicBezTo>
                      <a:pt x="3035" y="382"/>
                      <a:pt x="3065" y="412"/>
                      <a:pt x="3065" y="449"/>
                    </a:cubicBezTo>
                    <a:lnTo>
                      <a:pt x="3065" y="1509"/>
                    </a:lnTo>
                    <a:cubicBezTo>
                      <a:pt x="3065" y="1546"/>
                      <a:pt x="3035" y="1575"/>
                      <a:pt x="2998" y="1575"/>
                    </a:cubicBezTo>
                    <a:lnTo>
                      <a:pt x="2636" y="1575"/>
                    </a:lnTo>
                    <a:cubicBezTo>
                      <a:pt x="2599" y="1575"/>
                      <a:pt x="2569" y="1546"/>
                      <a:pt x="2569" y="1509"/>
                    </a:cubicBezTo>
                    <a:cubicBezTo>
                      <a:pt x="2569" y="1472"/>
                      <a:pt x="2599" y="1442"/>
                      <a:pt x="2636" y="1442"/>
                    </a:cubicBezTo>
                    <a:close/>
                    <a:moveTo>
                      <a:pt x="1966" y="1442"/>
                    </a:moveTo>
                    <a:lnTo>
                      <a:pt x="2262" y="1442"/>
                    </a:lnTo>
                    <a:lnTo>
                      <a:pt x="2262" y="449"/>
                    </a:lnTo>
                    <a:cubicBezTo>
                      <a:pt x="2262" y="412"/>
                      <a:pt x="2292" y="382"/>
                      <a:pt x="2329" y="382"/>
                    </a:cubicBezTo>
                    <a:cubicBezTo>
                      <a:pt x="2366" y="382"/>
                      <a:pt x="2395" y="412"/>
                      <a:pt x="2395" y="449"/>
                    </a:cubicBezTo>
                    <a:lnTo>
                      <a:pt x="2395" y="1509"/>
                    </a:lnTo>
                    <a:cubicBezTo>
                      <a:pt x="2395" y="1546"/>
                      <a:pt x="2366" y="1575"/>
                      <a:pt x="2329" y="1575"/>
                    </a:cubicBezTo>
                    <a:lnTo>
                      <a:pt x="1966" y="1575"/>
                    </a:lnTo>
                    <a:cubicBezTo>
                      <a:pt x="1929" y="1575"/>
                      <a:pt x="1899" y="1546"/>
                      <a:pt x="1899" y="1509"/>
                    </a:cubicBezTo>
                    <a:cubicBezTo>
                      <a:pt x="1899" y="1472"/>
                      <a:pt x="1929" y="1442"/>
                      <a:pt x="1966" y="1442"/>
                    </a:cubicBezTo>
                    <a:close/>
                    <a:moveTo>
                      <a:pt x="1296" y="1442"/>
                    </a:moveTo>
                    <a:lnTo>
                      <a:pt x="1592" y="1442"/>
                    </a:lnTo>
                    <a:lnTo>
                      <a:pt x="1592" y="449"/>
                    </a:lnTo>
                    <a:cubicBezTo>
                      <a:pt x="1592" y="412"/>
                      <a:pt x="1622" y="382"/>
                      <a:pt x="1659" y="382"/>
                    </a:cubicBezTo>
                    <a:cubicBezTo>
                      <a:pt x="1696" y="382"/>
                      <a:pt x="1726" y="412"/>
                      <a:pt x="1726" y="449"/>
                    </a:cubicBezTo>
                    <a:lnTo>
                      <a:pt x="1726" y="1509"/>
                    </a:lnTo>
                    <a:cubicBezTo>
                      <a:pt x="1726" y="1546"/>
                      <a:pt x="1696" y="1575"/>
                      <a:pt x="1659" y="1575"/>
                    </a:cubicBezTo>
                    <a:lnTo>
                      <a:pt x="1296" y="1575"/>
                    </a:lnTo>
                    <a:cubicBezTo>
                      <a:pt x="1260" y="1575"/>
                      <a:pt x="1230" y="1546"/>
                      <a:pt x="1230" y="1509"/>
                    </a:cubicBezTo>
                    <a:cubicBezTo>
                      <a:pt x="1230" y="1472"/>
                      <a:pt x="1260" y="1442"/>
                      <a:pt x="1296" y="1442"/>
                    </a:cubicBezTo>
                    <a:close/>
                    <a:moveTo>
                      <a:pt x="3121" y="3413"/>
                    </a:moveTo>
                    <a:lnTo>
                      <a:pt x="510" y="3413"/>
                    </a:lnTo>
                    <a:lnTo>
                      <a:pt x="510" y="2126"/>
                    </a:lnTo>
                    <a:lnTo>
                      <a:pt x="3121" y="2126"/>
                    </a:lnTo>
                    <a:lnTo>
                      <a:pt x="3121" y="3413"/>
                    </a:lnTo>
                    <a:close/>
                  </a:path>
                </a:pathLst>
              </a:custGeom>
              <a:solidFill>
                <a:schemeClr val="accent1"/>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cs typeface="+mn-ea"/>
                  <a:sym typeface="+mn-lt"/>
                </a:endParaRPr>
              </a:p>
            </p:txBody>
          </p:sp>
        </p:grpSp>
        <p:grpSp>
          <p:nvGrpSpPr>
            <p:cNvPr id="58" name="组合 57">
              <a:extLst>
                <a:ext uri="{FF2B5EF4-FFF2-40B4-BE49-F238E27FC236}">
                  <a16:creationId xmlns:a16="http://schemas.microsoft.com/office/drawing/2014/main" id="{BECA6147-BC6D-4564-8750-DD039C767F23}"/>
                </a:ext>
              </a:extLst>
            </p:cNvPr>
            <p:cNvGrpSpPr/>
            <p:nvPr/>
          </p:nvGrpSpPr>
          <p:grpSpPr>
            <a:xfrm>
              <a:off x="6569586" y="4272447"/>
              <a:ext cx="3941252" cy="1027435"/>
              <a:chOff x="7483989" y="3314482"/>
              <a:chExt cx="3941252" cy="1027435"/>
            </a:xfrm>
          </p:grpSpPr>
          <p:sp>
            <p:nvSpPr>
              <p:cNvPr id="59" name="矩形 58">
                <a:extLst>
                  <a:ext uri="{FF2B5EF4-FFF2-40B4-BE49-F238E27FC236}">
                    <a16:creationId xmlns:a16="http://schemas.microsoft.com/office/drawing/2014/main" id="{52F98AD4-199D-4579-B9B8-39405F2C7DEC}"/>
                  </a:ext>
                </a:extLst>
              </p:cNvPr>
              <p:cNvSpPr/>
              <p:nvPr/>
            </p:nvSpPr>
            <p:spPr>
              <a:xfrm>
                <a:off x="7483989" y="3732519"/>
                <a:ext cx="3941252" cy="609398"/>
              </a:xfrm>
              <a:prstGeom prst="rect">
                <a:avLst/>
              </a:prstGeom>
              <a:ln>
                <a:noFill/>
              </a:ln>
            </p:spPr>
            <p:txBody>
              <a:bodyPr wrap="square">
                <a:spAutoFit/>
                <a:scene3d>
                  <a:camera prst="orthographicFront"/>
                  <a:lightRig rig="threePt" dir="t"/>
                </a:scene3d>
                <a:sp3d contourW="12700"/>
              </a:bodyPr>
              <a:lstStyle/>
              <a:p>
                <a:pPr algn="just">
                  <a:lnSpc>
                    <a:spcPct val="120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p>
            </p:txBody>
          </p:sp>
          <p:sp>
            <p:nvSpPr>
              <p:cNvPr id="60" name="矩形 59">
                <a:extLst>
                  <a:ext uri="{FF2B5EF4-FFF2-40B4-BE49-F238E27FC236}">
                    <a16:creationId xmlns:a16="http://schemas.microsoft.com/office/drawing/2014/main" id="{45AE146B-A842-4ED6-BB02-338818217DAA}"/>
                  </a:ext>
                </a:extLst>
              </p:cNvPr>
              <p:cNvSpPr/>
              <p:nvPr/>
            </p:nvSpPr>
            <p:spPr>
              <a:xfrm>
                <a:off x="7483989" y="3314482"/>
                <a:ext cx="2050552" cy="410882"/>
              </a:xfrm>
              <a:prstGeom prst="rect">
                <a:avLst/>
              </a:prstGeom>
              <a:ln>
                <a:noFill/>
              </a:ln>
            </p:spPr>
            <p:txBody>
              <a:bodyPr wrap="square">
                <a:spAutoFit/>
                <a:scene3d>
                  <a:camera prst="orthographicFront"/>
                  <a:lightRig rig="threePt" dir="t"/>
                </a:scene3d>
                <a:sp3d contourW="12700"/>
              </a:bodyPr>
              <a:lstStyle/>
              <a:p>
                <a:pPr algn="just">
                  <a:lnSpc>
                    <a:spcPct val="120000"/>
                  </a:lnSpc>
                </a:pPr>
                <a:r>
                  <a:rPr lang="zh-CN" altLang="en-US" b="1" dirty="0">
                    <a:solidFill>
                      <a:schemeClr val="tx1">
                        <a:lumMod val="85000"/>
                        <a:lumOff val="15000"/>
                      </a:schemeClr>
                    </a:solidFill>
                    <a:cs typeface="+mn-ea"/>
                    <a:sym typeface="+mn-lt"/>
                  </a:rPr>
                  <a:t>添加标题</a:t>
                </a:r>
              </a:p>
            </p:txBody>
          </p:sp>
        </p:grpSp>
      </p:grpSp>
    </p:spTree>
    <p:extLst>
      <p:ext uri="{BB962C8B-B14F-4D97-AF65-F5344CB8AC3E}">
        <p14:creationId xmlns:p14="http://schemas.microsoft.com/office/powerpoint/2010/main" val="241516156"/>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 calcmode="lin" valueType="num">
                                      <p:cBhvr additive="base">
                                        <p:cTn id="7" dur="500"/>
                                        <p:tgtEl>
                                          <p:spTgt spid="23"/>
                                        </p:tgtEl>
                                        <p:attrNameLst>
                                          <p:attrName>ppt_x</p:attrName>
                                        </p:attrNameLst>
                                      </p:cBhvr>
                                      <p:tavLst>
                                        <p:tav tm="0">
                                          <p:val>
                                            <p:strVal val="#ppt_x-#ppt_w*1.125000"/>
                                          </p:val>
                                        </p:tav>
                                        <p:tav tm="100000">
                                          <p:val>
                                            <p:strVal val="#ppt_x"/>
                                          </p:val>
                                        </p:tav>
                                      </p:tavLst>
                                    </p:anim>
                                    <p:animEffect transition="in" filter="wipe(right)">
                                      <p:cBhvr>
                                        <p:cTn id="8" dur="500"/>
                                        <p:tgtEl>
                                          <p:spTgt spid="23"/>
                                        </p:tgtEl>
                                      </p:cBhvr>
                                    </p:animEffect>
                                  </p:childTnLst>
                                </p:cTn>
                              </p:par>
                            </p:childTnLst>
                          </p:cTn>
                        </p:par>
                        <p:par>
                          <p:cTn id="9" fill="hold">
                            <p:stCondLst>
                              <p:cond delay="500"/>
                            </p:stCondLst>
                            <p:childTnLst>
                              <p:par>
                                <p:cTn id="10" presetID="12" presetClass="entr" presetSubtype="1" fill="hold" nodeType="afterEffect">
                                  <p:stCondLst>
                                    <p:cond delay="0"/>
                                  </p:stCondLst>
                                  <p:childTnLst>
                                    <p:set>
                                      <p:cBhvr>
                                        <p:cTn id="11" dur="1" fill="hold">
                                          <p:stCondLst>
                                            <p:cond delay="0"/>
                                          </p:stCondLst>
                                        </p:cTn>
                                        <p:tgtEl>
                                          <p:spTgt spid="49"/>
                                        </p:tgtEl>
                                        <p:attrNameLst>
                                          <p:attrName>style.visibility</p:attrName>
                                        </p:attrNameLst>
                                      </p:cBhvr>
                                      <p:to>
                                        <p:strVal val="visible"/>
                                      </p:to>
                                    </p:set>
                                    <p:anim calcmode="lin" valueType="num">
                                      <p:cBhvr additive="base">
                                        <p:cTn id="12" dur="500"/>
                                        <p:tgtEl>
                                          <p:spTgt spid="49"/>
                                        </p:tgtEl>
                                        <p:attrNameLst>
                                          <p:attrName>ppt_y</p:attrName>
                                        </p:attrNameLst>
                                      </p:cBhvr>
                                      <p:tavLst>
                                        <p:tav tm="0">
                                          <p:val>
                                            <p:strVal val="#ppt_y-#ppt_h*1.125000"/>
                                          </p:val>
                                        </p:tav>
                                        <p:tav tm="100000">
                                          <p:val>
                                            <p:strVal val="#ppt_y"/>
                                          </p:val>
                                        </p:tav>
                                      </p:tavLst>
                                    </p:anim>
                                    <p:animEffect transition="in" filter="wipe(down)">
                                      <p:cBhvr>
                                        <p:cTn id="13" dur="500"/>
                                        <p:tgtEl>
                                          <p:spTgt spid="49"/>
                                        </p:tgtEl>
                                      </p:cBhvr>
                                    </p:animEffect>
                                  </p:childTnLst>
                                </p:cTn>
                              </p:par>
                            </p:childTnLst>
                          </p:cTn>
                        </p:par>
                        <p:par>
                          <p:cTn id="14" fill="hold">
                            <p:stCondLst>
                              <p:cond delay="1000"/>
                            </p:stCondLst>
                            <p:childTnLst>
                              <p:par>
                                <p:cTn id="15" presetID="12" presetClass="entr" presetSubtype="2" fill="hold" nodeType="afterEffect">
                                  <p:stCondLst>
                                    <p:cond delay="0"/>
                                  </p:stCondLst>
                                  <p:childTnLst>
                                    <p:set>
                                      <p:cBhvr>
                                        <p:cTn id="16" dur="1" fill="hold">
                                          <p:stCondLst>
                                            <p:cond delay="0"/>
                                          </p:stCondLst>
                                        </p:cTn>
                                        <p:tgtEl>
                                          <p:spTgt spid="56"/>
                                        </p:tgtEl>
                                        <p:attrNameLst>
                                          <p:attrName>style.visibility</p:attrName>
                                        </p:attrNameLst>
                                      </p:cBhvr>
                                      <p:to>
                                        <p:strVal val="visible"/>
                                      </p:to>
                                    </p:set>
                                    <p:anim calcmode="lin" valueType="num">
                                      <p:cBhvr additive="base">
                                        <p:cTn id="17" dur="500"/>
                                        <p:tgtEl>
                                          <p:spTgt spid="56"/>
                                        </p:tgtEl>
                                        <p:attrNameLst>
                                          <p:attrName>ppt_x</p:attrName>
                                        </p:attrNameLst>
                                      </p:cBhvr>
                                      <p:tavLst>
                                        <p:tav tm="0">
                                          <p:val>
                                            <p:strVal val="#ppt_x+#ppt_w*1.125000"/>
                                          </p:val>
                                        </p:tav>
                                        <p:tav tm="100000">
                                          <p:val>
                                            <p:strVal val="#ppt_x"/>
                                          </p:val>
                                        </p:tav>
                                      </p:tavLst>
                                    </p:anim>
                                    <p:animEffect transition="in" filter="wipe(left)">
                                      <p:cBhvr>
                                        <p:cTn id="18" dur="500"/>
                                        <p:tgtEl>
                                          <p:spTgt spid="56"/>
                                        </p:tgtEl>
                                      </p:cBhvr>
                                    </p:animEffect>
                                  </p:childTnLst>
                                </p:cTn>
                              </p:par>
                            </p:childTnLst>
                          </p:cTn>
                        </p:par>
                        <p:par>
                          <p:cTn id="19" fill="hold">
                            <p:stCondLst>
                              <p:cond delay="1500"/>
                            </p:stCondLst>
                            <p:childTnLst>
                              <p:par>
                                <p:cTn id="20" presetID="12" presetClass="entr" presetSubtype="4" fill="hold" nodeType="afterEffect">
                                  <p:stCondLst>
                                    <p:cond delay="0"/>
                                  </p:stCondLst>
                                  <p:childTnLst>
                                    <p:set>
                                      <p:cBhvr>
                                        <p:cTn id="21" dur="1" fill="hold">
                                          <p:stCondLst>
                                            <p:cond delay="0"/>
                                          </p:stCondLst>
                                        </p:cTn>
                                        <p:tgtEl>
                                          <p:spTgt spid="41"/>
                                        </p:tgtEl>
                                        <p:attrNameLst>
                                          <p:attrName>style.visibility</p:attrName>
                                        </p:attrNameLst>
                                      </p:cBhvr>
                                      <p:to>
                                        <p:strVal val="visible"/>
                                      </p:to>
                                    </p:set>
                                    <p:anim calcmode="lin" valueType="num">
                                      <p:cBhvr additive="base">
                                        <p:cTn id="22" dur="500"/>
                                        <p:tgtEl>
                                          <p:spTgt spid="41"/>
                                        </p:tgtEl>
                                        <p:attrNameLst>
                                          <p:attrName>ppt_y</p:attrName>
                                        </p:attrNameLst>
                                      </p:cBhvr>
                                      <p:tavLst>
                                        <p:tav tm="0">
                                          <p:val>
                                            <p:strVal val="#ppt_y+#ppt_h*1.125000"/>
                                          </p:val>
                                        </p:tav>
                                        <p:tav tm="100000">
                                          <p:val>
                                            <p:strVal val="#ppt_y"/>
                                          </p:val>
                                        </p:tav>
                                      </p:tavLst>
                                    </p:anim>
                                    <p:animEffect transition="in" filter="wipe(up)">
                                      <p:cBhvr>
                                        <p:cTn id="2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30" name="矩形 29"/>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31" name="组合 30"/>
          <p:cNvGrpSpPr/>
          <p:nvPr/>
        </p:nvGrpSpPr>
        <p:grpSpPr>
          <a:xfrm rot="10800000">
            <a:off x="0" y="304408"/>
            <a:ext cx="1010103" cy="857396"/>
            <a:chOff x="-39567" y="0"/>
            <a:chExt cx="1677745" cy="1424104"/>
          </a:xfrm>
        </p:grpSpPr>
        <p:sp>
          <p:nvSpPr>
            <p:cNvPr id="32"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3"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26" name="BackShape">
            <a:extLst>
              <a:ext uri="{FF2B5EF4-FFF2-40B4-BE49-F238E27FC236}">
                <a16:creationId xmlns:a16="http://schemas.microsoft.com/office/drawing/2014/main" id="{8D716E42-F520-41DF-8104-56D353CE8AA8}"/>
              </a:ext>
            </a:extLst>
          </p:cNvPr>
          <p:cNvSpPr/>
          <p:nvPr/>
        </p:nvSpPr>
        <p:spPr>
          <a:xfrm>
            <a:off x="1493606" y="1892993"/>
            <a:ext cx="1780909" cy="1780910"/>
          </a:xfrm>
          <a:prstGeom prst="ellipse">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sp>
        <p:nvSpPr>
          <p:cNvPr id="27" name="ValueShape">
            <a:extLst>
              <a:ext uri="{FF2B5EF4-FFF2-40B4-BE49-F238E27FC236}">
                <a16:creationId xmlns:a16="http://schemas.microsoft.com/office/drawing/2014/main" id="{E0C68793-7DBE-4A3F-B0D6-6B1F43F44F3E}"/>
              </a:ext>
            </a:extLst>
          </p:cNvPr>
          <p:cNvSpPr/>
          <p:nvPr/>
        </p:nvSpPr>
        <p:spPr>
          <a:xfrm>
            <a:off x="1455178" y="1828801"/>
            <a:ext cx="1909294" cy="1909294"/>
          </a:xfrm>
          <a:prstGeom prst="pie">
            <a:avLst>
              <a:gd name="adj1" fmla="val 16200000"/>
              <a:gd name="adj2" fmla="val 7776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sp>
        <p:nvSpPr>
          <p:cNvPr id="28" name="ValueBack">
            <a:extLst>
              <a:ext uri="{FF2B5EF4-FFF2-40B4-BE49-F238E27FC236}">
                <a16:creationId xmlns:a16="http://schemas.microsoft.com/office/drawing/2014/main" id="{F27A7523-C3CB-40A2-BFA3-3077EA96965E}"/>
              </a:ext>
            </a:extLst>
          </p:cNvPr>
          <p:cNvSpPr/>
          <p:nvPr/>
        </p:nvSpPr>
        <p:spPr>
          <a:xfrm>
            <a:off x="1794988" y="2197807"/>
            <a:ext cx="1171282" cy="1171282"/>
          </a:xfrm>
          <a:prstGeom prst="ellipse">
            <a:avLst/>
          </a:prstGeom>
          <a:solidFill>
            <a:schemeClr val="bg1"/>
          </a:solidFill>
          <a:ln w="127000">
            <a:solidFill>
              <a:schemeClr val="accent1">
                <a:lumMod val="40000"/>
                <a:lumOff val="60000"/>
                <a:alpha val="5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cxnSp>
        <p:nvCxnSpPr>
          <p:cNvPr id="34" name="LineShape">
            <a:extLst>
              <a:ext uri="{FF2B5EF4-FFF2-40B4-BE49-F238E27FC236}">
                <a16:creationId xmlns:a16="http://schemas.microsoft.com/office/drawing/2014/main" id="{A66166E7-2D27-41B1-98B1-056E7100748D}"/>
              </a:ext>
            </a:extLst>
          </p:cNvPr>
          <p:cNvCxnSpPr/>
          <p:nvPr/>
        </p:nvCxnSpPr>
        <p:spPr>
          <a:xfrm flipH="1">
            <a:off x="1574050" y="3923966"/>
            <a:ext cx="1671551" cy="0"/>
          </a:xfrm>
          <a:prstGeom prst="straightConnector1">
            <a:avLst/>
          </a:prstGeom>
          <a:noFill/>
          <a:ln w="12700" cap="flat" cmpd="sng">
            <a:solidFill>
              <a:srgbClr val="D8D8D8"/>
            </a:solidFill>
            <a:prstDash val="solid"/>
            <a:miter/>
            <a:headEnd type="none" w="med" len="med"/>
            <a:tailEnd type="none" w="med" len="med"/>
          </a:ln>
        </p:spPr>
      </p:cxnSp>
      <p:sp>
        <p:nvSpPr>
          <p:cNvPr id="35" name="BackShape">
            <a:extLst>
              <a:ext uri="{FF2B5EF4-FFF2-40B4-BE49-F238E27FC236}">
                <a16:creationId xmlns:a16="http://schemas.microsoft.com/office/drawing/2014/main" id="{5D275550-5C68-4CEA-8B40-1548EB6D6A11}"/>
              </a:ext>
            </a:extLst>
          </p:cNvPr>
          <p:cNvSpPr/>
          <p:nvPr/>
        </p:nvSpPr>
        <p:spPr>
          <a:xfrm>
            <a:off x="3951056" y="1892993"/>
            <a:ext cx="1780909" cy="1780910"/>
          </a:xfrm>
          <a:prstGeom prst="ellipse">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sp>
        <p:nvSpPr>
          <p:cNvPr id="36" name="ValueShape">
            <a:extLst>
              <a:ext uri="{FF2B5EF4-FFF2-40B4-BE49-F238E27FC236}">
                <a16:creationId xmlns:a16="http://schemas.microsoft.com/office/drawing/2014/main" id="{90937F62-6D78-45A4-9C54-11C08C98B435}"/>
              </a:ext>
            </a:extLst>
          </p:cNvPr>
          <p:cNvSpPr/>
          <p:nvPr/>
        </p:nvSpPr>
        <p:spPr>
          <a:xfrm>
            <a:off x="3912628" y="1828801"/>
            <a:ext cx="1909294" cy="1909294"/>
          </a:xfrm>
          <a:prstGeom prst="pie">
            <a:avLst>
              <a:gd name="adj1" fmla="val 16200000"/>
              <a:gd name="adj2" fmla="val 3672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sp>
        <p:nvSpPr>
          <p:cNvPr id="37" name="ValueBack">
            <a:extLst>
              <a:ext uri="{FF2B5EF4-FFF2-40B4-BE49-F238E27FC236}">
                <a16:creationId xmlns:a16="http://schemas.microsoft.com/office/drawing/2014/main" id="{262E1C25-99B0-4F43-8AF5-9A7422BA1025}"/>
              </a:ext>
            </a:extLst>
          </p:cNvPr>
          <p:cNvSpPr/>
          <p:nvPr/>
        </p:nvSpPr>
        <p:spPr>
          <a:xfrm>
            <a:off x="4252438" y="2197807"/>
            <a:ext cx="1171282" cy="1171282"/>
          </a:xfrm>
          <a:prstGeom prst="ellipse">
            <a:avLst/>
          </a:prstGeom>
          <a:solidFill>
            <a:schemeClr val="bg1"/>
          </a:solidFill>
          <a:ln w="127000">
            <a:solidFill>
              <a:schemeClr val="bg1">
                <a:lumMod val="85000"/>
                <a:alpha val="5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cxnSp>
        <p:nvCxnSpPr>
          <p:cNvPr id="38" name="LineShape">
            <a:extLst>
              <a:ext uri="{FF2B5EF4-FFF2-40B4-BE49-F238E27FC236}">
                <a16:creationId xmlns:a16="http://schemas.microsoft.com/office/drawing/2014/main" id="{9B0B0937-F6EB-4167-8ABA-3B4C59DE2FDE}"/>
              </a:ext>
            </a:extLst>
          </p:cNvPr>
          <p:cNvCxnSpPr/>
          <p:nvPr/>
        </p:nvCxnSpPr>
        <p:spPr>
          <a:xfrm flipH="1">
            <a:off x="4031500" y="3923966"/>
            <a:ext cx="1671551" cy="0"/>
          </a:xfrm>
          <a:prstGeom prst="straightConnector1">
            <a:avLst/>
          </a:prstGeom>
          <a:noFill/>
          <a:ln w="12700" cap="flat" cmpd="sng">
            <a:solidFill>
              <a:srgbClr val="D8D8D8"/>
            </a:solidFill>
            <a:prstDash val="solid"/>
            <a:miter/>
            <a:headEnd type="none" w="med" len="med"/>
            <a:tailEnd type="none" w="med" len="med"/>
          </a:ln>
        </p:spPr>
      </p:cxnSp>
      <p:sp>
        <p:nvSpPr>
          <p:cNvPr id="39" name="BackShape">
            <a:extLst>
              <a:ext uri="{FF2B5EF4-FFF2-40B4-BE49-F238E27FC236}">
                <a16:creationId xmlns:a16="http://schemas.microsoft.com/office/drawing/2014/main" id="{54150668-7635-4D90-A782-98CB65D0F17B}"/>
              </a:ext>
            </a:extLst>
          </p:cNvPr>
          <p:cNvSpPr/>
          <p:nvPr/>
        </p:nvSpPr>
        <p:spPr>
          <a:xfrm>
            <a:off x="6408506" y="1892993"/>
            <a:ext cx="1780909" cy="1780910"/>
          </a:xfrm>
          <a:prstGeom prst="ellipse">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sp>
        <p:nvSpPr>
          <p:cNvPr id="40" name="ValueShape">
            <a:extLst>
              <a:ext uri="{FF2B5EF4-FFF2-40B4-BE49-F238E27FC236}">
                <a16:creationId xmlns:a16="http://schemas.microsoft.com/office/drawing/2014/main" id="{F6DB2256-6878-4544-AC28-3F6678061541}"/>
              </a:ext>
            </a:extLst>
          </p:cNvPr>
          <p:cNvSpPr/>
          <p:nvPr/>
        </p:nvSpPr>
        <p:spPr>
          <a:xfrm>
            <a:off x="6370078" y="1828801"/>
            <a:ext cx="1909294" cy="1909294"/>
          </a:xfrm>
          <a:prstGeom prst="pie">
            <a:avLst>
              <a:gd name="adj1" fmla="val 16200000"/>
              <a:gd name="adj2" fmla="val 11880000"/>
            </a:avLst>
          </a:prstGeom>
          <a:solidFill>
            <a:schemeClr val="accent1"/>
          </a:solidFill>
          <a:ln>
            <a:solidFill>
              <a:schemeClr val="accent1">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sp>
        <p:nvSpPr>
          <p:cNvPr id="41" name="ValueBack">
            <a:extLst>
              <a:ext uri="{FF2B5EF4-FFF2-40B4-BE49-F238E27FC236}">
                <a16:creationId xmlns:a16="http://schemas.microsoft.com/office/drawing/2014/main" id="{BCCE075E-F600-4D71-8DF8-47EE05F880F1}"/>
              </a:ext>
            </a:extLst>
          </p:cNvPr>
          <p:cNvSpPr/>
          <p:nvPr/>
        </p:nvSpPr>
        <p:spPr>
          <a:xfrm>
            <a:off x="6709888" y="2197807"/>
            <a:ext cx="1171282" cy="1171282"/>
          </a:xfrm>
          <a:prstGeom prst="ellipse">
            <a:avLst/>
          </a:prstGeom>
          <a:solidFill>
            <a:schemeClr val="bg1"/>
          </a:solidFill>
          <a:ln w="127000">
            <a:solidFill>
              <a:schemeClr val="accent1">
                <a:lumMod val="40000"/>
                <a:lumOff val="60000"/>
                <a:alpha val="5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cxnSp>
        <p:nvCxnSpPr>
          <p:cNvPr id="42" name="LineShape">
            <a:extLst>
              <a:ext uri="{FF2B5EF4-FFF2-40B4-BE49-F238E27FC236}">
                <a16:creationId xmlns:a16="http://schemas.microsoft.com/office/drawing/2014/main" id="{3975BA71-2EC5-424B-A779-84BB9EBC7925}"/>
              </a:ext>
            </a:extLst>
          </p:cNvPr>
          <p:cNvCxnSpPr/>
          <p:nvPr/>
        </p:nvCxnSpPr>
        <p:spPr>
          <a:xfrm flipH="1">
            <a:off x="6488950" y="3923966"/>
            <a:ext cx="1671551" cy="0"/>
          </a:xfrm>
          <a:prstGeom prst="straightConnector1">
            <a:avLst/>
          </a:prstGeom>
          <a:noFill/>
          <a:ln w="12700" cap="flat" cmpd="sng">
            <a:solidFill>
              <a:srgbClr val="D8D8D8"/>
            </a:solidFill>
            <a:prstDash val="solid"/>
            <a:miter/>
            <a:headEnd type="none" w="med" len="med"/>
            <a:tailEnd type="none" w="med" len="med"/>
          </a:ln>
        </p:spPr>
      </p:cxnSp>
      <p:sp>
        <p:nvSpPr>
          <p:cNvPr id="43" name="BackShape">
            <a:extLst>
              <a:ext uri="{FF2B5EF4-FFF2-40B4-BE49-F238E27FC236}">
                <a16:creationId xmlns:a16="http://schemas.microsoft.com/office/drawing/2014/main" id="{05D44D4B-2066-4A60-83BB-681063CBA3F7}"/>
              </a:ext>
            </a:extLst>
          </p:cNvPr>
          <p:cNvSpPr/>
          <p:nvPr/>
        </p:nvSpPr>
        <p:spPr>
          <a:xfrm>
            <a:off x="8865956" y="1892993"/>
            <a:ext cx="1780909" cy="1780910"/>
          </a:xfrm>
          <a:prstGeom prst="ellipse">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sp>
        <p:nvSpPr>
          <p:cNvPr id="44" name="ValueShape">
            <a:extLst>
              <a:ext uri="{FF2B5EF4-FFF2-40B4-BE49-F238E27FC236}">
                <a16:creationId xmlns:a16="http://schemas.microsoft.com/office/drawing/2014/main" id="{3DCDD889-D4B2-4CEA-917B-BC7F739DCB07}"/>
              </a:ext>
            </a:extLst>
          </p:cNvPr>
          <p:cNvSpPr/>
          <p:nvPr/>
        </p:nvSpPr>
        <p:spPr>
          <a:xfrm>
            <a:off x="8827528" y="1828801"/>
            <a:ext cx="1909294" cy="1909294"/>
          </a:xfrm>
          <a:prstGeom prst="pie">
            <a:avLst>
              <a:gd name="adj1" fmla="val 16200000"/>
              <a:gd name="adj2" fmla="val 1360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sp>
        <p:nvSpPr>
          <p:cNvPr id="45" name="ValueBack">
            <a:extLst>
              <a:ext uri="{FF2B5EF4-FFF2-40B4-BE49-F238E27FC236}">
                <a16:creationId xmlns:a16="http://schemas.microsoft.com/office/drawing/2014/main" id="{BE3B53D5-9981-4701-BDF0-C3B9E48675EF}"/>
              </a:ext>
            </a:extLst>
          </p:cNvPr>
          <p:cNvSpPr/>
          <p:nvPr/>
        </p:nvSpPr>
        <p:spPr>
          <a:xfrm>
            <a:off x="9167338" y="2197807"/>
            <a:ext cx="1171282" cy="1171282"/>
          </a:xfrm>
          <a:prstGeom prst="ellipse">
            <a:avLst/>
          </a:prstGeom>
          <a:solidFill>
            <a:schemeClr val="bg1"/>
          </a:solidFill>
          <a:ln w="127000">
            <a:solidFill>
              <a:schemeClr val="bg1">
                <a:lumMod val="85000"/>
                <a:alpha val="50000"/>
              </a:schemeClr>
            </a:solid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dirty="0">
              <a:cs typeface="+mn-ea"/>
              <a:sym typeface="+mn-lt"/>
            </a:endParaRPr>
          </a:p>
        </p:txBody>
      </p:sp>
      <p:cxnSp>
        <p:nvCxnSpPr>
          <p:cNvPr id="46" name="LineShape">
            <a:extLst>
              <a:ext uri="{FF2B5EF4-FFF2-40B4-BE49-F238E27FC236}">
                <a16:creationId xmlns:a16="http://schemas.microsoft.com/office/drawing/2014/main" id="{C51C76EE-AB88-4B86-97B5-F393910AC4FB}"/>
              </a:ext>
            </a:extLst>
          </p:cNvPr>
          <p:cNvCxnSpPr/>
          <p:nvPr/>
        </p:nvCxnSpPr>
        <p:spPr>
          <a:xfrm flipH="1">
            <a:off x="8946400" y="3923966"/>
            <a:ext cx="1671551" cy="0"/>
          </a:xfrm>
          <a:prstGeom prst="straightConnector1">
            <a:avLst/>
          </a:prstGeom>
          <a:noFill/>
          <a:ln w="12700" cap="flat" cmpd="sng">
            <a:solidFill>
              <a:srgbClr val="D8D8D8"/>
            </a:solidFill>
            <a:prstDash val="solid"/>
            <a:miter/>
            <a:headEnd type="none" w="med" len="med"/>
            <a:tailEnd type="none" w="med" len="med"/>
          </a:ln>
        </p:spPr>
      </p:cxnSp>
      <p:grpSp>
        <p:nvGrpSpPr>
          <p:cNvPr id="47" name="组合 46">
            <a:extLst>
              <a:ext uri="{FF2B5EF4-FFF2-40B4-BE49-F238E27FC236}">
                <a16:creationId xmlns:a16="http://schemas.microsoft.com/office/drawing/2014/main" id="{81C8927B-43E5-41C3-ABCC-DDFB46F76C09}"/>
              </a:ext>
            </a:extLst>
          </p:cNvPr>
          <p:cNvGrpSpPr/>
          <p:nvPr/>
        </p:nvGrpSpPr>
        <p:grpSpPr>
          <a:xfrm>
            <a:off x="1455172" y="4109838"/>
            <a:ext cx="1909300" cy="1756640"/>
            <a:chOff x="1918240" y="2349127"/>
            <a:chExt cx="1909300" cy="1756640"/>
          </a:xfrm>
        </p:grpSpPr>
        <p:sp>
          <p:nvSpPr>
            <p:cNvPr id="48" name="文本框 47">
              <a:extLst>
                <a:ext uri="{FF2B5EF4-FFF2-40B4-BE49-F238E27FC236}">
                  <a16:creationId xmlns:a16="http://schemas.microsoft.com/office/drawing/2014/main" id="{4290CD68-7C94-4136-8213-97FD1F0E5D3B}"/>
                </a:ext>
              </a:extLst>
            </p:cNvPr>
            <p:cNvSpPr txBox="1"/>
            <p:nvPr/>
          </p:nvSpPr>
          <p:spPr>
            <a:xfrm>
              <a:off x="2037113" y="2349127"/>
              <a:ext cx="1671556" cy="410882"/>
            </a:xfrm>
            <a:prstGeom prst="rect">
              <a:avLst/>
            </a:prstGeom>
            <a:noFill/>
          </p:spPr>
          <p:txBody>
            <a:bodyPr wrap="square" rtlCol="0">
              <a:spAutoFit/>
              <a:scene3d>
                <a:camera prst="orthographicFront"/>
                <a:lightRig rig="threePt" dir="t"/>
              </a:scene3d>
              <a:sp3d contourW="12700"/>
            </a:bodyPr>
            <a:lstStyle/>
            <a:p>
              <a:pPr algn="ctr">
                <a:lnSpc>
                  <a:spcPct val="120000"/>
                </a:lnSpc>
              </a:pPr>
              <a:r>
                <a:rPr lang="zh-CN" altLang="en-US" b="1" dirty="0">
                  <a:solidFill>
                    <a:schemeClr val="tx1">
                      <a:lumMod val="75000"/>
                      <a:lumOff val="25000"/>
                    </a:schemeClr>
                  </a:solidFill>
                  <a:cs typeface="+mn-ea"/>
                  <a:sym typeface="+mn-lt"/>
                </a:rPr>
                <a:t>添加标题</a:t>
              </a:r>
            </a:p>
          </p:txBody>
        </p:sp>
        <p:sp>
          <p:nvSpPr>
            <p:cNvPr id="49" name="文本框 48">
              <a:extLst>
                <a:ext uri="{FF2B5EF4-FFF2-40B4-BE49-F238E27FC236}">
                  <a16:creationId xmlns:a16="http://schemas.microsoft.com/office/drawing/2014/main" id="{FB70384A-3ABE-4425-9FF6-71B2E88861ED}"/>
                </a:ext>
              </a:extLst>
            </p:cNvPr>
            <p:cNvSpPr txBox="1"/>
            <p:nvPr/>
          </p:nvSpPr>
          <p:spPr>
            <a:xfrm flipH="1">
              <a:off x="1918240" y="2686404"/>
              <a:ext cx="1909300" cy="1419363"/>
            </a:xfrm>
            <a:prstGeom prst="rect">
              <a:avLst/>
            </a:prstGeom>
            <a:noFill/>
          </p:spPr>
          <p:txBody>
            <a:bodyPr wrap="square" rtlCol="0">
              <a:spAutoFit/>
              <a:scene3d>
                <a:camera prst="orthographicFront"/>
                <a:lightRig rig="threePt" dir="t"/>
              </a:scene3d>
              <a:sp3d contourW="12700"/>
            </a:bodyPr>
            <a:lstStyle/>
            <a:p>
              <a:pPr algn="ctr">
                <a:lnSpc>
                  <a:spcPct val="154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endParaRPr lang="en-US" altLang="zh-CN" sz="1400" dirty="0">
                <a:solidFill>
                  <a:schemeClr val="tx1">
                    <a:lumMod val="75000"/>
                    <a:lumOff val="25000"/>
                  </a:schemeClr>
                </a:solidFill>
                <a:cs typeface="+mn-ea"/>
                <a:sym typeface="+mn-lt"/>
              </a:endParaRPr>
            </a:p>
          </p:txBody>
        </p:sp>
      </p:grpSp>
      <p:grpSp>
        <p:nvGrpSpPr>
          <p:cNvPr id="50" name="组合 49">
            <a:extLst>
              <a:ext uri="{FF2B5EF4-FFF2-40B4-BE49-F238E27FC236}">
                <a16:creationId xmlns:a16="http://schemas.microsoft.com/office/drawing/2014/main" id="{8BE1B05E-ED2D-4891-BBF9-7DDFEEADE241}"/>
              </a:ext>
            </a:extLst>
          </p:cNvPr>
          <p:cNvGrpSpPr/>
          <p:nvPr/>
        </p:nvGrpSpPr>
        <p:grpSpPr>
          <a:xfrm>
            <a:off x="3890571" y="4109838"/>
            <a:ext cx="1909300" cy="1784875"/>
            <a:chOff x="1925382" y="2349127"/>
            <a:chExt cx="1909300" cy="1784875"/>
          </a:xfrm>
        </p:grpSpPr>
        <p:sp>
          <p:nvSpPr>
            <p:cNvPr id="51" name="文本框 50">
              <a:extLst>
                <a:ext uri="{FF2B5EF4-FFF2-40B4-BE49-F238E27FC236}">
                  <a16:creationId xmlns:a16="http://schemas.microsoft.com/office/drawing/2014/main" id="{7253B76B-AC77-417D-B78F-963EB3C65158}"/>
                </a:ext>
              </a:extLst>
            </p:cNvPr>
            <p:cNvSpPr txBox="1"/>
            <p:nvPr/>
          </p:nvSpPr>
          <p:spPr>
            <a:xfrm>
              <a:off x="2037113" y="2349127"/>
              <a:ext cx="1671556" cy="410882"/>
            </a:xfrm>
            <a:prstGeom prst="rect">
              <a:avLst/>
            </a:prstGeom>
            <a:noFill/>
          </p:spPr>
          <p:txBody>
            <a:bodyPr wrap="square" rtlCol="0">
              <a:spAutoFit/>
              <a:scene3d>
                <a:camera prst="orthographicFront"/>
                <a:lightRig rig="threePt" dir="t"/>
              </a:scene3d>
              <a:sp3d contourW="12700"/>
            </a:bodyPr>
            <a:lstStyle/>
            <a:p>
              <a:pPr algn="ctr">
                <a:lnSpc>
                  <a:spcPct val="120000"/>
                </a:lnSpc>
              </a:pPr>
              <a:r>
                <a:rPr lang="zh-CN" altLang="en-US" b="1" dirty="0">
                  <a:solidFill>
                    <a:schemeClr val="tx1">
                      <a:lumMod val="75000"/>
                      <a:lumOff val="25000"/>
                    </a:schemeClr>
                  </a:solidFill>
                  <a:cs typeface="+mn-ea"/>
                  <a:sym typeface="+mn-lt"/>
                </a:rPr>
                <a:t>添加标题</a:t>
              </a:r>
            </a:p>
          </p:txBody>
        </p:sp>
        <p:sp>
          <p:nvSpPr>
            <p:cNvPr id="52" name="文本框 51">
              <a:extLst>
                <a:ext uri="{FF2B5EF4-FFF2-40B4-BE49-F238E27FC236}">
                  <a16:creationId xmlns:a16="http://schemas.microsoft.com/office/drawing/2014/main" id="{21E8FADD-4ED3-4501-B3CE-6215259BE1A6}"/>
                </a:ext>
              </a:extLst>
            </p:cNvPr>
            <p:cNvSpPr txBox="1"/>
            <p:nvPr/>
          </p:nvSpPr>
          <p:spPr>
            <a:xfrm>
              <a:off x="1925382" y="2714639"/>
              <a:ext cx="1909300" cy="1419363"/>
            </a:xfrm>
            <a:prstGeom prst="rect">
              <a:avLst/>
            </a:prstGeom>
            <a:noFill/>
          </p:spPr>
          <p:txBody>
            <a:bodyPr wrap="square" rtlCol="0">
              <a:spAutoFit/>
              <a:scene3d>
                <a:camera prst="orthographicFront"/>
                <a:lightRig rig="threePt" dir="t"/>
              </a:scene3d>
              <a:sp3d contourW="12700"/>
            </a:bodyPr>
            <a:lstStyle/>
            <a:p>
              <a:pPr algn="ctr">
                <a:lnSpc>
                  <a:spcPct val="154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endParaRPr lang="en-US" altLang="zh-CN" sz="1400" dirty="0">
                <a:solidFill>
                  <a:schemeClr val="tx1">
                    <a:lumMod val="75000"/>
                    <a:lumOff val="25000"/>
                  </a:schemeClr>
                </a:solidFill>
                <a:cs typeface="+mn-ea"/>
                <a:sym typeface="+mn-lt"/>
              </a:endParaRPr>
            </a:p>
          </p:txBody>
        </p:sp>
      </p:grpSp>
      <p:grpSp>
        <p:nvGrpSpPr>
          <p:cNvPr id="53" name="组合 52">
            <a:extLst>
              <a:ext uri="{FF2B5EF4-FFF2-40B4-BE49-F238E27FC236}">
                <a16:creationId xmlns:a16="http://schemas.microsoft.com/office/drawing/2014/main" id="{A20A5F4F-0235-4501-8A70-DA172F3B7C0E}"/>
              </a:ext>
            </a:extLst>
          </p:cNvPr>
          <p:cNvGrpSpPr/>
          <p:nvPr/>
        </p:nvGrpSpPr>
        <p:grpSpPr>
          <a:xfrm>
            <a:off x="6311686" y="4109838"/>
            <a:ext cx="1909300" cy="1768215"/>
            <a:chOff x="1918240" y="2349127"/>
            <a:chExt cx="1909300" cy="1768215"/>
          </a:xfrm>
        </p:grpSpPr>
        <p:sp>
          <p:nvSpPr>
            <p:cNvPr id="54" name="文本框 53">
              <a:extLst>
                <a:ext uri="{FF2B5EF4-FFF2-40B4-BE49-F238E27FC236}">
                  <a16:creationId xmlns:a16="http://schemas.microsoft.com/office/drawing/2014/main" id="{CDD3BFB9-DAD1-4521-B00C-F488461E9C74}"/>
                </a:ext>
              </a:extLst>
            </p:cNvPr>
            <p:cNvSpPr txBox="1"/>
            <p:nvPr/>
          </p:nvSpPr>
          <p:spPr>
            <a:xfrm>
              <a:off x="2037113" y="2349127"/>
              <a:ext cx="1671556" cy="410882"/>
            </a:xfrm>
            <a:prstGeom prst="rect">
              <a:avLst/>
            </a:prstGeom>
            <a:noFill/>
          </p:spPr>
          <p:txBody>
            <a:bodyPr wrap="square" rtlCol="0">
              <a:spAutoFit/>
              <a:scene3d>
                <a:camera prst="orthographicFront"/>
                <a:lightRig rig="threePt" dir="t"/>
              </a:scene3d>
              <a:sp3d contourW="12700"/>
            </a:bodyPr>
            <a:lstStyle/>
            <a:p>
              <a:pPr algn="ctr">
                <a:lnSpc>
                  <a:spcPct val="120000"/>
                </a:lnSpc>
              </a:pPr>
              <a:r>
                <a:rPr lang="zh-CN" altLang="en-US" b="1" dirty="0">
                  <a:solidFill>
                    <a:schemeClr val="tx1">
                      <a:lumMod val="75000"/>
                      <a:lumOff val="25000"/>
                    </a:schemeClr>
                  </a:solidFill>
                  <a:cs typeface="+mn-ea"/>
                  <a:sym typeface="+mn-lt"/>
                </a:rPr>
                <a:t>添加标题</a:t>
              </a:r>
            </a:p>
          </p:txBody>
        </p:sp>
        <p:sp>
          <p:nvSpPr>
            <p:cNvPr id="55" name="文本框 54">
              <a:extLst>
                <a:ext uri="{FF2B5EF4-FFF2-40B4-BE49-F238E27FC236}">
                  <a16:creationId xmlns:a16="http://schemas.microsoft.com/office/drawing/2014/main" id="{2B9ACC6E-05A7-4898-AA4C-A8771DDBEC3E}"/>
                </a:ext>
              </a:extLst>
            </p:cNvPr>
            <p:cNvSpPr txBox="1"/>
            <p:nvPr/>
          </p:nvSpPr>
          <p:spPr>
            <a:xfrm>
              <a:off x="1918240" y="2697979"/>
              <a:ext cx="1909300" cy="1419363"/>
            </a:xfrm>
            <a:prstGeom prst="rect">
              <a:avLst/>
            </a:prstGeom>
            <a:noFill/>
          </p:spPr>
          <p:txBody>
            <a:bodyPr wrap="square" rtlCol="0">
              <a:spAutoFit/>
              <a:scene3d>
                <a:camera prst="orthographicFront"/>
                <a:lightRig rig="threePt" dir="t"/>
              </a:scene3d>
              <a:sp3d contourW="12700"/>
            </a:bodyPr>
            <a:lstStyle/>
            <a:p>
              <a:pPr algn="ctr">
                <a:lnSpc>
                  <a:spcPct val="154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endParaRPr lang="en-US" altLang="zh-CN" sz="1400" dirty="0">
                <a:solidFill>
                  <a:schemeClr val="tx1">
                    <a:lumMod val="75000"/>
                    <a:lumOff val="25000"/>
                  </a:schemeClr>
                </a:solidFill>
                <a:cs typeface="+mn-ea"/>
                <a:sym typeface="+mn-lt"/>
              </a:endParaRPr>
            </a:p>
          </p:txBody>
        </p:sp>
      </p:grpSp>
      <p:grpSp>
        <p:nvGrpSpPr>
          <p:cNvPr id="56" name="组合 55">
            <a:extLst>
              <a:ext uri="{FF2B5EF4-FFF2-40B4-BE49-F238E27FC236}">
                <a16:creationId xmlns:a16="http://schemas.microsoft.com/office/drawing/2014/main" id="{DD4E4C65-ABC9-4B18-99BB-37BDAE6048AF}"/>
              </a:ext>
            </a:extLst>
          </p:cNvPr>
          <p:cNvGrpSpPr/>
          <p:nvPr/>
        </p:nvGrpSpPr>
        <p:grpSpPr>
          <a:xfrm>
            <a:off x="8865956" y="4109838"/>
            <a:ext cx="1909300" cy="1768215"/>
            <a:chOff x="1918240" y="2349127"/>
            <a:chExt cx="1909300" cy="1768215"/>
          </a:xfrm>
        </p:grpSpPr>
        <p:sp>
          <p:nvSpPr>
            <p:cNvPr id="57" name="文本框 56">
              <a:extLst>
                <a:ext uri="{FF2B5EF4-FFF2-40B4-BE49-F238E27FC236}">
                  <a16:creationId xmlns:a16="http://schemas.microsoft.com/office/drawing/2014/main" id="{F4372893-5F25-4FEC-A37B-E158E0D105AE}"/>
                </a:ext>
              </a:extLst>
            </p:cNvPr>
            <p:cNvSpPr txBox="1"/>
            <p:nvPr/>
          </p:nvSpPr>
          <p:spPr>
            <a:xfrm>
              <a:off x="2037113" y="2349127"/>
              <a:ext cx="1671556" cy="410882"/>
            </a:xfrm>
            <a:prstGeom prst="rect">
              <a:avLst/>
            </a:prstGeom>
            <a:noFill/>
          </p:spPr>
          <p:txBody>
            <a:bodyPr wrap="square" rtlCol="0">
              <a:spAutoFit/>
              <a:scene3d>
                <a:camera prst="orthographicFront"/>
                <a:lightRig rig="threePt" dir="t"/>
              </a:scene3d>
              <a:sp3d contourW="12700"/>
            </a:bodyPr>
            <a:lstStyle/>
            <a:p>
              <a:pPr algn="ctr">
                <a:lnSpc>
                  <a:spcPct val="120000"/>
                </a:lnSpc>
              </a:pPr>
              <a:r>
                <a:rPr lang="zh-CN" altLang="en-US" b="1" dirty="0">
                  <a:solidFill>
                    <a:schemeClr val="tx1">
                      <a:lumMod val="75000"/>
                      <a:lumOff val="25000"/>
                    </a:schemeClr>
                  </a:solidFill>
                  <a:cs typeface="+mn-ea"/>
                  <a:sym typeface="+mn-lt"/>
                </a:rPr>
                <a:t>添加标题</a:t>
              </a:r>
            </a:p>
          </p:txBody>
        </p:sp>
        <p:sp>
          <p:nvSpPr>
            <p:cNvPr id="58" name="文本框 57">
              <a:extLst>
                <a:ext uri="{FF2B5EF4-FFF2-40B4-BE49-F238E27FC236}">
                  <a16:creationId xmlns:a16="http://schemas.microsoft.com/office/drawing/2014/main" id="{5E66B697-13DE-4A85-948E-304BC8D9EDBC}"/>
                </a:ext>
              </a:extLst>
            </p:cNvPr>
            <p:cNvSpPr txBox="1"/>
            <p:nvPr/>
          </p:nvSpPr>
          <p:spPr>
            <a:xfrm>
              <a:off x="1918240" y="2697979"/>
              <a:ext cx="1909300" cy="1419363"/>
            </a:xfrm>
            <a:prstGeom prst="rect">
              <a:avLst/>
            </a:prstGeom>
            <a:noFill/>
          </p:spPr>
          <p:txBody>
            <a:bodyPr wrap="square" rtlCol="0">
              <a:spAutoFit/>
              <a:scene3d>
                <a:camera prst="orthographicFront"/>
                <a:lightRig rig="threePt" dir="t"/>
              </a:scene3d>
              <a:sp3d contourW="12700"/>
            </a:bodyPr>
            <a:lstStyle/>
            <a:p>
              <a:pPr algn="ctr">
                <a:lnSpc>
                  <a:spcPct val="154000"/>
                </a:lnSpc>
              </a:pPr>
              <a:r>
                <a:rPr lang="zh-CN" altLang="en-US" sz="1400" dirty="0">
                  <a:solidFill>
                    <a:schemeClr val="tx1">
                      <a:lumMod val="75000"/>
                      <a:lumOff val="25000"/>
                    </a:schemeClr>
                  </a:solidFill>
                  <a:cs typeface="+mn-ea"/>
                  <a:sym typeface="+mn-lt"/>
                </a:rPr>
                <a:t>请替换文字内容复制你的内容到此请替换文字内容复制你的内容到此</a:t>
              </a:r>
              <a:endParaRPr lang="en-US" altLang="zh-CN" sz="1400" dirty="0">
                <a:solidFill>
                  <a:schemeClr val="tx1">
                    <a:lumMod val="75000"/>
                    <a:lumOff val="25000"/>
                  </a:schemeClr>
                </a:solidFill>
                <a:cs typeface="+mn-ea"/>
                <a:sym typeface="+mn-lt"/>
              </a:endParaRPr>
            </a:p>
          </p:txBody>
        </p:sp>
      </p:grpSp>
      <p:sp>
        <p:nvSpPr>
          <p:cNvPr id="59" name="文本框 58">
            <a:extLst>
              <a:ext uri="{FF2B5EF4-FFF2-40B4-BE49-F238E27FC236}">
                <a16:creationId xmlns:a16="http://schemas.microsoft.com/office/drawing/2014/main" id="{3A8F0BB7-A31B-49AE-A2DC-DD370A42A365}"/>
              </a:ext>
            </a:extLst>
          </p:cNvPr>
          <p:cNvSpPr txBox="1"/>
          <p:nvPr/>
        </p:nvSpPr>
        <p:spPr>
          <a:xfrm>
            <a:off x="2037786" y="2592219"/>
            <a:ext cx="744071" cy="400110"/>
          </a:xfrm>
          <a:prstGeom prst="rect">
            <a:avLst/>
          </a:prstGeom>
          <a:noFill/>
        </p:spPr>
        <p:txBody>
          <a:bodyPr wrap="square" rtlCol="0">
            <a:spAutoFit/>
          </a:bodyPr>
          <a:lstStyle/>
          <a:p>
            <a:r>
              <a:rPr lang="en-US" altLang="zh-CN" sz="2000" dirty="0">
                <a:cs typeface="+mn-ea"/>
                <a:sym typeface="+mn-lt"/>
              </a:rPr>
              <a:t>63%</a:t>
            </a:r>
            <a:endParaRPr lang="zh-CN" altLang="en-US" sz="2000" dirty="0">
              <a:cs typeface="+mn-ea"/>
              <a:sym typeface="+mn-lt"/>
            </a:endParaRPr>
          </a:p>
        </p:txBody>
      </p:sp>
      <p:sp>
        <p:nvSpPr>
          <p:cNvPr id="60" name="文本框 59">
            <a:extLst>
              <a:ext uri="{FF2B5EF4-FFF2-40B4-BE49-F238E27FC236}">
                <a16:creationId xmlns:a16="http://schemas.microsoft.com/office/drawing/2014/main" id="{7153FDEE-42B5-4B76-BC06-4C8621EAF76E}"/>
              </a:ext>
            </a:extLst>
          </p:cNvPr>
          <p:cNvSpPr txBox="1"/>
          <p:nvPr/>
        </p:nvSpPr>
        <p:spPr>
          <a:xfrm>
            <a:off x="4495239" y="2592219"/>
            <a:ext cx="744071" cy="400110"/>
          </a:xfrm>
          <a:prstGeom prst="rect">
            <a:avLst/>
          </a:prstGeom>
          <a:noFill/>
        </p:spPr>
        <p:txBody>
          <a:bodyPr wrap="square" rtlCol="0">
            <a:spAutoFit/>
          </a:bodyPr>
          <a:lstStyle/>
          <a:p>
            <a:r>
              <a:rPr lang="en-US" altLang="zh-CN" sz="2000" dirty="0">
                <a:cs typeface="+mn-ea"/>
                <a:sym typeface="+mn-lt"/>
              </a:rPr>
              <a:t>42%</a:t>
            </a:r>
            <a:endParaRPr lang="zh-CN" altLang="en-US" sz="2000" dirty="0">
              <a:cs typeface="+mn-ea"/>
              <a:sym typeface="+mn-lt"/>
            </a:endParaRPr>
          </a:p>
        </p:txBody>
      </p:sp>
      <p:sp>
        <p:nvSpPr>
          <p:cNvPr id="61" name="文本框 60">
            <a:extLst>
              <a:ext uri="{FF2B5EF4-FFF2-40B4-BE49-F238E27FC236}">
                <a16:creationId xmlns:a16="http://schemas.microsoft.com/office/drawing/2014/main" id="{9013CC15-51F8-4FB6-A5D5-E66BEAF90940}"/>
              </a:ext>
            </a:extLst>
          </p:cNvPr>
          <p:cNvSpPr txBox="1"/>
          <p:nvPr/>
        </p:nvSpPr>
        <p:spPr>
          <a:xfrm>
            <a:off x="6952689" y="2592219"/>
            <a:ext cx="744071" cy="400110"/>
          </a:xfrm>
          <a:prstGeom prst="rect">
            <a:avLst/>
          </a:prstGeom>
          <a:noFill/>
        </p:spPr>
        <p:txBody>
          <a:bodyPr wrap="square" rtlCol="0">
            <a:spAutoFit/>
          </a:bodyPr>
          <a:lstStyle/>
          <a:p>
            <a:r>
              <a:rPr lang="en-US" altLang="zh-CN" sz="2000" dirty="0">
                <a:cs typeface="+mn-ea"/>
                <a:sym typeface="+mn-lt"/>
              </a:rPr>
              <a:t>80%</a:t>
            </a:r>
            <a:endParaRPr lang="zh-CN" altLang="en-US" sz="2000" dirty="0">
              <a:cs typeface="+mn-ea"/>
              <a:sym typeface="+mn-lt"/>
            </a:endParaRPr>
          </a:p>
        </p:txBody>
      </p:sp>
      <p:sp>
        <p:nvSpPr>
          <p:cNvPr id="62" name="文本框 61">
            <a:extLst>
              <a:ext uri="{FF2B5EF4-FFF2-40B4-BE49-F238E27FC236}">
                <a16:creationId xmlns:a16="http://schemas.microsoft.com/office/drawing/2014/main" id="{40A9D84A-EAFB-416A-8AC7-E5D3B49C4058}"/>
              </a:ext>
            </a:extLst>
          </p:cNvPr>
          <p:cNvSpPr txBox="1"/>
          <p:nvPr/>
        </p:nvSpPr>
        <p:spPr>
          <a:xfrm>
            <a:off x="9457617" y="2582432"/>
            <a:ext cx="762148" cy="400110"/>
          </a:xfrm>
          <a:prstGeom prst="rect">
            <a:avLst/>
          </a:prstGeom>
          <a:noFill/>
        </p:spPr>
        <p:txBody>
          <a:bodyPr wrap="square" rtlCol="0">
            <a:spAutoFit/>
          </a:bodyPr>
          <a:lstStyle/>
          <a:p>
            <a:r>
              <a:rPr lang="en-US" altLang="zh-CN" sz="2000" dirty="0">
                <a:cs typeface="+mn-ea"/>
                <a:sym typeface="+mn-lt"/>
              </a:rPr>
              <a:t>88%</a:t>
            </a:r>
            <a:endParaRPr lang="zh-CN" altLang="en-US" sz="2000" dirty="0">
              <a:cs typeface="+mn-ea"/>
              <a:sym typeface="+mn-lt"/>
            </a:endParaRPr>
          </a:p>
        </p:txBody>
      </p:sp>
    </p:spTree>
    <p:extLst>
      <p:ext uri="{BB962C8B-B14F-4D97-AF65-F5344CB8AC3E}">
        <p14:creationId xmlns:p14="http://schemas.microsoft.com/office/powerpoint/2010/main" val="1818279083"/>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heel(1)">
                                      <p:cBhvr>
                                        <p:cTn id="7" dur="2000"/>
                                        <p:tgtEl>
                                          <p:spTgt spid="26"/>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heel(1)">
                                      <p:cBhvr>
                                        <p:cTn id="10" dur="2000"/>
                                        <p:tgtEl>
                                          <p:spTgt spid="27"/>
                                        </p:tgtEl>
                                      </p:cBhvr>
                                    </p:animEffect>
                                  </p:childTnLst>
                                </p:cTn>
                              </p:par>
                              <p:par>
                                <p:cTn id="11" presetID="21" presetClass="entr" presetSubtype="1"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wheel(1)">
                                      <p:cBhvr>
                                        <p:cTn id="13" dur="2000"/>
                                        <p:tgtEl>
                                          <p:spTgt spid="28"/>
                                        </p:tgtEl>
                                      </p:cBhvr>
                                    </p:animEffect>
                                  </p:childTnLst>
                                </p:cTn>
                              </p:par>
                              <p:par>
                                <p:cTn id="14" presetID="21" presetClass="entr" presetSubtype="1"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heel(1)">
                                      <p:cBhvr>
                                        <p:cTn id="16" dur="2000"/>
                                        <p:tgtEl>
                                          <p:spTgt spid="34"/>
                                        </p:tgtEl>
                                      </p:cBhvr>
                                    </p:animEffect>
                                  </p:childTnLst>
                                </p:cTn>
                              </p:par>
                              <p:par>
                                <p:cTn id="17" presetID="21" presetClass="entr" presetSubtype="1"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wheel(1)">
                                      <p:cBhvr>
                                        <p:cTn id="19" dur="2000"/>
                                        <p:tgtEl>
                                          <p:spTgt spid="35"/>
                                        </p:tgtEl>
                                      </p:cBhvr>
                                    </p:animEffect>
                                  </p:childTnLst>
                                </p:cTn>
                              </p:par>
                              <p:par>
                                <p:cTn id="20" presetID="21" presetClass="entr" presetSubtype="1" fill="hold" grpId="0"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wheel(1)">
                                      <p:cBhvr>
                                        <p:cTn id="22" dur="2000"/>
                                        <p:tgtEl>
                                          <p:spTgt spid="36"/>
                                        </p:tgtEl>
                                      </p:cBhvr>
                                    </p:animEffect>
                                  </p:childTnLst>
                                </p:cTn>
                              </p:par>
                              <p:par>
                                <p:cTn id="23" presetID="21" presetClass="entr" presetSubtype="1" fill="hold" grpId="0" nodeType="with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wheel(1)">
                                      <p:cBhvr>
                                        <p:cTn id="25" dur="2000"/>
                                        <p:tgtEl>
                                          <p:spTgt spid="37"/>
                                        </p:tgtEl>
                                      </p:cBhvr>
                                    </p:animEffect>
                                  </p:childTnLst>
                                </p:cTn>
                              </p:par>
                              <p:par>
                                <p:cTn id="26" presetID="21" presetClass="entr" presetSubtype="1" fill="hold" nodeType="withEffect">
                                  <p:stCondLst>
                                    <p:cond delay="0"/>
                                  </p:stCondLst>
                                  <p:childTnLst>
                                    <p:set>
                                      <p:cBhvr>
                                        <p:cTn id="27" dur="1" fill="hold">
                                          <p:stCondLst>
                                            <p:cond delay="0"/>
                                          </p:stCondLst>
                                        </p:cTn>
                                        <p:tgtEl>
                                          <p:spTgt spid="38"/>
                                        </p:tgtEl>
                                        <p:attrNameLst>
                                          <p:attrName>style.visibility</p:attrName>
                                        </p:attrNameLst>
                                      </p:cBhvr>
                                      <p:to>
                                        <p:strVal val="visible"/>
                                      </p:to>
                                    </p:set>
                                    <p:animEffect transition="in" filter="wheel(1)">
                                      <p:cBhvr>
                                        <p:cTn id="28" dur="2000"/>
                                        <p:tgtEl>
                                          <p:spTgt spid="38"/>
                                        </p:tgtEl>
                                      </p:cBhvr>
                                    </p:animEffect>
                                  </p:childTnLst>
                                </p:cTn>
                              </p:par>
                              <p:par>
                                <p:cTn id="29" presetID="21" presetClass="entr" presetSubtype="1" fill="hold" grpId="0" nodeType="with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wheel(1)">
                                      <p:cBhvr>
                                        <p:cTn id="31" dur="2000"/>
                                        <p:tgtEl>
                                          <p:spTgt spid="39"/>
                                        </p:tgtEl>
                                      </p:cBhvr>
                                    </p:animEffect>
                                  </p:childTnLst>
                                </p:cTn>
                              </p:par>
                              <p:par>
                                <p:cTn id="32" presetID="21" presetClass="entr" presetSubtype="1" fill="hold" grpId="0"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wheel(1)">
                                      <p:cBhvr>
                                        <p:cTn id="34" dur="2000"/>
                                        <p:tgtEl>
                                          <p:spTgt spid="40"/>
                                        </p:tgtEl>
                                      </p:cBhvr>
                                    </p:animEffect>
                                  </p:childTnLst>
                                </p:cTn>
                              </p:par>
                              <p:par>
                                <p:cTn id="35" presetID="21" presetClass="entr" presetSubtype="1"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wheel(1)">
                                      <p:cBhvr>
                                        <p:cTn id="37" dur="2000"/>
                                        <p:tgtEl>
                                          <p:spTgt spid="41"/>
                                        </p:tgtEl>
                                      </p:cBhvr>
                                    </p:animEffect>
                                  </p:childTnLst>
                                </p:cTn>
                              </p:par>
                              <p:par>
                                <p:cTn id="38" presetID="21" presetClass="entr" presetSubtype="1" fill="hold" nodeType="withEffect">
                                  <p:stCondLst>
                                    <p:cond delay="0"/>
                                  </p:stCondLst>
                                  <p:childTnLst>
                                    <p:set>
                                      <p:cBhvr>
                                        <p:cTn id="39" dur="1" fill="hold">
                                          <p:stCondLst>
                                            <p:cond delay="0"/>
                                          </p:stCondLst>
                                        </p:cTn>
                                        <p:tgtEl>
                                          <p:spTgt spid="42"/>
                                        </p:tgtEl>
                                        <p:attrNameLst>
                                          <p:attrName>style.visibility</p:attrName>
                                        </p:attrNameLst>
                                      </p:cBhvr>
                                      <p:to>
                                        <p:strVal val="visible"/>
                                      </p:to>
                                    </p:set>
                                    <p:animEffect transition="in" filter="wheel(1)">
                                      <p:cBhvr>
                                        <p:cTn id="40" dur="2000"/>
                                        <p:tgtEl>
                                          <p:spTgt spid="42"/>
                                        </p:tgtEl>
                                      </p:cBhvr>
                                    </p:animEffect>
                                  </p:childTnLst>
                                </p:cTn>
                              </p:par>
                              <p:par>
                                <p:cTn id="41" presetID="21" presetClass="entr" presetSubtype="1" fill="hold" grpId="0" nodeType="withEffect">
                                  <p:stCondLst>
                                    <p:cond delay="0"/>
                                  </p:stCondLst>
                                  <p:childTnLst>
                                    <p:set>
                                      <p:cBhvr>
                                        <p:cTn id="42" dur="1" fill="hold">
                                          <p:stCondLst>
                                            <p:cond delay="0"/>
                                          </p:stCondLst>
                                        </p:cTn>
                                        <p:tgtEl>
                                          <p:spTgt spid="43"/>
                                        </p:tgtEl>
                                        <p:attrNameLst>
                                          <p:attrName>style.visibility</p:attrName>
                                        </p:attrNameLst>
                                      </p:cBhvr>
                                      <p:to>
                                        <p:strVal val="visible"/>
                                      </p:to>
                                    </p:set>
                                    <p:animEffect transition="in" filter="wheel(1)">
                                      <p:cBhvr>
                                        <p:cTn id="43" dur="2000"/>
                                        <p:tgtEl>
                                          <p:spTgt spid="43"/>
                                        </p:tgtEl>
                                      </p:cBhvr>
                                    </p:animEffect>
                                  </p:childTnLst>
                                </p:cTn>
                              </p:par>
                              <p:par>
                                <p:cTn id="44" presetID="21" presetClass="entr" presetSubtype="1" fill="hold" grpId="0" nodeType="with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heel(1)">
                                      <p:cBhvr>
                                        <p:cTn id="46" dur="2000"/>
                                        <p:tgtEl>
                                          <p:spTgt spid="44"/>
                                        </p:tgtEl>
                                      </p:cBhvr>
                                    </p:animEffect>
                                  </p:childTnLst>
                                </p:cTn>
                              </p:par>
                              <p:par>
                                <p:cTn id="47" presetID="21" presetClass="entr" presetSubtype="1" fill="hold" grpId="0" nodeType="with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heel(1)">
                                      <p:cBhvr>
                                        <p:cTn id="49" dur="2000"/>
                                        <p:tgtEl>
                                          <p:spTgt spid="45"/>
                                        </p:tgtEl>
                                      </p:cBhvr>
                                    </p:animEffect>
                                  </p:childTnLst>
                                </p:cTn>
                              </p:par>
                              <p:par>
                                <p:cTn id="50" presetID="21" presetClass="entr" presetSubtype="1" fill="hold" nodeType="withEffect">
                                  <p:stCondLst>
                                    <p:cond delay="0"/>
                                  </p:stCondLst>
                                  <p:childTnLst>
                                    <p:set>
                                      <p:cBhvr>
                                        <p:cTn id="51" dur="1" fill="hold">
                                          <p:stCondLst>
                                            <p:cond delay="0"/>
                                          </p:stCondLst>
                                        </p:cTn>
                                        <p:tgtEl>
                                          <p:spTgt spid="46"/>
                                        </p:tgtEl>
                                        <p:attrNameLst>
                                          <p:attrName>style.visibility</p:attrName>
                                        </p:attrNameLst>
                                      </p:cBhvr>
                                      <p:to>
                                        <p:strVal val="visible"/>
                                      </p:to>
                                    </p:set>
                                    <p:animEffect transition="in" filter="wheel(1)">
                                      <p:cBhvr>
                                        <p:cTn id="52" dur="2000"/>
                                        <p:tgtEl>
                                          <p:spTgt spid="46"/>
                                        </p:tgtEl>
                                      </p:cBhvr>
                                    </p:animEffect>
                                  </p:childTnLst>
                                </p:cTn>
                              </p:par>
                            </p:childTnLst>
                          </p:cTn>
                        </p:par>
                        <p:par>
                          <p:cTn id="53" fill="hold">
                            <p:stCondLst>
                              <p:cond delay="2000"/>
                            </p:stCondLst>
                            <p:childTnLst>
                              <p:par>
                                <p:cTn id="54" presetID="53" presetClass="entr" presetSubtype="16" fill="hold" nodeType="afterEffect">
                                  <p:stCondLst>
                                    <p:cond delay="0"/>
                                  </p:stCondLst>
                                  <p:childTnLst>
                                    <p:set>
                                      <p:cBhvr>
                                        <p:cTn id="55" dur="1" fill="hold">
                                          <p:stCondLst>
                                            <p:cond delay="0"/>
                                          </p:stCondLst>
                                        </p:cTn>
                                        <p:tgtEl>
                                          <p:spTgt spid="47"/>
                                        </p:tgtEl>
                                        <p:attrNameLst>
                                          <p:attrName>style.visibility</p:attrName>
                                        </p:attrNameLst>
                                      </p:cBhvr>
                                      <p:to>
                                        <p:strVal val="visible"/>
                                      </p:to>
                                    </p:set>
                                    <p:anim calcmode="lin" valueType="num">
                                      <p:cBhvr>
                                        <p:cTn id="56" dur="500" fill="hold"/>
                                        <p:tgtEl>
                                          <p:spTgt spid="47"/>
                                        </p:tgtEl>
                                        <p:attrNameLst>
                                          <p:attrName>ppt_w</p:attrName>
                                        </p:attrNameLst>
                                      </p:cBhvr>
                                      <p:tavLst>
                                        <p:tav tm="0">
                                          <p:val>
                                            <p:fltVal val="0"/>
                                          </p:val>
                                        </p:tav>
                                        <p:tav tm="100000">
                                          <p:val>
                                            <p:strVal val="#ppt_w"/>
                                          </p:val>
                                        </p:tav>
                                      </p:tavLst>
                                    </p:anim>
                                    <p:anim calcmode="lin" valueType="num">
                                      <p:cBhvr>
                                        <p:cTn id="57" dur="500" fill="hold"/>
                                        <p:tgtEl>
                                          <p:spTgt spid="47"/>
                                        </p:tgtEl>
                                        <p:attrNameLst>
                                          <p:attrName>ppt_h</p:attrName>
                                        </p:attrNameLst>
                                      </p:cBhvr>
                                      <p:tavLst>
                                        <p:tav tm="0">
                                          <p:val>
                                            <p:fltVal val="0"/>
                                          </p:val>
                                        </p:tav>
                                        <p:tav tm="100000">
                                          <p:val>
                                            <p:strVal val="#ppt_h"/>
                                          </p:val>
                                        </p:tav>
                                      </p:tavLst>
                                    </p:anim>
                                    <p:animEffect transition="in" filter="fade">
                                      <p:cBhvr>
                                        <p:cTn id="58" dur="500"/>
                                        <p:tgtEl>
                                          <p:spTgt spid="47"/>
                                        </p:tgtEl>
                                      </p:cBhvr>
                                    </p:animEffect>
                                  </p:childTnLst>
                                </p:cTn>
                              </p:par>
                              <p:par>
                                <p:cTn id="59" presetID="53" presetClass="entr" presetSubtype="16" fill="hold" nodeType="withEffect">
                                  <p:stCondLst>
                                    <p:cond delay="0"/>
                                  </p:stCondLst>
                                  <p:childTnLst>
                                    <p:set>
                                      <p:cBhvr>
                                        <p:cTn id="60" dur="1" fill="hold">
                                          <p:stCondLst>
                                            <p:cond delay="0"/>
                                          </p:stCondLst>
                                        </p:cTn>
                                        <p:tgtEl>
                                          <p:spTgt spid="50"/>
                                        </p:tgtEl>
                                        <p:attrNameLst>
                                          <p:attrName>style.visibility</p:attrName>
                                        </p:attrNameLst>
                                      </p:cBhvr>
                                      <p:to>
                                        <p:strVal val="visible"/>
                                      </p:to>
                                    </p:set>
                                    <p:anim calcmode="lin" valueType="num">
                                      <p:cBhvr>
                                        <p:cTn id="61" dur="500" fill="hold"/>
                                        <p:tgtEl>
                                          <p:spTgt spid="50"/>
                                        </p:tgtEl>
                                        <p:attrNameLst>
                                          <p:attrName>ppt_w</p:attrName>
                                        </p:attrNameLst>
                                      </p:cBhvr>
                                      <p:tavLst>
                                        <p:tav tm="0">
                                          <p:val>
                                            <p:fltVal val="0"/>
                                          </p:val>
                                        </p:tav>
                                        <p:tav tm="100000">
                                          <p:val>
                                            <p:strVal val="#ppt_w"/>
                                          </p:val>
                                        </p:tav>
                                      </p:tavLst>
                                    </p:anim>
                                    <p:anim calcmode="lin" valueType="num">
                                      <p:cBhvr>
                                        <p:cTn id="62" dur="500" fill="hold"/>
                                        <p:tgtEl>
                                          <p:spTgt spid="50"/>
                                        </p:tgtEl>
                                        <p:attrNameLst>
                                          <p:attrName>ppt_h</p:attrName>
                                        </p:attrNameLst>
                                      </p:cBhvr>
                                      <p:tavLst>
                                        <p:tav tm="0">
                                          <p:val>
                                            <p:fltVal val="0"/>
                                          </p:val>
                                        </p:tav>
                                        <p:tav tm="100000">
                                          <p:val>
                                            <p:strVal val="#ppt_h"/>
                                          </p:val>
                                        </p:tav>
                                      </p:tavLst>
                                    </p:anim>
                                    <p:animEffect transition="in" filter="fade">
                                      <p:cBhvr>
                                        <p:cTn id="63" dur="500"/>
                                        <p:tgtEl>
                                          <p:spTgt spid="50"/>
                                        </p:tgtEl>
                                      </p:cBhvr>
                                    </p:animEffect>
                                  </p:childTnLst>
                                </p:cTn>
                              </p:par>
                              <p:par>
                                <p:cTn id="64" presetID="53" presetClass="entr" presetSubtype="16" fill="hold" nodeType="withEffect">
                                  <p:stCondLst>
                                    <p:cond delay="0"/>
                                  </p:stCondLst>
                                  <p:childTnLst>
                                    <p:set>
                                      <p:cBhvr>
                                        <p:cTn id="65" dur="1" fill="hold">
                                          <p:stCondLst>
                                            <p:cond delay="0"/>
                                          </p:stCondLst>
                                        </p:cTn>
                                        <p:tgtEl>
                                          <p:spTgt spid="53"/>
                                        </p:tgtEl>
                                        <p:attrNameLst>
                                          <p:attrName>style.visibility</p:attrName>
                                        </p:attrNameLst>
                                      </p:cBhvr>
                                      <p:to>
                                        <p:strVal val="visible"/>
                                      </p:to>
                                    </p:set>
                                    <p:anim calcmode="lin" valueType="num">
                                      <p:cBhvr>
                                        <p:cTn id="66" dur="500" fill="hold"/>
                                        <p:tgtEl>
                                          <p:spTgt spid="53"/>
                                        </p:tgtEl>
                                        <p:attrNameLst>
                                          <p:attrName>ppt_w</p:attrName>
                                        </p:attrNameLst>
                                      </p:cBhvr>
                                      <p:tavLst>
                                        <p:tav tm="0">
                                          <p:val>
                                            <p:fltVal val="0"/>
                                          </p:val>
                                        </p:tav>
                                        <p:tav tm="100000">
                                          <p:val>
                                            <p:strVal val="#ppt_w"/>
                                          </p:val>
                                        </p:tav>
                                      </p:tavLst>
                                    </p:anim>
                                    <p:anim calcmode="lin" valueType="num">
                                      <p:cBhvr>
                                        <p:cTn id="67" dur="500" fill="hold"/>
                                        <p:tgtEl>
                                          <p:spTgt spid="53"/>
                                        </p:tgtEl>
                                        <p:attrNameLst>
                                          <p:attrName>ppt_h</p:attrName>
                                        </p:attrNameLst>
                                      </p:cBhvr>
                                      <p:tavLst>
                                        <p:tav tm="0">
                                          <p:val>
                                            <p:fltVal val="0"/>
                                          </p:val>
                                        </p:tav>
                                        <p:tav tm="100000">
                                          <p:val>
                                            <p:strVal val="#ppt_h"/>
                                          </p:val>
                                        </p:tav>
                                      </p:tavLst>
                                    </p:anim>
                                    <p:animEffect transition="in" filter="fade">
                                      <p:cBhvr>
                                        <p:cTn id="68" dur="500"/>
                                        <p:tgtEl>
                                          <p:spTgt spid="53"/>
                                        </p:tgtEl>
                                      </p:cBhvr>
                                    </p:animEffect>
                                  </p:childTnLst>
                                </p:cTn>
                              </p:par>
                              <p:par>
                                <p:cTn id="69" presetID="53" presetClass="entr" presetSubtype="16" fill="hold" nodeType="withEffect">
                                  <p:stCondLst>
                                    <p:cond delay="0"/>
                                  </p:stCondLst>
                                  <p:childTnLst>
                                    <p:set>
                                      <p:cBhvr>
                                        <p:cTn id="70" dur="1" fill="hold">
                                          <p:stCondLst>
                                            <p:cond delay="0"/>
                                          </p:stCondLst>
                                        </p:cTn>
                                        <p:tgtEl>
                                          <p:spTgt spid="56"/>
                                        </p:tgtEl>
                                        <p:attrNameLst>
                                          <p:attrName>style.visibility</p:attrName>
                                        </p:attrNameLst>
                                      </p:cBhvr>
                                      <p:to>
                                        <p:strVal val="visible"/>
                                      </p:to>
                                    </p:set>
                                    <p:anim calcmode="lin" valueType="num">
                                      <p:cBhvr>
                                        <p:cTn id="71" dur="500" fill="hold"/>
                                        <p:tgtEl>
                                          <p:spTgt spid="56"/>
                                        </p:tgtEl>
                                        <p:attrNameLst>
                                          <p:attrName>ppt_w</p:attrName>
                                        </p:attrNameLst>
                                      </p:cBhvr>
                                      <p:tavLst>
                                        <p:tav tm="0">
                                          <p:val>
                                            <p:fltVal val="0"/>
                                          </p:val>
                                        </p:tav>
                                        <p:tav tm="100000">
                                          <p:val>
                                            <p:strVal val="#ppt_w"/>
                                          </p:val>
                                        </p:tav>
                                      </p:tavLst>
                                    </p:anim>
                                    <p:anim calcmode="lin" valueType="num">
                                      <p:cBhvr>
                                        <p:cTn id="72" dur="500" fill="hold"/>
                                        <p:tgtEl>
                                          <p:spTgt spid="56"/>
                                        </p:tgtEl>
                                        <p:attrNameLst>
                                          <p:attrName>ppt_h</p:attrName>
                                        </p:attrNameLst>
                                      </p:cBhvr>
                                      <p:tavLst>
                                        <p:tav tm="0">
                                          <p:val>
                                            <p:fltVal val="0"/>
                                          </p:val>
                                        </p:tav>
                                        <p:tav tm="100000">
                                          <p:val>
                                            <p:strVal val="#ppt_h"/>
                                          </p:val>
                                        </p:tav>
                                      </p:tavLst>
                                    </p:anim>
                                    <p:animEffect transition="in" filter="fade">
                                      <p:cBhvr>
                                        <p:cTn id="73"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35" grpId="0" animBg="1"/>
      <p:bldP spid="36" grpId="0" animBg="1"/>
      <p:bldP spid="37" grpId="0" animBg="1"/>
      <p:bldP spid="39" grpId="0" animBg="1"/>
      <p:bldP spid="40" grpId="0" animBg="1"/>
      <p:bldP spid="41" grpId="0" animBg="1"/>
      <p:bldP spid="43" grpId="0" animBg="1"/>
      <p:bldP spid="44" grpId="0" animBg="1"/>
      <p:bldP spid="4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íṩľïdè"/>
        <p:cNvGrpSpPr/>
        <p:nvPr/>
      </p:nvGrpSpPr>
      <p:grpSpPr>
        <a:xfrm>
          <a:off x="0" y="0"/>
          <a:ext cx="0" cy="0"/>
          <a:chOff x="0" y="0"/>
          <a:chExt cx="0" cy="0"/>
        </a:xfrm>
      </p:grpSpPr>
      <p:pic>
        <p:nvPicPr>
          <p:cNvPr id="17" name="图片 16">
            <a:extLst>
              <a:ext uri="{FF2B5EF4-FFF2-40B4-BE49-F238E27FC236}">
                <a16:creationId xmlns:a16="http://schemas.microsoft.com/office/drawing/2014/main" id="{DE5E40E0-0FFA-43D5-840D-A720BDEC98E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8" name="î$ḷïde">
            <a:extLst>
              <a:ext uri="{FF2B5EF4-FFF2-40B4-BE49-F238E27FC236}">
                <a16:creationId xmlns:a16="http://schemas.microsoft.com/office/drawing/2014/main" id="{A0736332-F35D-490B-9073-6846B536A4C9}"/>
              </a:ext>
            </a:extLst>
          </p:cNvPr>
          <p:cNvSpPr txBox="1"/>
          <p:nvPr/>
        </p:nvSpPr>
        <p:spPr>
          <a:xfrm>
            <a:off x="741231" y="400234"/>
            <a:ext cx="4221924" cy="400110"/>
          </a:xfrm>
          <a:prstGeom prst="rect">
            <a:avLst/>
          </a:prstGeom>
          <a:noFill/>
        </p:spPr>
        <p:txBody>
          <a:bodyPr wrap="square" rtlCol="0">
            <a:spAutoFit/>
          </a:bodyPr>
          <a:lstStyle/>
          <a:p>
            <a:r>
              <a:rPr lang="en-US" altLang="zh-CN" sz="2000" b="1" dirty="0">
                <a:solidFill>
                  <a:srgbClr val="6C92C0"/>
                </a:solidFill>
                <a:cs typeface="+mn-ea"/>
                <a:sym typeface="+mn-lt"/>
              </a:rPr>
              <a:t>Simple</a:t>
            </a:r>
            <a:r>
              <a:rPr lang="en-US" altLang="zh-CN" sz="2000" dirty="0">
                <a:solidFill>
                  <a:schemeClr val="accent5">
                    <a:lumMod val="50000"/>
                  </a:schemeClr>
                </a:solidFill>
                <a:cs typeface="+mn-ea"/>
                <a:sym typeface="+mn-lt"/>
              </a:rPr>
              <a:t>  </a:t>
            </a:r>
            <a:r>
              <a:rPr lang="en-US" altLang="zh-CN" sz="2000" b="1" dirty="0">
                <a:solidFill>
                  <a:schemeClr val="bg1">
                    <a:lumMod val="50000"/>
                  </a:schemeClr>
                </a:solidFill>
                <a:cs typeface="+mn-ea"/>
                <a:sym typeface="+mn-lt"/>
              </a:rPr>
              <a:t>PowerPoint</a:t>
            </a:r>
          </a:p>
        </p:txBody>
      </p:sp>
      <p:grpSp>
        <p:nvGrpSpPr>
          <p:cNvPr id="19" name="组合 18">
            <a:extLst>
              <a:ext uri="{FF2B5EF4-FFF2-40B4-BE49-F238E27FC236}">
                <a16:creationId xmlns:a16="http://schemas.microsoft.com/office/drawing/2014/main" id="{365CD391-7471-4941-A473-88EA6FAAED1C}"/>
              </a:ext>
            </a:extLst>
          </p:cNvPr>
          <p:cNvGrpSpPr/>
          <p:nvPr/>
        </p:nvGrpSpPr>
        <p:grpSpPr>
          <a:xfrm rot="10800000">
            <a:off x="-598644" y="4863839"/>
            <a:ext cx="2117288" cy="2334478"/>
            <a:chOff x="9664473" y="816338"/>
            <a:chExt cx="3185286" cy="3512032"/>
          </a:xfrm>
        </p:grpSpPr>
        <p:sp>
          <p:nvSpPr>
            <p:cNvPr id="20" name="íṧḻiḋe">
              <a:extLst>
                <a:ext uri="{FF2B5EF4-FFF2-40B4-BE49-F238E27FC236}">
                  <a16:creationId xmlns:a16="http://schemas.microsoft.com/office/drawing/2014/main" id="{6A3F5E8B-3248-41F6-A916-52B0F1082F50}"/>
                </a:ext>
              </a:extLst>
            </p:cNvPr>
            <p:cNvSpPr/>
            <p:nvPr/>
          </p:nvSpPr>
          <p:spPr>
            <a:xfrm>
              <a:off x="9664473" y="816338"/>
              <a:ext cx="2594163" cy="2540781"/>
            </a:xfrm>
            <a:custGeom>
              <a:avLst/>
              <a:gdLst>
                <a:gd name="connsiteX0" fmla="*/ 1096849 w 2594163"/>
                <a:gd name="connsiteY0" fmla="*/ 1533 h 2540781"/>
                <a:gd name="connsiteX1" fmla="*/ 1297103 w 2594163"/>
                <a:gd name="connsiteY1" fmla="*/ 112338 h 2540781"/>
                <a:gd name="connsiteX2" fmla="*/ 2482547 w 2594163"/>
                <a:gd name="connsiteY2" fmla="*/ 1602255 h 2540781"/>
                <a:gd name="connsiteX3" fmla="*/ 2594163 w 2594163"/>
                <a:gd name="connsiteY3" fmla="*/ 1742539 h 2540781"/>
                <a:gd name="connsiteX4" fmla="*/ 2594163 w 2594163"/>
                <a:gd name="connsiteY4" fmla="*/ 2125138 h 2540781"/>
                <a:gd name="connsiteX5" fmla="*/ 2556967 w 2594163"/>
                <a:gd name="connsiteY5" fmla="*/ 2164725 h 2540781"/>
                <a:gd name="connsiteX6" fmla="*/ 2411465 w 2594163"/>
                <a:gd name="connsiteY6" fmla="*/ 2228461 h 2540781"/>
                <a:gd name="connsiteX7" fmla="*/ 341159 w 2594163"/>
                <a:gd name="connsiteY7" fmla="*/ 2537387 h 2540781"/>
                <a:gd name="connsiteX8" fmla="*/ 20527 w 2594163"/>
                <a:gd name="connsiteY8" fmla="*/ 2136195 h 2540781"/>
                <a:gd name="connsiteX9" fmla="*/ 789206 w 2594163"/>
                <a:gd name="connsiteY9" fmla="*/ 188126 h 2540781"/>
                <a:gd name="connsiteX10" fmla="*/ 1096849 w 2594163"/>
                <a:gd name="connsiteY10" fmla="*/ 1533 h 2540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94163" h="2540781">
                  <a:moveTo>
                    <a:pt x="1096849" y="1533"/>
                  </a:moveTo>
                  <a:cubicBezTo>
                    <a:pt x="1171584" y="9139"/>
                    <a:pt x="1244300" y="45184"/>
                    <a:pt x="1297103" y="112338"/>
                  </a:cubicBezTo>
                  <a:cubicBezTo>
                    <a:pt x="1297103" y="112338"/>
                    <a:pt x="1297103" y="112338"/>
                    <a:pt x="2482547" y="1602255"/>
                  </a:cubicBezTo>
                  <a:lnTo>
                    <a:pt x="2594163" y="1742539"/>
                  </a:lnTo>
                  <a:lnTo>
                    <a:pt x="2594163" y="2125138"/>
                  </a:lnTo>
                  <a:lnTo>
                    <a:pt x="2556967" y="2164725"/>
                  </a:lnTo>
                  <a:cubicBezTo>
                    <a:pt x="2517521" y="2197076"/>
                    <a:pt x="2468404" y="2219964"/>
                    <a:pt x="2411465" y="2228461"/>
                  </a:cubicBezTo>
                  <a:cubicBezTo>
                    <a:pt x="2411465" y="2228461"/>
                    <a:pt x="2411465" y="2228461"/>
                    <a:pt x="341159" y="2537387"/>
                  </a:cubicBezTo>
                  <a:cubicBezTo>
                    <a:pt x="115680" y="2571033"/>
                    <a:pt x="-61868" y="2348579"/>
                    <a:pt x="20527" y="2136195"/>
                  </a:cubicBezTo>
                  <a:cubicBezTo>
                    <a:pt x="20527" y="2136195"/>
                    <a:pt x="20527" y="2136195"/>
                    <a:pt x="789206" y="188126"/>
                  </a:cubicBezTo>
                  <a:cubicBezTo>
                    <a:pt x="842126" y="55174"/>
                    <a:pt x="972291" y="-11145"/>
                    <a:pt x="1096849" y="1533"/>
                  </a:cubicBezTo>
                  <a:close/>
                </a:path>
              </a:pathLst>
            </a:custGeom>
            <a:solidFill>
              <a:srgbClr val="6C92C0">
                <a:alpha val="66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21" name="íş1íḍè">
              <a:extLst>
                <a:ext uri="{FF2B5EF4-FFF2-40B4-BE49-F238E27FC236}">
                  <a16:creationId xmlns:a16="http://schemas.microsoft.com/office/drawing/2014/main" id="{2E87F97A-6883-4FE9-8351-D3AA8FAEA8D1}"/>
                </a:ext>
              </a:extLst>
            </p:cNvPr>
            <p:cNvSpPr/>
            <p:nvPr/>
          </p:nvSpPr>
          <p:spPr>
            <a:xfrm>
              <a:off x="10394558" y="1098972"/>
              <a:ext cx="2455201" cy="3229398"/>
            </a:xfrm>
            <a:custGeom>
              <a:avLst/>
              <a:gdLst>
                <a:gd name="connsiteX0" fmla="*/ 2455201 w 2455201"/>
                <a:gd name="connsiteY0" fmla="*/ 0 h 3229398"/>
                <a:gd name="connsiteX1" fmla="*/ 2455201 w 2455201"/>
                <a:gd name="connsiteY1" fmla="*/ 3229398 h 3229398"/>
                <a:gd name="connsiteX2" fmla="*/ 1689979 w 2455201"/>
                <a:gd name="connsiteY2" fmla="*/ 3229398 h 3229398"/>
                <a:gd name="connsiteX3" fmla="*/ 1422643 w 2455201"/>
                <a:gd name="connsiteY3" fmla="*/ 3097535 h 3229398"/>
                <a:gd name="connsiteX4" fmla="*/ 364836 w 2455201"/>
                <a:gd name="connsiteY4" fmla="*/ 2575771 h 3229398"/>
                <a:gd name="connsiteX5" fmla="*/ 288058 w 2455201"/>
                <a:gd name="connsiteY5" fmla="*/ 1446658 h 3229398"/>
                <a:gd name="connsiteX6" fmla="*/ 2346818 w 2455201"/>
                <a:gd name="connsiteY6" fmla="*/ 72350 h 32293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55201" h="3229398">
                  <a:moveTo>
                    <a:pt x="2455201" y="0"/>
                  </a:moveTo>
                  <a:lnTo>
                    <a:pt x="2455201" y="3229398"/>
                  </a:lnTo>
                  <a:lnTo>
                    <a:pt x="1689979" y="3229398"/>
                  </a:lnTo>
                  <a:lnTo>
                    <a:pt x="1422643" y="3097535"/>
                  </a:lnTo>
                  <a:cubicBezTo>
                    <a:pt x="1104127" y="2940426"/>
                    <a:pt x="752661" y="2767066"/>
                    <a:pt x="364836" y="2575771"/>
                  </a:cubicBezTo>
                  <a:cubicBezTo>
                    <a:pt x="-85706" y="2353540"/>
                    <a:pt x="-127848" y="1727765"/>
                    <a:pt x="288058" y="1446658"/>
                  </a:cubicBezTo>
                  <a:cubicBezTo>
                    <a:pt x="288058" y="1446658"/>
                    <a:pt x="288058" y="1446658"/>
                    <a:pt x="2346818" y="72350"/>
                  </a:cubicBezTo>
                  <a:close/>
                </a:path>
              </a:pathLst>
            </a:custGeom>
            <a:solidFill>
              <a:srgbClr val="48A2A0">
                <a:alpha val="4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grpSp>
      <p:grpSp>
        <p:nvGrpSpPr>
          <p:cNvPr id="22" name="组合 21">
            <a:extLst>
              <a:ext uri="{FF2B5EF4-FFF2-40B4-BE49-F238E27FC236}">
                <a16:creationId xmlns:a16="http://schemas.microsoft.com/office/drawing/2014/main" id="{355B3F9C-7875-4376-9477-2DDF5845C388}"/>
              </a:ext>
            </a:extLst>
          </p:cNvPr>
          <p:cNvGrpSpPr/>
          <p:nvPr/>
        </p:nvGrpSpPr>
        <p:grpSpPr>
          <a:xfrm rot="10800000">
            <a:off x="9086997" y="-1443802"/>
            <a:ext cx="3204450" cy="4893654"/>
            <a:chOff x="-15240" y="3375944"/>
            <a:chExt cx="3204450" cy="4893654"/>
          </a:xfrm>
        </p:grpSpPr>
        <p:sp>
          <p:nvSpPr>
            <p:cNvPr id="23" name="íSliḑè">
              <a:extLst>
                <a:ext uri="{FF2B5EF4-FFF2-40B4-BE49-F238E27FC236}">
                  <a16:creationId xmlns:a16="http://schemas.microsoft.com/office/drawing/2014/main" id="{68263DC6-897F-4BB5-A9F4-1BD555DCE727}"/>
                </a:ext>
              </a:extLst>
            </p:cNvPr>
            <p:cNvSpPr/>
            <p:nvPr/>
          </p:nvSpPr>
          <p:spPr>
            <a:xfrm>
              <a:off x="-15240" y="3375944"/>
              <a:ext cx="3204450" cy="3482057"/>
            </a:xfrm>
            <a:custGeom>
              <a:avLst/>
              <a:gdLst>
                <a:gd name="connsiteX0" fmla="*/ 0 w 3204450"/>
                <a:gd name="connsiteY0" fmla="*/ 0 h 3482057"/>
                <a:gd name="connsiteX1" fmla="*/ 45983 w 3204450"/>
                <a:gd name="connsiteY1" fmla="*/ 11609 h 3482057"/>
                <a:gd name="connsiteX2" fmla="*/ 334914 w 3204450"/>
                <a:gd name="connsiteY2" fmla="*/ 204539 h 3482057"/>
                <a:gd name="connsiteX3" fmla="*/ 3098684 w 3204450"/>
                <a:gd name="connsiteY3" fmla="*/ 3361253 h 3482057"/>
                <a:gd name="connsiteX4" fmla="*/ 3204450 w 3204450"/>
                <a:gd name="connsiteY4" fmla="*/ 3482057 h 3482057"/>
                <a:gd name="connsiteX5" fmla="*/ 0 w 3204450"/>
                <a:gd name="connsiteY5" fmla="*/ 3482057 h 34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4450" h="3482057">
                  <a:moveTo>
                    <a:pt x="0" y="0"/>
                  </a:moveTo>
                  <a:lnTo>
                    <a:pt x="45983" y="11609"/>
                  </a:lnTo>
                  <a:cubicBezTo>
                    <a:pt x="152616" y="46096"/>
                    <a:pt x="252790" y="109642"/>
                    <a:pt x="334914" y="204539"/>
                  </a:cubicBezTo>
                  <a:cubicBezTo>
                    <a:pt x="334914" y="204539"/>
                    <a:pt x="334914" y="204539"/>
                    <a:pt x="3098684" y="3361253"/>
                  </a:cubicBezTo>
                  <a:lnTo>
                    <a:pt x="3204450" y="3482057"/>
                  </a:lnTo>
                  <a:lnTo>
                    <a:pt x="0" y="3482057"/>
                  </a:lnTo>
                  <a:close/>
                </a:path>
              </a:pathLst>
            </a:custGeom>
            <a:solidFill>
              <a:srgbClr val="6C92C0">
                <a:alpha val="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25" name="íš1ïḋe">
              <a:extLst>
                <a:ext uri="{FF2B5EF4-FFF2-40B4-BE49-F238E27FC236}">
                  <a16:creationId xmlns:a16="http://schemas.microsoft.com/office/drawing/2014/main" id="{8975BE86-DB9E-4EA9-B97F-6A7F476D516C}"/>
                </a:ext>
              </a:extLst>
            </p:cNvPr>
            <p:cNvSpPr/>
            <p:nvPr/>
          </p:nvSpPr>
          <p:spPr>
            <a:xfrm>
              <a:off x="1" y="3977746"/>
              <a:ext cx="1366989" cy="4291852"/>
            </a:xfrm>
            <a:custGeom>
              <a:avLst/>
              <a:gdLst>
                <a:gd name="connsiteX0" fmla="*/ 899007 w 1366989"/>
                <a:gd name="connsiteY0" fmla="*/ 633 h 4291852"/>
                <a:gd name="connsiteX1" fmla="*/ 1343821 w 1366989"/>
                <a:gd name="connsiteY1" fmla="*/ 639191 h 4291852"/>
                <a:gd name="connsiteX2" fmla="*/ 316803 w 1366989"/>
                <a:gd name="connsiteY2" fmla="*/ 3970163 h 4291852"/>
                <a:gd name="connsiteX3" fmla="*/ 14549 w 1366989"/>
                <a:gd name="connsiteY3" fmla="*/ 4287566 h 4291852"/>
                <a:gd name="connsiteX4" fmla="*/ 0 w 1366989"/>
                <a:gd name="connsiteY4" fmla="*/ 4291852 h 4291852"/>
                <a:gd name="connsiteX5" fmla="*/ 0 w 1366989"/>
                <a:gd name="connsiteY5" fmla="*/ 186094 h 4291852"/>
                <a:gd name="connsiteX6" fmla="*/ 164343 w 1366989"/>
                <a:gd name="connsiteY6" fmla="*/ 148686 h 4291852"/>
                <a:gd name="connsiteX7" fmla="*/ 762612 w 1366989"/>
                <a:gd name="connsiteY7" fmla="*/ 12505 h 4291852"/>
                <a:gd name="connsiteX8" fmla="*/ 899007 w 1366989"/>
                <a:gd name="connsiteY8" fmla="*/ 633 h 4291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6989" h="4291852">
                  <a:moveTo>
                    <a:pt x="899007" y="633"/>
                  </a:moveTo>
                  <a:cubicBezTo>
                    <a:pt x="1208404" y="16359"/>
                    <a:pt x="1443395" y="322717"/>
                    <a:pt x="1343821" y="639191"/>
                  </a:cubicBezTo>
                  <a:cubicBezTo>
                    <a:pt x="1343821" y="639191"/>
                    <a:pt x="1343821" y="639191"/>
                    <a:pt x="316803" y="3970163"/>
                  </a:cubicBezTo>
                  <a:cubicBezTo>
                    <a:pt x="267015" y="4128400"/>
                    <a:pt x="151065" y="4237937"/>
                    <a:pt x="14549" y="4287566"/>
                  </a:cubicBezTo>
                  <a:lnTo>
                    <a:pt x="0" y="4291852"/>
                  </a:lnTo>
                  <a:lnTo>
                    <a:pt x="0" y="186094"/>
                  </a:lnTo>
                  <a:lnTo>
                    <a:pt x="164343" y="148686"/>
                  </a:lnTo>
                  <a:cubicBezTo>
                    <a:pt x="351042" y="106189"/>
                    <a:pt x="550189" y="60858"/>
                    <a:pt x="762612" y="12505"/>
                  </a:cubicBezTo>
                  <a:cubicBezTo>
                    <a:pt x="809090" y="2071"/>
                    <a:pt x="854808" y="-1613"/>
                    <a:pt x="899007" y="633"/>
                  </a:cubicBezTo>
                  <a:close/>
                </a:path>
              </a:pathLst>
            </a:custGeom>
            <a:solidFill>
              <a:srgbClr val="6C92C0">
                <a:alpha val="78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31" name="iṡḻiďè">
              <a:extLst>
                <a:ext uri="{FF2B5EF4-FFF2-40B4-BE49-F238E27FC236}">
                  <a16:creationId xmlns:a16="http://schemas.microsoft.com/office/drawing/2014/main" id="{2737E9D6-0643-41AF-AE29-CE87EC139A00}"/>
                </a:ext>
              </a:extLst>
            </p:cNvPr>
            <p:cNvSpPr>
              <a:spLocks/>
            </p:cNvSpPr>
            <p:nvPr/>
          </p:nvSpPr>
          <p:spPr bwMode="auto">
            <a:xfrm rot="17341789">
              <a:off x="632431" y="4600824"/>
              <a:ext cx="1191816" cy="103229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38" name="îšľíḍe">
            <a:extLst>
              <a:ext uri="{FF2B5EF4-FFF2-40B4-BE49-F238E27FC236}">
                <a16:creationId xmlns:a16="http://schemas.microsoft.com/office/drawing/2014/main" id="{D006B514-DBBC-4A01-A558-FA6DA62EF909}"/>
              </a:ext>
            </a:extLst>
          </p:cNvPr>
          <p:cNvSpPr txBox="1"/>
          <p:nvPr/>
        </p:nvSpPr>
        <p:spPr>
          <a:xfrm>
            <a:off x="10266231" y="400234"/>
            <a:ext cx="934166" cy="400110"/>
          </a:xfrm>
          <a:prstGeom prst="rect">
            <a:avLst/>
          </a:prstGeom>
          <a:noFill/>
        </p:spPr>
        <p:txBody>
          <a:bodyPr wrap="none" rtlCol="0">
            <a:spAutoFit/>
          </a:bodyPr>
          <a:lstStyle/>
          <a:p>
            <a:r>
              <a:rPr lang="en-US" altLang="zh-CN" sz="2000" b="1" dirty="0">
                <a:solidFill>
                  <a:srgbClr val="6C92C0"/>
                </a:solidFill>
                <a:cs typeface="+mn-ea"/>
                <a:sym typeface="+mn-lt"/>
              </a:rPr>
              <a:t>LOGO</a:t>
            </a:r>
            <a:endParaRPr lang="zh-CN" altLang="en-US" sz="2000" b="1" dirty="0">
              <a:solidFill>
                <a:srgbClr val="48A2A0"/>
              </a:solidFill>
              <a:cs typeface="+mn-ea"/>
              <a:sym typeface="+mn-lt"/>
            </a:endParaRPr>
          </a:p>
        </p:txBody>
      </p:sp>
      <p:sp>
        <p:nvSpPr>
          <p:cNvPr id="39" name="íşḷiḍé">
            <a:extLst>
              <a:ext uri="{FF2B5EF4-FFF2-40B4-BE49-F238E27FC236}">
                <a16:creationId xmlns:a16="http://schemas.microsoft.com/office/drawing/2014/main" id="{7094CA67-EBA0-4281-BB65-2734BDDA719B}"/>
              </a:ext>
            </a:extLst>
          </p:cNvPr>
          <p:cNvSpPr/>
          <p:nvPr/>
        </p:nvSpPr>
        <p:spPr>
          <a:xfrm>
            <a:off x="3363903" y="1978118"/>
            <a:ext cx="137703" cy="137703"/>
          </a:xfrm>
          <a:prstGeom prst="ellipse">
            <a:avLst/>
          </a:prstGeom>
          <a:noFill/>
          <a:ln w="38100">
            <a:solidFill>
              <a:srgbClr val="6C92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7" name="iṡḻiďè"/>
          <p:cNvSpPr>
            <a:spLocks/>
          </p:cNvSpPr>
          <p:nvPr/>
        </p:nvSpPr>
        <p:spPr bwMode="auto">
          <a:xfrm rot="17590292">
            <a:off x="2495652" y="2419579"/>
            <a:ext cx="1979382" cy="1714453"/>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6" name="iṡḻiďè"/>
          <p:cNvSpPr>
            <a:spLocks/>
          </p:cNvSpPr>
          <p:nvPr/>
        </p:nvSpPr>
        <p:spPr bwMode="auto">
          <a:xfrm rot="17590292">
            <a:off x="1584123" y="1931786"/>
            <a:ext cx="2288396" cy="1982107"/>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3" name="MH_Others_1"/>
          <p:cNvSpPr txBox="1"/>
          <p:nvPr>
            <p:custDataLst>
              <p:tags r:id="rId1"/>
            </p:custDataLst>
          </p:nvPr>
        </p:nvSpPr>
        <p:spPr>
          <a:xfrm>
            <a:off x="1365369" y="2922840"/>
            <a:ext cx="3955467" cy="847938"/>
          </a:xfrm>
          <a:prstGeom prst="rect">
            <a:avLst/>
          </a:prstGeom>
          <a:noFill/>
        </p:spPr>
        <p:txBody>
          <a:bodyPr wrap="square" rtlCol="0">
            <a:noAutofit/>
          </a:bodyPr>
          <a:lstStyle/>
          <a:p>
            <a:pPr algn="ctr"/>
            <a:r>
              <a:rPr lang="en-US" altLang="zh-CN" sz="4400" b="1" dirty="0">
                <a:solidFill>
                  <a:schemeClr val="bg1"/>
                </a:solidFill>
                <a:effectLst>
                  <a:outerShdw blurRad="38100" dist="38100" dir="2700000" algn="tl">
                    <a:srgbClr val="000000">
                      <a:alpha val="43137"/>
                    </a:srgbClr>
                  </a:outerShdw>
                </a:effectLst>
                <a:cs typeface="+mn-ea"/>
                <a:sym typeface="+mn-lt"/>
              </a:rPr>
              <a:t>PART 03</a:t>
            </a:r>
            <a:endParaRPr lang="zh-CN" altLang="en-US" sz="4400" b="1" dirty="0">
              <a:solidFill>
                <a:schemeClr val="bg1"/>
              </a:solidFill>
              <a:effectLst>
                <a:outerShdw blurRad="38100" dist="38100" dir="2700000" algn="tl">
                  <a:srgbClr val="000000">
                    <a:alpha val="43137"/>
                  </a:srgbClr>
                </a:outerShdw>
              </a:effectLst>
              <a:cs typeface="+mn-ea"/>
              <a:sym typeface="+mn-lt"/>
            </a:endParaRPr>
          </a:p>
        </p:txBody>
      </p:sp>
      <p:sp>
        <p:nvSpPr>
          <p:cNvPr id="34" name="文本框 7"/>
          <p:cNvSpPr txBox="1"/>
          <p:nvPr/>
        </p:nvSpPr>
        <p:spPr>
          <a:xfrm>
            <a:off x="4807716" y="3687616"/>
            <a:ext cx="6318345" cy="618183"/>
          </a:xfrm>
          <a:prstGeom prst="rect">
            <a:avLst/>
          </a:prstGeom>
          <a:noFill/>
        </p:spPr>
        <p:txBody>
          <a:bodyPr wrap="square" rtlCol="0">
            <a:spAutoFit/>
          </a:bodyPr>
          <a:lstStyle/>
          <a:p>
            <a:pPr>
              <a:lnSpc>
                <a:spcPct val="150000"/>
              </a:lnSpc>
            </a:pPr>
            <a:r>
              <a:rPr lang="en-US" altLang="zh-CN" sz="1200" dirty="0">
                <a:cs typeface="+mn-ea"/>
                <a:sym typeface="+mn-lt"/>
              </a:rPr>
              <a:t>Lorem ipsum dolor sit amet kolor that suum at si mement bereh that keu ubat jeurawat bak talak licen Lorem ipsum dolor sit amet kolor that </a:t>
            </a:r>
            <a:r>
              <a:rPr lang="en-US" altLang="zh-CN" sz="1200" dirty="0" err="1">
                <a:cs typeface="+mn-ea"/>
                <a:sym typeface="+mn-lt"/>
              </a:rPr>
              <a:t>suum</a:t>
            </a:r>
            <a:endParaRPr lang="zh-CN" altLang="en-US" sz="1200" dirty="0">
              <a:cs typeface="+mn-ea"/>
              <a:sym typeface="+mn-lt"/>
            </a:endParaRPr>
          </a:p>
        </p:txBody>
      </p:sp>
      <p:sp>
        <p:nvSpPr>
          <p:cNvPr id="35" name="矩形 34"/>
          <p:cNvSpPr/>
          <p:nvPr/>
        </p:nvSpPr>
        <p:spPr>
          <a:xfrm>
            <a:off x="4807716" y="3014426"/>
            <a:ext cx="3185487" cy="646331"/>
          </a:xfrm>
          <a:prstGeom prst="rect">
            <a:avLst/>
          </a:prstGeom>
        </p:spPr>
        <p:txBody>
          <a:bodyPr wrap="none">
            <a:spAutoFit/>
          </a:bodyPr>
          <a:lstStyle/>
          <a:p>
            <a:r>
              <a:rPr lang="zh-CN" altLang="en-US" sz="3600" spc="300" dirty="0">
                <a:solidFill>
                  <a:srgbClr val="436B9B"/>
                </a:solidFill>
                <a:cs typeface="+mn-ea"/>
                <a:sym typeface="+mn-lt"/>
              </a:rPr>
              <a:t>不足之处</a:t>
            </a:r>
            <a:r>
              <a:rPr lang="zh-CN" altLang="en-US" sz="3600" spc="300" dirty="0">
                <a:solidFill>
                  <a:schemeClr val="tx1">
                    <a:lumMod val="65000"/>
                    <a:lumOff val="35000"/>
                  </a:schemeClr>
                </a:solidFill>
                <a:cs typeface="+mn-ea"/>
                <a:sym typeface="+mn-lt"/>
              </a:rPr>
              <a:t>反思</a:t>
            </a:r>
          </a:p>
        </p:txBody>
      </p:sp>
    </p:spTree>
    <p:extLst>
      <p:ext uri="{BB962C8B-B14F-4D97-AF65-F5344CB8AC3E}">
        <p14:creationId xmlns:p14="http://schemas.microsoft.com/office/powerpoint/2010/main" val="2080910664"/>
      </p:ext>
    </p:extLst>
  </p:cSld>
  <p:clrMapOvr>
    <a:masterClrMapping/>
  </p:clrMapOvr>
  <mc:AlternateContent xmlns:mc="http://schemas.openxmlformats.org/markup-compatibility/2006" xmlns:p14="http://schemas.microsoft.com/office/powerpoint/2010/main">
    <mc:Choice Requires="p14">
      <p:transition spd="slow" p14:dur="1500" advTm="3000">
        <p:split orient="vert"/>
      </p:transition>
    </mc:Choice>
    <mc:Fallback xmlns="">
      <p:transition spd="slow" advTm="3000">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grpId="0" nodeType="with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p:cTn id="7" dur="1000" fill="hold"/>
                                        <p:tgtEl>
                                          <p:spTgt spid="37"/>
                                        </p:tgtEl>
                                        <p:attrNameLst>
                                          <p:attrName>ppt_w</p:attrName>
                                        </p:attrNameLst>
                                      </p:cBhvr>
                                      <p:tavLst>
                                        <p:tav tm="0">
                                          <p:val>
                                            <p:fltVal val="0"/>
                                          </p:val>
                                        </p:tav>
                                        <p:tav tm="100000">
                                          <p:val>
                                            <p:strVal val="#ppt_w"/>
                                          </p:val>
                                        </p:tav>
                                      </p:tavLst>
                                    </p:anim>
                                    <p:anim calcmode="lin" valueType="num">
                                      <p:cBhvr>
                                        <p:cTn id="8" dur="1000" fill="hold"/>
                                        <p:tgtEl>
                                          <p:spTgt spid="37"/>
                                        </p:tgtEl>
                                        <p:attrNameLst>
                                          <p:attrName>ppt_h</p:attrName>
                                        </p:attrNameLst>
                                      </p:cBhvr>
                                      <p:tavLst>
                                        <p:tav tm="0">
                                          <p:val>
                                            <p:fltVal val="0"/>
                                          </p:val>
                                        </p:tav>
                                        <p:tav tm="100000">
                                          <p:val>
                                            <p:strVal val="#ppt_h"/>
                                          </p:val>
                                        </p:tav>
                                      </p:tavLst>
                                    </p:anim>
                                    <p:anim calcmode="lin" valueType="num">
                                      <p:cBhvr>
                                        <p:cTn id="9" dur="1000" fill="hold"/>
                                        <p:tgtEl>
                                          <p:spTgt spid="37"/>
                                        </p:tgtEl>
                                        <p:attrNameLst>
                                          <p:attrName>style.rotation</p:attrName>
                                        </p:attrNameLst>
                                      </p:cBhvr>
                                      <p:tavLst>
                                        <p:tav tm="0">
                                          <p:val>
                                            <p:fltVal val="90"/>
                                          </p:val>
                                        </p:tav>
                                        <p:tav tm="100000">
                                          <p:val>
                                            <p:fltVal val="0"/>
                                          </p:val>
                                        </p:tav>
                                      </p:tavLst>
                                    </p:anim>
                                    <p:animEffect transition="in" filter="fade">
                                      <p:cBhvr>
                                        <p:cTn id="10" dur="1000"/>
                                        <p:tgtEl>
                                          <p:spTgt spid="37"/>
                                        </p:tgtEl>
                                      </p:cBhvr>
                                    </p:animEffect>
                                  </p:childTnLst>
                                </p:cTn>
                              </p:par>
                              <p:par>
                                <p:cTn id="11" presetID="3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anim calcmode="lin" valueType="num">
                                      <p:cBhvr>
                                        <p:cTn id="13" dur="1000" fill="hold"/>
                                        <p:tgtEl>
                                          <p:spTgt spid="36"/>
                                        </p:tgtEl>
                                        <p:attrNameLst>
                                          <p:attrName>ppt_w</p:attrName>
                                        </p:attrNameLst>
                                      </p:cBhvr>
                                      <p:tavLst>
                                        <p:tav tm="0">
                                          <p:val>
                                            <p:fltVal val="0"/>
                                          </p:val>
                                        </p:tav>
                                        <p:tav tm="100000">
                                          <p:val>
                                            <p:strVal val="#ppt_w"/>
                                          </p:val>
                                        </p:tav>
                                      </p:tavLst>
                                    </p:anim>
                                    <p:anim calcmode="lin" valueType="num">
                                      <p:cBhvr>
                                        <p:cTn id="14" dur="1000" fill="hold"/>
                                        <p:tgtEl>
                                          <p:spTgt spid="36"/>
                                        </p:tgtEl>
                                        <p:attrNameLst>
                                          <p:attrName>ppt_h</p:attrName>
                                        </p:attrNameLst>
                                      </p:cBhvr>
                                      <p:tavLst>
                                        <p:tav tm="0">
                                          <p:val>
                                            <p:fltVal val="0"/>
                                          </p:val>
                                        </p:tav>
                                        <p:tav tm="100000">
                                          <p:val>
                                            <p:strVal val="#ppt_h"/>
                                          </p:val>
                                        </p:tav>
                                      </p:tavLst>
                                    </p:anim>
                                    <p:anim calcmode="lin" valueType="num">
                                      <p:cBhvr>
                                        <p:cTn id="15" dur="1000" fill="hold"/>
                                        <p:tgtEl>
                                          <p:spTgt spid="36"/>
                                        </p:tgtEl>
                                        <p:attrNameLst>
                                          <p:attrName>style.rotation</p:attrName>
                                        </p:attrNameLst>
                                      </p:cBhvr>
                                      <p:tavLst>
                                        <p:tav tm="0">
                                          <p:val>
                                            <p:fltVal val="90"/>
                                          </p:val>
                                        </p:tav>
                                        <p:tav tm="100000">
                                          <p:val>
                                            <p:fltVal val="0"/>
                                          </p:val>
                                        </p:tav>
                                      </p:tavLst>
                                    </p:anim>
                                    <p:animEffect transition="in" filter="fade">
                                      <p:cBhvr>
                                        <p:cTn id="16" dur="1000"/>
                                        <p:tgtEl>
                                          <p:spTgt spid="36"/>
                                        </p:tgtEl>
                                      </p:cBhvr>
                                    </p:animEffect>
                                  </p:childTnLst>
                                </p:cTn>
                              </p:par>
                              <p:par>
                                <p:cTn id="17" presetID="3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anim calcmode="lin" valueType="num">
                                      <p:cBhvr>
                                        <p:cTn id="19" dur="1000" fill="hold"/>
                                        <p:tgtEl>
                                          <p:spTgt spid="33"/>
                                        </p:tgtEl>
                                        <p:attrNameLst>
                                          <p:attrName>ppt_w</p:attrName>
                                        </p:attrNameLst>
                                      </p:cBhvr>
                                      <p:tavLst>
                                        <p:tav tm="0">
                                          <p:val>
                                            <p:fltVal val="0"/>
                                          </p:val>
                                        </p:tav>
                                        <p:tav tm="100000">
                                          <p:val>
                                            <p:strVal val="#ppt_w"/>
                                          </p:val>
                                        </p:tav>
                                      </p:tavLst>
                                    </p:anim>
                                    <p:anim calcmode="lin" valueType="num">
                                      <p:cBhvr>
                                        <p:cTn id="20" dur="1000" fill="hold"/>
                                        <p:tgtEl>
                                          <p:spTgt spid="33"/>
                                        </p:tgtEl>
                                        <p:attrNameLst>
                                          <p:attrName>ppt_h</p:attrName>
                                        </p:attrNameLst>
                                      </p:cBhvr>
                                      <p:tavLst>
                                        <p:tav tm="0">
                                          <p:val>
                                            <p:fltVal val="0"/>
                                          </p:val>
                                        </p:tav>
                                        <p:tav tm="100000">
                                          <p:val>
                                            <p:strVal val="#ppt_h"/>
                                          </p:val>
                                        </p:tav>
                                      </p:tavLst>
                                    </p:anim>
                                    <p:anim calcmode="lin" valueType="num">
                                      <p:cBhvr>
                                        <p:cTn id="21" dur="1000" fill="hold"/>
                                        <p:tgtEl>
                                          <p:spTgt spid="33"/>
                                        </p:tgtEl>
                                        <p:attrNameLst>
                                          <p:attrName>style.rotation</p:attrName>
                                        </p:attrNameLst>
                                      </p:cBhvr>
                                      <p:tavLst>
                                        <p:tav tm="0">
                                          <p:val>
                                            <p:fltVal val="90"/>
                                          </p:val>
                                        </p:tav>
                                        <p:tav tm="100000">
                                          <p:val>
                                            <p:fltVal val="0"/>
                                          </p:val>
                                        </p:tav>
                                      </p:tavLst>
                                    </p:anim>
                                    <p:animEffect transition="in" filter="fade">
                                      <p:cBhvr>
                                        <p:cTn id="22" dur="1000"/>
                                        <p:tgtEl>
                                          <p:spTgt spid="33"/>
                                        </p:tgtEl>
                                      </p:cBhvr>
                                    </p:animEffect>
                                  </p:childTnLst>
                                </p:cTn>
                              </p:par>
                            </p:childTnLst>
                          </p:cTn>
                        </p:par>
                        <p:par>
                          <p:cTn id="23" fill="hold">
                            <p:stCondLst>
                              <p:cond delay="1000"/>
                            </p:stCondLst>
                            <p:childTnLst>
                              <p:par>
                                <p:cTn id="24" presetID="41" presetClass="entr" presetSubtype="0" fill="hold" grpId="0" nodeType="afterEffect">
                                  <p:stCondLst>
                                    <p:cond delay="0"/>
                                  </p:stCondLst>
                                  <p:iterate type="lt">
                                    <p:tmPct val="10000"/>
                                  </p:iterate>
                                  <p:childTnLst>
                                    <p:set>
                                      <p:cBhvr>
                                        <p:cTn id="25" dur="1" fill="hold">
                                          <p:stCondLst>
                                            <p:cond delay="0"/>
                                          </p:stCondLst>
                                        </p:cTn>
                                        <p:tgtEl>
                                          <p:spTgt spid="35"/>
                                        </p:tgtEl>
                                        <p:attrNameLst>
                                          <p:attrName>style.visibility</p:attrName>
                                        </p:attrNameLst>
                                      </p:cBhvr>
                                      <p:to>
                                        <p:strVal val="visible"/>
                                      </p:to>
                                    </p:set>
                                    <p:anim calcmode="lin" valueType="num">
                                      <p:cBhvr>
                                        <p:cTn id="26" dur="500" fill="hold"/>
                                        <p:tgtEl>
                                          <p:spTgt spid="35"/>
                                        </p:tgtEl>
                                        <p:attrNameLst>
                                          <p:attrName>ppt_x</p:attrName>
                                        </p:attrNameLst>
                                      </p:cBhvr>
                                      <p:tavLst>
                                        <p:tav tm="0">
                                          <p:val>
                                            <p:strVal val="#ppt_x"/>
                                          </p:val>
                                        </p:tav>
                                        <p:tav tm="50000">
                                          <p:val>
                                            <p:strVal val="#ppt_x+.1"/>
                                          </p:val>
                                        </p:tav>
                                        <p:tav tm="100000">
                                          <p:val>
                                            <p:strVal val="#ppt_x"/>
                                          </p:val>
                                        </p:tav>
                                      </p:tavLst>
                                    </p:anim>
                                    <p:anim calcmode="lin" valueType="num">
                                      <p:cBhvr>
                                        <p:cTn id="27" dur="500" fill="hold"/>
                                        <p:tgtEl>
                                          <p:spTgt spid="35"/>
                                        </p:tgtEl>
                                        <p:attrNameLst>
                                          <p:attrName>ppt_y</p:attrName>
                                        </p:attrNameLst>
                                      </p:cBhvr>
                                      <p:tavLst>
                                        <p:tav tm="0">
                                          <p:val>
                                            <p:strVal val="#ppt_y"/>
                                          </p:val>
                                        </p:tav>
                                        <p:tav tm="100000">
                                          <p:val>
                                            <p:strVal val="#ppt_y"/>
                                          </p:val>
                                        </p:tav>
                                      </p:tavLst>
                                    </p:anim>
                                    <p:anim calcmode="lin" valueType="num">
                                      <p:cBhvr>
                                        <p:cTn id="28" dur="500" fill="hold"/>
                                        <p:tgtEl>
                                          <p:spTgt spid="35"/>
                                        </p:tgtEl>
                                        <p:attrNameLst>
                                          <p:attrName>ppt_h</p:attrName>
                                        </p:attrNameLst>
                                      </p:cBhvr>
                                      <p:tavLst>
                                        <p:tav tm="0">
                                          <p:val>
                                            <p:strVal val="#ppt_h/10"/>
                                          </p:val>
                                        </p:tav>
                                        <p:tav tm="50000">
                                          <p:val>
                                            <p:strVal val="#ppt_h+.01"/>
                                          </p:val>
                                        </p:tav>
                                        <p:tav tm="100000">
                                          <p:val>
                                            <p:strVal val="#ppt_h"/>
                                          </p:val>
                                        </p:tav>
                                      </p:tavLst>
                                    </p:anim>
                                    <p:anim calcmode="lin" valueType="num">
                                      <p:cBhvr>
                                        <p:cTn id="29" dur="500" fill="hold"/>
                                        <p:tgtEl>
                                          <p:spTgt spid="35"/>
                                        </p:tgtEl>
                                        <p:attrNameLst>
                                          <p:attrName>ppt_w</p:attrName>
                                        </p:attrNameLst>
                                      </p:cBhvr>
                                      <p:tavLst>
                                        <p:tav tm="0">
                                          <p:val>
                                            <p:strVal val="#ppt_w/10"/>
                                          </p:val>
                                        </p:tav>
                                        <p:tav tm="50000">
                                          <p:val>
                                            <p:strVal val="#ppt_w+.01"/>
                                          </p:val>
                                        </p:tav>
                                        <p:tav tm="100000">
                                          <p:val>
                                            <p:strVal val="#ppt_w"/>
                                          </p:val>
                                        </p:tav>
                                      </p:tavLst>
                                    </p:anim>
                                    <p:animEffect transition="in" filter="fade">
                                      <p:cBhvr>
                                        <p:cTn id="30" dur="500" tmFilter="0,0; .5, 1; 1, 1"/>
                                        <p:tgtEl>
                                          <p:spTgt spid="35"/>
                                        </p:tgtEl>
                                      </p:cBhvr>
                                    </p:animEffect>
                                  </p:childTnLst>
                                </p:cTn>
                              </p:par>
                            </p:childTnLst>
                          </p:cTn>
                        </p:par>
                        <p:par>
                          <p:cTn id="31" fill="hold">
                            <p:stCondLst>
                              <p:cond delay="1750"/>
                            </p:stCondLst>
                            <p:childTnLst>
                              <p:par>
                                <p:cTn id="32" presetID="22" presetClass="entr" presetSubtype="8" fill="hold" grpId="0"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500"/>
                                        <p:tgtEl>
                                          <p:spTgt spid="34"/>
                                        </p:tgtEl>
                                      </p:cBhvr>
                                    </p:animEffect>
                                  </p:childTnLst>
                                </p:cTn>
                              </p:par>
                            </p:childTnLst>
                          </p:cTn>
                        </p:par>
                        <p:par>
                          <p:cTn id="35" fill="hold">
                            <p:stCondLst>
                              <p:cond delay="2250"/>
                            </p:stCondLst>
                            <p:childTnLst>
                              <p:par>
                                <p:cTn id="36" presetID="10" presetClass="entr" presetSubtype="0" fill="hold" grpId="0" nodeType="afterEffect">
                                  <p:stCondLst>
                                    <p:cond delay="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500"/>
                                        <p:tgtEl>
                                          <p:spTgt spid="3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6" presetClass="entr" presetSubtype="32" fill="hold" grpId="0" nodeType="withEffect">
                                  <p:stCondLst>
                                    <p:cond delay="0"/>
                                  </p:stCondLst>
                                  <p:childTnLst>
                                    <p:set>
                                      <p:cBhvr>
                                        <p:cTn id="43" dur="1" fill="hold">
                                          <p:stCondLst>
                                            <p:cond delay="0"/>
                                          </p:stCondLst>
                                        </p:cTn>
                                        <p:tgtEl>
                                          <p:spTgt spid="39"/>
                                        </p:tgtEl>
                                        <p:attrNameLst>
                                          <p:attrName>style.visibility</p:attrName>
                                        </p:attrNameLst>
                                      </p:cBhvr>
                                      <p:to>
                                        <p:strVal val="visible"/>
                                      </p:to>
                                    </p:set>
                                    <p:animEffect transition="in" filter="circle(out)">
                                      <p:cBhvr>
                                        <p:cTn id="44"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8" grpId="0"/>
      <p:bldP spid="39" grpId="0" animBg="1"/>
      <p:bldP spid="37" grpId="0" animBg="1"/>
      <p:bldP spid="36" grpId="0" animBg="1"/>
      <p:bldP spid="33" grpId="0"/>
      <p:bldP spid="34" grpId="0"/>
      <p:bldP spid="3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矩形 62"/>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64" name="矩形 63"/>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65" name="组合 64"/>
          <p:cNvGrpSpPr/>
          <p:nvPr/>
        </p:nvGrpSpPr>
        <p:grpSpPr>
          <a:xfrm rot="10800000">
            <a:off x="0" y="304408"/>
            <a:ext cx="1010103" cy="857396"/>
            <a:chOff x="-39567" y="0"/>
            <a:chExt cx="1677745" cy="1424104"/>
          </a:xfrm>
        </p:grpSpPr>
        <p:sp>
          <p:nvSpPr>
            <p:cNvPr id="66"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67"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grpSp>
        <p:nvGrpSpPr>
          <p:cNvPr id="55" name="组合 82">
            <a:extLst>
              <a:ext uri="{FF2B5EF4-FFF2-40B4-BE49-F238E27FC236}">
                <a16:creationId xmlns:a16="http://schemas.microsoft.com/office/drawing/2014/main" id="{74C4BBF0-92E4-4969-8C59-573D761FC731}"/>
              </a:ext>
            </a:extLst>
          </p:cNvPr>
          <p:cNvGrpSpPr/>
          <p:nvPr/>
        </p:nvGrpSpPr>
        <p:grpSpPr>
          <a:xfrm>
            <a:off x="9043205" y="2922032"/>
            <a:ext cx="1065603" cy="1208546"/>
            <a:chOff x="8434811" y="2608031"/>
            <a:chExt cx="1166390" cy="1322855"/>
          </a:xfrm>
        </p:grpSpPr>
        <p:sp>
          <p:nvSpPr>
            <p:cNvPr id="56" name="íṩļíḓê">
              <a:extLst>
                <a:ext uri="{FF2B5EF4-FFF2-40B4-BE49-F238E27FC236}">
                  <a16:creationId xmlns:a16="http://schemas.microsoft.com/office/drawing/2014/main" id="{AD4732A6-D5A7-49EC-9592-40F2654EFFB1}"/>
                </a:ext>
              </a:extLst>
            </p:cNvPr>
            <p:cNvSpPr/>
            <p:nvPr/>
          </p:nvSpPr>
          <p:spPr>
            <a:xfrm rot="18900000">
              <a:off x="8434811" y="2608031"/>
              <a:ext cx="1166390" cy="11663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dirty="0">
                <a:cs typeface="+mn-ea"/>
                <a:sym typeface="+mn-lt"/>
              </a:endParaRPr>
            </a:p>
          </p:txBody>
        </p:sp>
        <p:sp>
          <p:nvSpPr>
            <p:cNvPr id="57" name="íṣľíḑè">
              <a:extLst>
                <a:ext uri="{FF2B5EF4-FFF2-40B4-BE49-F238E27FC236}">
                  <a16:creationId xmlns:a16="http://schemas.microsoft.com/office/drawing/2014/main" id="{4B8FE2E1-3964-470E-AB70-5BEA4A1DA8B7}"/>
                </a:ext>
              </a:extLst>
            </p:cNvPr>
            <p:cNvSpPr/>
            <p:nvPr/>
          </p:nvSpPr>
          <p:spPr>
            <a:xfrm rot="18900000">
              <a:off x="8434811" y="2764496"/>
              <a:ext cx="1166390" cy="116639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dirty="0">
                <a:cs typeface="+mn-ea"/>
                <a:sym typeface="+mn-lt"/>
              </a:endParaRPr>
            </a:p>
          </p:txBody>
        </p:sp>
        <p:sp>
          <p:nvSpPr>
            <p:cNvPr id="58" name="ïşḷîḋè">
              <a:extLst>
                <a:ext uri="{FF2B5EF4-FFF2-40B4-BE49-F238E27FC236}">
                  <a16:creationId xmlns:a16="http://schemas.microsoft.com/office/drawing/2014/main" id="{C8D35F8C-6AE8-4830-AFD4-8F995715B27B}"/>
                </a:ext>
              </a:extLst>
            </p:cNvPr>
            <p:cNvSpPr>
              <a:spLocks/>
            </p:cNvSpPr>
            <p:nvPr/>
          </p:nvSpPr>
          <p:spPr bwMode="auto">
            <a:xfrm>
              <a:off x="8777771" y="3107818"/>
              <a:ext cx="480471" cy="479746"/>
            </a:xfrm>
            <a:custGeom>
              <a:avLst/>
              <a:gdLst>
                <a:gd name="connsiteX0" fmla="*/ 506334 w 607638"/>
                <a:gd name="connsiteY0" fmla="*/ 455027 h 606722"/>
                <a:gd name="connsiteX1" fmla="*/ 506334 w 607638"/>
                <a:gd name="connsiteY1" fmla="*/ 505592 h 606722"/>
                <a:gd name="connsiteX2" fmla="*/ 531616 w 607638"/>
                <a:gd name="connsiteY2" fmla="*/ 505592 h 606722"/>
                <a:gd name="connsiteX3" fmla="*/ 556986 w 607638"/>
                <a:gd name="connsiteY3" fmla="*/ 480265 h 606722"/>
                <a:gd name="connsiteX4" fmla="*/ 531616 w 607638"/>
                <a:gd name="connsiteY4" fmla="*/ 455027 h 606722"/>
                <a:gd name="connsiteX5" fmla="*/ 430401 w 607638"/>
                <a:gd name="connsiteY5" fmla="*/ 353896 h 606722"/>
                <a:gd name="connsiteX6" fmla="*/ 405031 w 607638"/>
                <a:gd name="connsiteY6" fmla="*/ 379223 h 606722"/>
                <a:gd name="connsiteX7" fmla="*/ 430401 w 607638"/>
                <a:gd name="connsiteY7" fmla="*/ 404461 h 606722"/>
                <a:gd name="connsiteX8" fmla="*/ 455683 w 607638"/>
                <a:gd name="connsiteY8" fmla="*/ 404461 h 606722"/>
                <a:gd name="connsiteX9" fmla="*/ 455683 w 607638"/>
                <a:gd name="connsiteY9" fmla="*/ 353896 h 606722"/>
                <a:gd name="connsiteX10" fmla="*/ 480964 w 607638"/>
                <a:gd name="connsiteY10" fmla="*/ 252766 h 606722"/>
                <a:gd name="connsiteX11" fmla="*/ 506334 w 607638"/>
                <a:gd name="connsiteY11" fmla="*/ 278093 h 606722"/>
                <a:gd name="connsiteX12" fmla="*/ 506334 w 607638"/>
                <a:gd name="connsiteY12" fmla="*/ 303331 h 606722"/>
                <a:gd name="connsiteX13" fmla="*/ 556986 w 607638"/>
                <a:gd name="connsiteY13" fmla="*/ 303331 h 606722"/>
                <a:gd name="connsiteX14" fmla="*/ 582268 w 607638"/>
                <a:gd name="connsiteY14" fmla="*/ 328658 h 606722"/>
                <a:gd name="connsiteX15" fmla="*/ 556986 w 607638"/>
                <a:gd name="connsiteY15" fmla="*/ 353896 h 606722"/>
                <a:gd name="connsiteX16" fmla="*/ 506334 w 607638"/>
                <a:gd name="connsiteY16" fmla="*/ 353896 h 606722"/>
                <a:gd name="connsiteX17" fmla="*/ 506334 w 607638"/>
                <a:gd name="connsiteY17" fmla="*/ 404461 h 606722"/>
                <a:gd name="connsiteX18" fmla="*/ 531616 w 607638"/>
                <a:gd name="connsiteY18" fmla="*/ 404461 h 606722"/>
                <a:gd name="connsiteX19" fmla="*/ 607638 w 607638"/>
                <a:gd name="connsiteY19" fmla="*/ 480265 h 606722"/>
                <a:gd name="connsiteX20" fmla="*/ 531616 w 607638"/>
                <a:gd name="connsiteY20" fmla="*/ 556157 h 606722"/>
                <a:gd name="connsiteX21" fmla="*/ 506334 w 607638"/>
                <a:gd name="connsiteY21" fmla="*/ 556157 h 606722"/>
                <a:gd name="connsiteX22" fmla="*/ 506334 w 607638"/>
                <a:gd name="connsiteY22" fmla="*/ 581395 h 606722"/>
                <a:gd name="connsiteX23" fmla="*/ 480964 w 607638"/>
                <a:gd name="connsiteY23" fmla="*/ 606722 h 606722"/>
                <a:gd name="connsiteX24" fmla="*/ 455683 w 607638"/>
                <a:gd name="connsiteY24" fmla="*/ 581395 h 606722"/>
                <a:gd name="connsiteX25" fmla="*/ 455683 w 607638"/>
                <a:gd name="connsiteY25" fmla="*/ 556157 h 606722"/>
                <a:gd name="connsiteX26" fmla="*/ 405031 w 607638"/>
                <a:gd name="connsiteY26" fmla="*/ 556157 h 606722"/>
                <a:gd name="connsiteX27" fmla="*/ 379749 w 607638"/>
                <a:gd name="connsiteY27" fmla="*/ 530830 h 606722"/>
                <a:gd name="connsiteX28" fmla="*/ 405031 w 607638"/>
                <a:gd name="connsiteY28" fmla="*/ 505592 h 606722"/>
                <a:gd name="connsiteX29" fmla="*/ 455683 w 607638"/>
                <a:gd name="connsiteY29" fmla="*/ 505592 h 606722"/>
                <a:gd name="connsiteX30" fmla="*/ 455683 w 607638"/>
                <a:gd name="connsiteY30" fmla="*/ 455027 h 606722"/>
                <a:gd name="connsiteX31" fmla="*/ 430401 w 607638"/>
                <a:gd name="connsiteY31" fmla="*/ 455027 h 606722"/>
                <a:gd name="connsiteX32" fmla="*/ 354379 w 607638"/>
                <a:gd name="connsiteY32" fmla="*/ 379223 h 606722"/>
                <a:gd name="connsiteX33" fmla="*/ 430401 w 607638"/>
                <a:gd name="connsiteY33" fmla="*/ 303331 h 606722"/>
                <a:gd name="connsiteX34" fmla="*/ 455683 w 607638"/>
                <a:gd name="connsiteY34" fmla="*/ 303331 h 606722"/>
                <a:gd name="connsiteX35" fmla="*/ 455683 w 607638"/>
                <a:gd name="connsiteY35" fmla="*/ 278093 h 606722"/>
                <a:gd name="connsiteX36" fmla="*/ 480964 w 607638"/>
                <a:gd name="connsiteY36" fmla="*/ 252766 h 606722"/>
                <a:gd name="connsiteX37" fmla="*/ 303759 w 607638"/>
                <a:gd name="connsiteY37" fmla="*/ 151716 h 606722"/>
                <a:gd name="connsiteX38" fmla="*/ 329117 w 607638"/>
                <a:gd name="connsiteY38" fmla="*/ 176950 h 606722"/>
                <a:gd name="connsiteX39" fmla="*/ 329117 w 607638"/>
                <a:gd name="connsiteY39" fmla="*/ 303301 h 606722"/>
                <a:gd name="connsiteX40" fmla="*/ 303759 w 607638"/>
                <a:gd name="connsiteY40" fmla="*/ 328624 h 606722"/>
                <a:gd name="connsiteX41" fmla="*/ 227862 w 607638"/>
                <a:gd name="connsiteY41" fmla="*/ 328624 h 606722"/>
                <a:gd name="connsiteX42" fmla="*/ 202593 w 607638"/>
                <a:gd name="connsiteY42" fmla="*/ 303301 h 606722"/>
                <a:gd name="connsiteX43" fmla="*/ 227862 w 607638"/>
                <a:gd name="connsiteY43" fmla="*/ 278066 h 606722"/>
                <a:gd name="connsiteX44" fmla="*/ 278490 w 607638"/>
                <a:gd name="connsiteY44" fmla="*/ 278066 h 606722"/>
                <a:gd name="connsiteX45" fmla="*/ 278490 w 607638"/>
                <a:gd name="connsiteY45" fmla="*/ 176950 h 606722"/>
                <a:gd name="connsiteX46" fmla="*/ 303759 w 607638"/>
                <a:gd name="connsiteY46" fmla="*/ 151716 h 606722"/>
                <a:gd name="connsiteX47" fmla="*/ 303762 w 607638"/>
                <a:gd name="connsiteY47" fmla="*/ 0 h 606722"/>
                <a:gd name="connsiteX48" fmla="*/ 606634 w 607638"/>
                <a:gd name="connsiteY48" fmla="*/ 220667 h 606722"/>
                <a:gd name="connsiteX49" fmla="*/ 589190 w 607638"/>
                <a:gd name="connsiteY49" fmla="*/ 251860 h 606722"/>
                <a:gd name="connsiteX50" fmla="*/ 557950 w 607638"/>
                <a:gd name="connsiteY50" fmla="*/ 234353 h 606722"/>
                <a:gd name="connsiteX51" fmla="*/ 303762 w 607638"/>
                <a:gd name="connsiteY51" fmla="*/ 50568 h 606722"/>
                <a:gd name="connsiteX52" fmla="*/ 50642 w 607638"/>
                <a:gd name="connsiteY52" fmla="*/ 303317 h 606722"/>
                <a:gd name="connsiteX53" fmla="*/ 303762 w 607638"/>
                <a:gd name="connsiteY53" fmla="*/ 556154 h 606722"/>
                <a:gd name="connsiteX54" fmla="*/ 329127 w 607638"/>
                <a:gd name="connsiteY54" fmla="*/ 581394 h 606722"/>
                <a:gd name="connsiteX55" fmla="*/ 303762 w 607638"/>
                <a:gd name="connsiteY55" fmla="*/ 606722 h 606722"/>
                <a:gd name="connsiteX56" fmla="*/ 0 w 607638"/>
                <a:gd name="connsiteY56" fmla="*/ 303317 h 606722"/>
                <a:gd name="connsiteX57" fmla="*/ 303762 w 607638"/>
                <a:gd name="connsiteY57"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7638" h="606722">
                  <a:moveTo>
                    <a:pt x="506334" y="455027"/>
                  </a:moveTo>
                  <a:lnTo>
                    <a:pt x="506334" y="505592"/>
                  </a:lnTo>
                  <a:lnTo>
                    <a:pt x="531616" y="505592"/>
                  </a:lnTo>
                  <a:cubicBezTo>
                    <a:pt x="545592" y="505592"/>
                    <a:pt x="556986" y="494217"/>
                    <a:pt x="556986" y="480265"/>
                  </a:cubicBezTo>
                  <a:cubicBezTo>
                    <a:pt x="556986" y="466401"/>
                    <a:pt x="545592" y="455027"/>
                    <a:pt x="531616" y="455027"/>
                  </a:cubicBezTo>
                  <a:close/>
                  <a:moveTo>
                    <a:pt x="430401" y="353896"/>
                  </a:moveTo>
                  <a:cubicBezTo>
                    <a:pt x="416425" y="353896"/>
                    <a:pt x="405031" y="365271"/>
                    <a:pt x="405031" y="379223"/>
                  </a:cubicBezTo>
                  <a:cubicBezTo>
                    <a:pt x="405031" y="393087"/>
                    <a:pt x="416425" y="404461"/>
                    <a:pt x="430401" y="404461"/>
                  </a:cubicBezTo>
                  <a:lnTo>
                    <a:pt x="455683" y="404461"/>
                  </a:lnTo>
                  <a:lnTo>
                    <a:pt x="455683" y="353896"/>
                  </a:lnTo>
                  <a:close/>
                  <a:moveTo>
                    <a:pt x="480964" y="252766"/>
                  </a:moveTo>
                  <a:cubicBezTo>
                    <a:pt x="495029" y="252766"/>
                    <a:pt x="506334" y="264141"/>
                    <a:pt x="506334" y="278093"/>
                  </a:cubicBezTo>
                  <a:lnTo>
                    <a:pt x="506334" y="303331"/>
                  </a:lnTo>
                  <a:lnTo>
                    <a:pt x="556986" y="303331"/>
                  </a:lnTo>
                  <a:cubicBezTo>
                    <a:pt x="570962" y="303331"/>
                    <a:pt x="582268" y="314706"/>
                    <a:pt x="582268" y="328658"/>
                  </a:cubicBezTo>
                  <a:cubicBezTo>
                    <a:pt x="582268" y="342610"/>
                    <a:pt x="570962" y="353896"/>
                    <a:pt x="556986" y="353896"/>
                  </a:cubicBezTo>
                  <a:lnTo>
                    <a:pt x="506334" y="353896"/>
                  </a:lnTo>
                  <a:lnTo>
                    <a:pt x="506334" y="404461"/>
                  </a:lnTo>
                  <a:lnTo>
                    <a:pt x="531616" y="404461"/>
                  </a:lnTo>
                  <a:cubicBezTo>
                    <a:pt x="573544" y="404461"/>
                    <a:pt x="607638" y="438497"/>
                    <a:pt x="607638" y="480265"/>
                  </a:cubicBezTo>
                  <a:cubicBezTo>
                    <a:pt x="607638" y="522121"/>
                    <a:pt x="573544" y="556157"/>
                    <a:pt x="531616" y="556157"/>
                  </a:cubicBezTo>
                  <a:lnTo>
                    <a:pt x="506334" y="556157"/>
                  </a:lnTo>
                  <a:lnTo>
                    <a:pt x="506334" y="581395"/>
                  </a:lnTo>
                  <a:cubicBezTo>
                    <a:pt x="506334" y="595347"/>
                    <a:pt x="495029" y="606722"/>
                    <a:pt x="480964" y="606722"/>
                  </a:cubicBezTo>
                  <a:cubicBezTo>
                    <a:pt x="466988" y="606722"/>
                    <a:pt x="455683" y="595347"/>
                    <a:pt x="455683" y="581395"/>
                  </a:cubicBezTo>
                  <a:lnTo>
                    <a:pt x="455683" y="556157"/>
                  </a:lnTo>
                  <a:lnTo>
                    <a:pt x="405031" y="556157"/>
                  </a:lnTo>
                  <a:cubicBezTo>
                    <a:pt x="391055" y="556157"/>
                    <a:pt x="379749" y="544782"/>
                    <a:pt x="379749" y="530830"/>
                  </a:cubicBezTo>
                  <a:cubicBezTo>
                    <a:pt x="379749" y="516878"/>
                    <a:pt x="391055" y="505592"/>
                    <a:pt x="405031" y="505592"/>
                  </a:cubicBezTo>
                  <a:lnTo>
                    <a:pt x="455683" y="505592"/>
                  </a:lnTo>
                  <a:lnTo>
                    <a:pt x="455683" y="455027"/>
                  </a:lnTo>
                  <a:lnTo>
                    <a:pt x="430401" y="455027"/>
                  </a:lnTo>
                  <a:cubicBezTo>
                    <a:pt x="388473" y="455027"/>
                    <a:pt x="354379" y="420991"/>
                    <a:pt x="354379" y="379223"/>
                  </a:cubicBezTo>
                  <a:cubicBezTo>
                    <a:pt x="354379" y="337367"/>
                    <a:pt x="388473" y="303331"/>
                    <a:pt x="430401" y="303331"/>
                  </a:cubicBezTo>
                  <a:lnTo>
                    <a:pt x="455683" y="303331"/>
                  </a:lnTo>
                  <a:lnTo>
                    <a:pt x="455683" y="278093"/>
                  </a:lnTo>
                  <a:cubicBezTo>
                    <a:pt x="455683" y="264141"/>
                    <a:pt x="466988" y="252766"/>
                    <a:pt x="480964" y="252766"/>
                  </a:cubicBezTo>
                  <a:close/>
                  <a:moveTo>
                    <a:pt x="303759" y="151716"/>
                  </a:moveTo>
                  <a:cubicBezTo>
                    <a:pt x="317817" y="151716"/>
                    <a:pt x="329117" y="163000"/>
                    <a:pt x="329117" y="176950"/>
                  </a:cubicBezTo>
                  <a:lnTo>
                    <a:pt x="329117" y="303301"/>
                  </a:lnTo>
                  <a:cubicBezTo>
                    <a:pt x="329117" y="317251"/>
                    <a:pt x="317817" y="328624"/>
                    <a:pt x="303759" y="328624"/>
                  </a:cubicBezTo>
                  <a:lnTo>
                    <a:pt x="227862" y="328624"/>
                  </a:lnTo>
                  <a:cubicBezTo>
                    <a:pt x="213893" y="328624"/>
                    <a:pt x="202593" y="317251"/>
                    <a:pt x="202593" y="303301"/>
                  </a:cubicBezTo>
                  <a:cubicBezTo>
                    <a:pt x="202593" y="289351"/>
                    <a:pt x="213893" y="278066"/>
                    <a:pt x="227862" y="278066"/>
                  </a:cubicBezTo>
                  <a:lnTo>
                    <a:pt x="278490" y="278066"/>
                  </a:lnTo>
                  <a:lnTo>
                    <a:pt x="278490" y="176950"/>
                  </a:lnTo>
                  <a:cubicBezTo>
                    <a:pt x="278490" y="163000"/>
                    <a:pt x="289790" y="151716"/>
                    <a:pt x="303759" y="151716"/>
                  </a:cubicBezTo>
                  <a:close/>
                  <a:moveTo>
                    <a:pt x="303762" y="0"/>
                  </a:moveTo>
                  <a:cubicBezTo>
                    <a:pt x="443049" y="0"/>
                    <a:pt x="570410" y="92781"/>
                    <a:pt x="606634" y="220667"/>
                  </a:cubicBezTo>
                  <a:cubicBezTo>
                    <a:pt x="610461" y="234086"/>
                    <a:pt x="602629" y="248039"/>
                    <a:pt x="589190" y="251860"/>
                  </a:cubicBezTo>
                  <a:cubicBezTo>
                    <a:pt x="575839" y="255504"/>
                    <a:pt x="561688" y="247861"/>
                    <a:pt x="557950" y="234353"/>
                  </a:cubicBezTo>
                  <a:cubicBezTo>
                    <a:pt x="527779" y="127885"/>
                    <a:pt x="420888" y="50568"/>
                    <a:pt x="303762" y="50568"/>
                  </a:cubicBezTo>
                  <a:cubicBezTo>
                    <a:pt x="164208" y="50568"/>
                    <a:pt x="50642" y="163967"/>
                    <a:pt x="50642" y="303317"/>
                  </a:cubicBezTo>
                  <a:cubicBezTo>
                    <a:pt x="50642" y="442755"/>
                    <a:pt x="164208" y="556154"/>
                    <a:pt x="303762" y="556154"/>
                  </a:cubicBezTo>
                  <a:cubicBezTo>
                    <a:pt x="317824" y="556154"/>
                    <a:pt x="329127" y="567441"/>
                    <a:pt x="329127" y="581394"/>
                  </a:cubicBezTo>
                  <a:cubicBezTo>
                    <a:pt x="329127" y="595347"/>
                    <a:pt x="317824" y="606722"/>
                    <a:pt x="303762" y="606722"/>
                  </a:cubicBezTo>
                  <a:cubicBezTo>
                    <a:pt x="136261" y="606722"/>
                    <a:pt x="0" y="470661"/>
                    <a:pt x="0" y="303317"/>
                  </a:cubicBezTo>
                  <a:cubicBezTo>
                    <a:pt x="0" y="136061"/>
                    <a:pt x="136261" y="0"/>
                    <a:pt x="303762" y="0"/>
                  </a:cubicBezTo>
                  <a:close/>
                </a:path>
              </a:pathLst>
            </a:custGeom>
            <a:solidFill>
              <a:schemeClr val="bg1"/>
            </a:solidFill>
            <a:ln w="9525">
              <a:noFill/>
              <a:round/>
              <a:headEnd/>
              <a:tailEnd/>
            </a:ln>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grpSp>
        <p:nvGrpSpPr>
          <p:cNvPr id="59" name="组合 85">
            <a:extLst>
              <a:ext uri="{FF2B5EF4-FFF2-40B4-BE49-F238E27FC236}">
                <a16:creationId xmlns:a16="http://schemas.microsoft.com/office/drawing/2014/main" id="{36360622-33AC-44D2-89DA-4E7D83BF1437}"/>
              </a:ext>
            </a:extLst>
          </p:cNvPr>
          <p:cNvGrpSpPr/>
          <p:nvPr/>
        </p:nvGrpSpPr>
        <p:grpSpPr>
          <a:xfrm>
            <a:off x="2095590" y="3112160"/>
            <a:ext cx="1065603" cy="1233024"/>
            <a:chOff x="2603197" y="2764496"/>
            <a:chExt cx="1166390" cy="1349647"/>
          </a:xfrm>
        </p:grpSpPr>
        <p:sp>
          <p:nvSpPr>
            <p:cNvPr id="60" name="iṣ1îḋe">
              <a:extLst>
                <a:ext uri="{FF2B5EF4-FFF2-40B4-BE49-F238E27FC236}">
                  <a16:creationId xmlns:a16="http://schemas.microsoft.com/office/drawing/2014/main" id="{F0F420DE-B615-4988-87F9-E2ADC2B07F61}"/>
                </a:ext>
              </a:extLst>
            </p:cNvPr>
            <p:cNvSpPr/>
            <p:nvPr/>
          </p:nvSpPr>
          <p:spPr>
            <a:xfrm rot="18900000">
              <a:off x="2603197" y="2947753"/>
              <a:ext cx="1166390" cy="116639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dirty="0">
                <a:cs typeface="+mn-ea"/>
                <a:sym typeface="+mn-lt"/>
              </a:endParaRPr>
            </a:p>
          </p:txBody>
        </p:sp>
        <p:sp>
          <p:nvSpPr>
            <p:cNvPr id="61" name="ï$ľîḋè">
              <a:extLst>
                <a:ext uri="{FF2B5EF4-FFF2-40B4-BE49-F238E27FC236}">
                  <a16:creationId xmlns:a16="http://schemas.microsoft.com/office/drawing/2014/main" id="{34938CD2-1F2C-4677-B8EB-F12768289084}"/>
                </a:ext>
              </a:extLst>
            </p:cNvPr>
            <p:cNvSpPr/>
            <p:nvPr/>
          </p:nvSpPr>
          <p:spPr>
            <a:xfrm rot="18900000">
              <a:off x="2603197" y="2764496"/>
              <a:ext cx="1166390" cy="116639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dirty="0">
                <a:cs typeface="+mn-ea"/>
                <a:sym typeface="+mn-lt"/>
              </a:endParaRPr>
            </a:p>
          </p:txBody>
        </p:sp>
        <p:sp>
          <p:nvSpPr>
            <p:cNvPr id="62" name="íŝlîḑé">
              <a:extLst>
                <a:ext uri="{FF2B5EF4-FFF2-40B4-BE49-F238E27FC236}">
                  <a16:creationId xmlns:a16="http://schemas.microsoft.com/office/drawing/2014/main" id="{22540C83-46FE-474D-B10D-4A871753AA5D}"/>
                </a:ext>
              </a:extLst>
            </p:cNvPr>
            <p:cNvSpPr>
              <a:spLocks/>
            </p:cNvSpPr>
            <p:nvPr/>
          </p:nvSpPr>
          <p:spPr bwMode="auto">
            <a:xfrm>
              <a:off x="2943076" y="3104743"/>
              <a:ext cx="486631" cy="485896"/>
            </a:xfrm>
            <a:custGeom>
              <a:avLst/>
              <a:gdLst>
                <a:gd name="connsiteX0" fmla="*/ 264400 w 607639"/>
                <a:gd name="connsiteY0" fmla="*/ 371924 h 606722"/>
                <a:gd name="connsiteX1" fmla="*/ 209306 w 607639"/>
                <a:gd name="connsiteY1" fmla="*/ 398407 h 606722"/>
                <a:gd name="connsiteX2" fmla="*/ 171212 w 607639"/>
                <a:gd name="connsiteY2" fmla="*/ 423290 h 606722"/>
                <a:gd name="connsiteX3" fmla="*/ 196756 w 607639"/>
                <a:gd name="connsiteY3" fmla="*/ 433510 h 606722"/>
                <a:gd name="connsiteX4" fmla="*/ 410813 w 607639"/>
                <a:gd name="connsiteY4" fmla="*/ 433510 h 606722"/>
                <a:gd name="connsiteX5" fmla="*/ 436358 w 607639"/>
                <a:gd name="connsiteY5" fmla="*/ 423290 h 606722"/>
                <a:gd name="connsiteX6" fmla="*/ 398352 w 607639"/>
                <a:gd name="connsiteY6" fmla="*/ 398407 h 606722"/>
                <a:gd name="connsiteX7" fmla="*/ 342368 w 607639"/>
                <a:gd name="connsiteY7" fmla="*/ 372457 h 606722"/>
                <a:gd name="connsiteX8" fmla="*/ 303740 w 607639"/>
                <a:gd name="connsiteY8" fmla="*/ 382499 h 606722"/>
                <a:gd name="connsiteX9" fmla="*/ 264400 w 607639"/>
                <a:gd name="connsiteY9" fmla="*/ 371924 h 606722"/>
                <a:gd name="connsiteX10" fmla="*/ 303740 w 607639"/>
                <a:gd name="connsiteY10" fmla="*/ 173124 h 606722"/>
                <a:gd name="connsiteX11" fmla="*/ 236720 w 607639"/>
                <a:gd name="connsiteY11" fmla="*/ 262970 h 606722"/>
                <a:gd name="connsiteX12" fmla="*/ 303740 w 607639"/>
                <a:gd name="connsiteY12" fmla="*/ 352906 h 606722"/>
                <a:gd name="connsiteX13" fmla="*/ 370850 w 607639"/>
                <a:gd name="connsiteY13" fmla="*/ 262970 h 606722"/>
                <a:gd name="connsiteX14" fmla="*/ 303740 w 607639"/>
                <a:gd name="connsiteY14" fmla="*/ 173124 h 606722"/>
                <a:gd name="connsiteX15" fmla="*/ 303740 w 607639"/>
                <a:gd name="connsiteY15" fmla="*/ 143530 h 606722"/>
                <a:gd name="connsiteX16" fmla="*/ 400489 w 607639"/>
                <a:gd name="connsiteY16" fmla="*/ 262970 h 606722"/>
                <a:gd name="connsiteX17" fmla="*/ 368981 w 607639"/>
                <a:gd name="connsiteY17" fmla="*/ 350684 h 606722"/>
                <a:gd name="connsiteX18" fmla="*/ 410902 w 607639"/>
                <a:gd name="connsiteY18" fmla="*/ 371568 h 606722"/>
                <a:gd name="connsiteX19" fmla="*/ 466085 w 607639"/>
                <a:gd name="connsiteY19" fmla="*/ 423290 h 606722"/>
                <a:gd name="connsiteX20" fmla="*/ 410813 w 607639"/>
                <a:gd name="connsiteY20" fmla="*/ 463192 h 606722"/>
                <a:gd name="connsiteX21" fmla="*/ 196756 w 607639"/>
                <a:gd name="connsiteY21" fmla="*/ 463192 h 606722"/>
                <a:gd name="connsiteX22" fmla="*/ 141484 w 607639"/>
                <a:gd name="connsiteY22" fmla="*/ 423290 h 606722"/>
                <a:gd name="connsiteX23" fmla="*/ 196578 w 607639"/>
                <a:gd name="connsiteY23" fmla="*/ 371657 h 606722"/>
                <a:gd name="connsiteX24" fmla="*/ 238589 w 607639"/>
                <a:gd name="connsiteY24" fmla="*/ 350773 h 606722"/>
                <a:gd name="connsiteX25" fmla="*/ 206992 w 607639"/>
                <a:gd name="connsiteY25" fmla="*/ 262970 h 606722"/>
                <a:gd name="connsiteX26" fmla="*/ 303740 w 607639"/>
                <a:gd name="connsiteY26" fmla="*/ 143530 h 606722"/>
                <a:gd name="connsiteX27" fmla="*/ 288644 w 607639"/>
                <a:gd name="connsiteY27" fmla="*/ 31105 h 606722"/>
                <a:gd name="connsiteX28" fmla="*/ 31152 w 607639"/>
                <a:gd name="connsiteY28" fmla="*/ 288209 h 606722"/>
                <a:gd name="connsiteX29" fmla="*/ 91141 w 607639"/>
                <a:gd name="connsiteY29" fmla="*/ 288209 h 606722"/>
                <a:gd name="connsiteX30" fmla="*/ 91141 w 607639"/>
                <a:gd name="connsiteY30" fmla="*/ 318514 h 606722"/>
                <a:gd name="connsiteX31" fmla="*/ 31152 w 607639"/>
                <a:gd name="connsiteY31" fmla="*/ 318514 h 606722"/>
                <a:gd name="connsiteX32" fmla="*/ 288644 w 607639"/>
                <a:gd name="connsiteY32" fmla="*/ 575617 h 606722"/>
                <a:gd name="connsiteX33" fmla="*/ 288644 w 607639"/>
                <a:gd name="connsiteY33" fmla="*/ 515718 h 606722"/>
                <a:gd name="connsiteX34" fmla="*/ 318995 w 607639"/>
                <a:gd name="connsiteY34" fmla="*/ 515718 h 606722"/>
                <a:gd name="connsiteX35" fmla="*/ 318995 w 607639"/>
                <a:gd name="connsiteY35" fmla="*/ 575617 h 606722"/>
                <a:gd name="connsiteX36" fmla="*/ 576487 w 607639"/>
                <a:gd name="connsiteY36" fmla="*/ 318514 h 606722"/>
                <a:gd name="connsiteX37" fmla="*/ 516498 w 607639"/>
                <a:gd name="connsiteY37" fmla="*/ 318514 h 606722"/>
                <a:gd name="connsiteX38" fmla="*/ 516498 w 607639"/>
                <a:gd name="connsiteY38" fmla="*/ 288209 h 606722"/>
                <a:gd name="connsiteX39" fmla="*/ 576487 w 607639"/>
                <a:gd name="connsiteY39" fmla="*/ 288209 h 606722"/>
                <a:gd name="connsiteX40" fmla="*/ 318995 w 607639"/>
                <a:gd name="connsiteY40" fmla="*/ 31105 h 606722"/>
                <a:gd name="connsiteX41" fmla="*/ 318995 w 607639"/>
                <a:gd name="connsiteY41" fmla="*/ 91004 h 606722"/>
                <a:gd name="connsiteX42" fmla="*/ 288644 w 607639"/>
                <a:gd name="connsiteY42" fmla="*/ 91004 h 606722"/>
                <a:gd name="connsiteX43" fmla="*/ 303775 w 607639"/>
                <a:gd name="connsiteY43" fmla="*/ 0 h 606722"/>
                <a:gd name="connsiteX44" fmla="*/ 607639 w 607639"/>
                <a:gd name="connsiteY44" fmla="*/ 303317 h 606722"/>
                <a:gd name="connsiteX45" fmla="*/ 303775 w 607639"/>
                <a:gd name="connsiteY45" fmla="*/ 606722 h 606722"/>
                <a:gd name="connsiteX46" fmla="*/ 0 w 607639"/>
                <a:gd name="connsiteY46" fmla="*/ 303317 h 606722"/>
                <a:gd name="connsiteX47" fmla="*/ 303775 w 607639"/>
                <a:gd name="connsiteY47"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07639" h="606722">
                  <a:moveTo>
                    <a:pt x="264400" y="371924"/>
                  </a:moveTo>
                  <a:cubicBezTo>
                    <a:pt x="249625" y="379033"/>
                    <a:pt x="214557" y="395918"/>
                    <a:pt x="209306" y="398407"/>
                  </a:cubicBezTo>
                  <a:cubicBezTo>
                    <a:pt x="175929" y="413870"/>
                    <a:pt x="171212" y="416536"/>
                    <a:pt x="171212" y="423290"/>
                  </a:cubicBezTo>
                  <a:cubicBezTo>
                    <a:pt x="171212" y="432088"/>
                    <a:pt x="177531" y="433510"/>
                    <a:pt x="196756" y="433510"/>
                  </a:cubicBezTo>
                  <a:lnTo>
                    <a:pt x="410813" y="433510"/>
                  </a:lnTo>
                  <a:cubicBezTo>
                    <a:pt x="429949" y="433510"/>
                    <a:pt x="436358" y="432088"/>
                    <a:pt x="436358" y="423290"/>
                  </a:cubicBezTo>
                  <a:cubicBezTo>
                    <a:pt x="436358" y="416536"/>
                    <a:pt x="431551" y="413870"/>
                    <a:pt x="398352" y="398407"/>
                  </a:cubicBezTo>
                  <a:cubicBezTo>
                    <a:pt x="393813" y="396363"/>
                    <a:pt x="362216" y="381699"/>
                    <a:pt x="342368" y="372457"/>
                  </a:cubicBezTo>
                  <a:cubicBezTo>
                    <a:pt x="330531" y="378856"/>
                    <a:pt x="317536" y="382499"/>
                    <a:pt x="303740" y="382499"/>
                  </a:cubicBezTo>
                  <a:cubicBezTo>
                    <a:pt x="289766" y="382499"/>
                    <a:pt x="276416" y="378589"/>
                    <a:pt x="264400" y="371924"/>
                  </a:cubicBezTo>
                  <a:close/>
                  <a:moveTo>
                    <a:pt x="303740" y="173124"/>
                  </a:moveTo>
                  <a:cubicBezTo>
                    <a:pt x="266803" y="173124"/>
                    <a:pt x="236720" y="213470"/>
                    <a:pt x="236720" y="262970"/>
                  </a:cubicBezTo>
                  <a:cubicBezTo>
                    <a:pt x="236720" y="312559"/>
                    <a:pt x="266803" y="352906"/>
                    <a:pt x="303740" y="352906"/>
                  </a:cubicBezTo>
                  <a:cubicBezTo>
                    <a:pt x="340766" y="352906"/>
                    <a:pt x="370850" y="312559"/>
                    <a:pt x="370850" y="262970"/>
                  </a:cubicBezTo>
                  <a:cubicBezTo>
                    <a:pt x="370850" y="213470"/>
                    <a:pt x="340766" y="173124"/>
                    <a:pt x="303740" y="173124"/>
                  </a:cubicBezTo>
                  <a:close/>
                  <a:moveTo>
                    <a:pt x="303740" y="143530"/>
                  </a:moveTo>
                  <a:cubicBezTo>
                    <a:pt x="357143" y="143530"/>
                    <a:pt x="400489" y="197118"/>
                    <a:pt x="400489" y="262970"/>
                  </a:cubicBezTo>
                  <a:cubicBezTo>
                    <a:pt x="400489" y="297807"/>
                    <a:pt x="388206" y="328822"/>
                    <a:pt x="368981" y="350684"/>
                  </a:cubicBezTo>
                  <a:cubicBezTo>
                    <a:pt x="386070" y="359304"/>
                    <a:pt x="408232" y="370324"/>
                    <a:pt x="410902" y="371568"/>
                  </a:cubicBezTo>
                  <a:cubicBezTo>
                    <a:pt x="448818" y="389164"/>
                    <a:pt x="466085" y="397163"/>
                    <a:pt x="466085" y="423290"/>
                  </a:cubicBezTo>
                  <a:cubicBezTo>
                    <a:pt x="466085" y="463192"/>
                    <a:pt x="424431" y="463192"/>
                    <a:pt x="410813" y="463192"/>
                  </a:cubicBezTo>
                  <a:lnTo>
                    <a:pt x="196756" y="463192"/>
                  </a:lnTo>
                  <a:cubicBezTo>
                    <a:pt x="183050" y="463192"/>
                    <a:pt x="141484" y="463192"/>
                    <a:pt x="141484" y="423290"/>
                  </a:cubicBezTo>
                  <a:cubicBezTo>
                    <a:pt x="141484" y="397163"/>
                    <a:pt x="158751" y="389164"/>
                    <a:pt x="196578" y="371657"/>
                  </a:cubicBezTo>
                  <a:cubicBezTo>
                    <a:pt x="199693" y="370146"/>
                    <a:pt x="224526" y="357794"/>
                    <a:pt x="238589" y="350773"/>
                  </a:cubicBezTo>
                  <a:cubicBezTo>
                    <a:pt x="219275" y="328911"/>
                    <a:pt x="206992" y="297807"/>
                    <a:pt x="206992" y="262970"/>
                  </a:cubicBezTo>
                  <a:cubicBezTo>
                    <a:pt x="206992" y="197118"/>
                    <a:pt x="250426" y="143530"/>
                    <a:pt x="303740" y="143530"/>
                  </a:cubicBezTo>
                  <a:close/>
                  <a:moveTo>
                    <a:pt x="288644" y="31105"/>
                  </a:moveTo>
                  <a:cubicBezTo>
                    <a:pt x="149974" y="38747"/>
                    <a:pt x="38806" y="149748"/>
                    <a:pt x="31152" y="288209"/>
                  </a:cubicBezTo>
                  <a:lnTo>
                    <a:pt x="91141" y="288209"/>
                  </a:lnTo>
                  <a:lnTo>
                    <a:pt x="91141" y="318514"/>
                  </a:lnTo>
                  <a:lnTo>
                    <a:pt x="31152" y="318514"/>
                  </a:lnTo>
                  <a:cubicBezTo>
                    <a:pt x="38806" y="456975"/>
                    <a:pt x="149974" y="567886"/>
                    <a:pt x="288644" y="575617"/>
                  </a:cubicBezTo>
                  <a:lnTo>
                    <a:pt x="288644" y="515718"/>
                  </a:lnTo>
                  <a:lnTo>
                    <a:pt x="318995" y="515718"/>
                  </a:lnTo>
                  <a:lnTo>
                    <a:pt x="318995" y="575617"/>
                  </a:lnTo>
                  <a:cubicBezTo>
                    <a:pt x="457665" y="567886"/>
                    <a:pt x="568833" y="456975"/>
                    <a:pt x="576487" y="318514"/>
                  </a:cubicBezTo>
                  <a:lnTo>
                    <a:pt x="516498" y="318514"/>
                  </a:lnTo>
                  <a:lnTo>
                    <a:pt x="516498" y="288209"/>
                  </a:lnTo>
                  <a:lnTo>
                    <a:pt x="576487" y="288209"/>
                  </a:lnTo>
                  <a:cubicBezTo>
                    <a:pt x="568833" y="149748"/>
                    <a:pt x="457665" y="38747"/>
                    <a:pt x="318995" y="31105"/>
                  </a:cubicBezTo>
                  <a:lnTo>
                    <a:pt x="318995" y="91004"/>
                  </a:lnTo>
                  <a:lnTo>
                    <a:pt x="288644" y="91004"/>
                  </a:lnTo>
                  <a:close/>
                  <a:moveTo>
                    <a:pt x="303775" y="0"/>
                  </a:moveTo>
                  <a:cubicBezTo>
                    <a:pt x="471550" y="0"/>
                    <a:pt x="607639" y="135795"/>
                    <a:pt x="607639" y="303317"/>
                  </a:cubicBezTo>
                  <a:cubicBezTo>
                    <a:pt x="607639" y="470839"/>
                    <a:pt x="471550" y="606722"/>
                    <a:pt x="303775" y="606722"/>
                  </a:cubicBezTo>
                  <a:cubicBezTo>
                    <a:pt x="136000" y="606722"/>
                    <a:pt x="0" y="470839"/>
                    <a:pt x="0" y="303317"/>
                  </a:cubicBezTo>
                  <a:cubicBezTo>
                    <a:pt x="0" y="135795"/>
                    <a:pt x="136000" y="0"/>
                    <a:pt x="303775" y="0"/>
                  </a:cubicBezTo>
                  <a:close/>
                </a:path>
              </a:pathLst>
            </a:custGeom>
            <a:solidFill>
              <a:schemeClr val="bg1"/>
            </a:solidFill>
            <a:ln w="9525">
              <a:noFill/>
              <a:round/>
              <a:headEnd/>
              <a:tailEnd/>
            </a:ln>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grpSp>
        <p:nvGrpSpPr>
          <p:cNvPr id="68" name="组合 83">
            <a:extLst>
              <a:ext uri="{FF2B5EF4-FFF2-40B4-BE49-F238E27FC236}">
                <a16:creationId xmlns:a16="http://schemas.microsoft.com/office/drawing/2014/main" id="{F041D95B-2664-47F1-AA27-998AAAFFCE4D}"/>
              </a:ext>
            </a:extLst>
          </p:cNvPr>
          <p:cNvGrpSpPr/>
          <p:nvPr/>
        </p:nvGrpSpPr>
        <p:grpSpPr>
          <a:xfrm>
            <a:off x="6760420" y="3112160"/>
            <a:ext cx="1065603" cy="1233024"/>
            <a:chOff x="6518711" y="2764496"/>
            <a:chExt cx="1166390" cy="1349647"/>
          </a:xfrm>
        </p:grpSpPr>
        <p:sp>
          <p:nvSpPr>
            <p:cNvPr id="69" name="ïṣlïḋè">
              <a:extLst>
                <a:ext uri="{FF2B5EF4-FFF2-40B4-BE49-F238E27FC236}">
                  <a16:creationId xmlns:a16="http://schemas.microsoft.com/office/drawing/2014/main" id="{6837006E-E074-4F30-A262-BC6EBFEED97D}"/>
                </a:ext>
              </a:extLst>
            </p:cNvPr>
            <p:cNvSpPr/>
            <p:nvPr/>
          </p:nvSpPr>
          <p:spPr>
            <a:xfrm rot="18900000">
              <a:off x="6518711" y="2947753"/>
              <a:ext cx="1166390" cy="116639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dirty="0">
                <a:cs typeface="+mn-ea"/>
                <a:sym typeface="+mn-lt"/>
              </a:endParaRPr>
            </a:p>
          </p:txBody>
        </p:sp>
        <p:sp>
          <p:nvSpPr>
            <p:cNvPr id="70" name="ïśļíḑê">
              <a:extLst>
                <a:ext uri="{FF2B5EF4-FFF2-40B4-BE49-F238E27FC236}">
                  <a16:creationId xmlns:a16="http://schemas.microsoft.com/office/drawing/2014/main" id="{E67A9675-9473-44A7-BA6D-FE8594CB15A4}"/>
                </a:ext>
              </a:extLst>
            </p:cNvPr>
            <p:cNvSpPr/>
            <p:nvPr/>
          </p:nvSpPr>
          <p:spPr>
            <a:xfrm rot="18900000">
              <a:off x="6518711" y="2764496"/>
              <a:ext cx="1166390" cy="116639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dirty="0">
                <a:cs typeface="+mn-ea"/>
                <a:sym typeface="+mn-lt"/>
              </a:endParaRPr>
            </a:p>
          </p:txBody>
        </p:sp>
        <p:sp>
          <p:nvSpPr>
            <p:cNvPr id="71" name="íślïďê">
              <a:extLst>
                <a:ext uri="{FF2B5EF4-FFF2-40B4-BE49-F238E27FC236}">
                  <a16:creationId xmlns:a16="http://schemas.microsoft.com/office/drawing/2014/main" id="{2FCED5BD-B096-4051-A3A1-E7F4767EEC7F}"/>
                </a:ext>
              </a:extLst>
            </p:cNvPr>
            <p:cNvSpPr>
              <a:spLocks/>
            </p:cNvSpPr>
            <p:nvPr/>
          </p:nvSpPr>
          <p:spPr bwMode="auto">
            <a:xfrm>
              <a:off x="6960591" y="3104374"/>
              <a:ext cx="282627" cy="486631"/>
            </a:xfrm>
            <a:custGeom>
              <a:avLst/>
              <a:gdLst>
                <a:gd name="T0" fmla="*/ 472622 w 604011"/>
                <a:gd name="T1" fmla="*/ 472622 w 604011"/>
                <a:gd name="T2" fmla="*/ 472622 w 604011"/>
                <a:gd name="T3" fmla="*/ 472622 w 604011"/>
                <a:gd name="T4" fmla="*/ 472622 w 604011"/>
                <a:gd name="T5" fmla="*/ 472622 w 604011"/>
                <a:gd name="T6" fmla="*/ 472622 w 604011"/>
                <a:gd name="T7" fmla="*/ 472622 w 604011"/>
                <a:gd name="T8" fmla="*/ 472622 w 604011"/>
                <a:gd name="T9" fmla="*/ 472622 w 604011"/>
                <a:gd name="T10" fmla="*/ 472622 w 604011"/>
                <a:gd name="T11" fmla="*/ 472622 w 604011"/>
                <a:gd name="T12" fmla="*/ 472622 w 604011"/>
                <a:gd name="T13" fmla="*/ 472622 w 604011"/>
                <a:gd name="T14" fmla="*/ 472622 w 604011"/>
                <a:gd name="T15" fmla="*/ 472622 w 604011"/>
                <a:gd name="T16" fmla="*/ 472622 w 604011"/>
                <a:gd name="T17" fmla="*/ 472622 w 604011"/>
                <a:gd name="T18" fmla="*/ 472622 w 604011"/>
                <a:gd name="T19" fmla="*/ 472622 w 604011"/>
                <a:gd name="T20" fmla="*/ 472622 w 604011"/>
                <a:gd name="T21" fmla="*/ 472622 w 604011"/>
                <a:gd name="T22" fmla="*/ 472622 w 604011"/>
                <a:gd name="T23" fmla="*/ 472622 w 604011"/>
                <a:gd name="T24" fmla="*/ 472622 w 604011"/>
                <a:gd name="T25" fmla="*/ 472622 w 604011"/>
                <a:gd name="T26" fmla="*/ 472622 w 604011"/>
                <a:gd name="T27" fmla="*/ 472622 w 604011"/>
                <a:gd name="T28" fmla="*/ 472622 w 604011"/>
                <a:gd name="T29" fmla="*/ 472622 w 604011"/>
                <a:gd name="T30" fmla="*/ 472622 w 604011"/>
                <a:gd name="T31" fmla="*/ 472622 w 604011"/>
                <a:gd name="T32" fmla="*/ 472622 w 604011"/>
                <a:gd name="T33" fmla="*/ 472622 w 604011"/>
                <a:gd name="T34" fmla="*/ 472622 w 604011"/>
                <a:gd name="T35" fmla="*/ 472622 w 604011"/>
                <a:gd name="T36" fmla="*/ 472622 w 604011"/>
                <a:gd name="T37" fmla="*/ 472622 w 604011"/>
                <a:gd name="T38" fmla="*/ 472622 w 604011"/>
                <a:gd name="T39" fmla="*/ 472622 w 604011"/>
                <a:gd name="T40" fmla="*/ 472622 w 604011"/>
                <a:gd name="T41" fmla="*/ 472622 w 604011"/>
                <a:gd name="T42" fmla="*/ 472622 w 604011"/>
                <a:gd name="T43" fmla="*/ 472622 w 604011"/>
                <a:gd name="T44" fmla="*/ 472622 w 604011"/>
                <a:gd name="T45" fmla="*/ 472622 w 604011"/>
                <a:gd name="T46" fmla="*/ 472622 w 604011"/>
                <a:gd name="T47" fmla="*/ 472622 w 604011"/>
                <a:gd name="T48" fmla="*/ 472622 w 604011"/>
                <a:gd name="T49" fmla="*/ 472622 w 604011"/>
                <a:gd name="T50" fmla="*/ 472622 w 604011"/>
                <a:gd name="T51" fmla="*/ 472622 w 604011"/>
                <a:gd name="T52" fmla="*/ 472622 w 604011"/>
                <a:gd name="T53" fmla="*/ 472622 w 604011"/>
                <a:gd name="T54" fmla="*/ 472622 w 604011"/>
                <a:gd name="T55" fmla="*/ 472622 w 604011"/>
                <a:gd name="T56" fmla="*/ 472622 w 604011"/>
                <a:gd name="T57" fmla="*/ 472622 w 604011"/>
                <a:gd name="T58" fmla="*/ 472622 w 604011"/>
                <a:gd name="T59" fmla="*/ 472622 w 604011"/>
                <a:gd name="T60" fmla="*/ 472622 w 604011"/>
                <a:gd name="T61" fmla="*/ 472622 w 604011"/>
                <a:gd name="T62" fmla="*/ 472622 w 604011"/>
                <a:gd name="T63" fmla="*/ 472622 w 604011"/>
                <a:gd name="T64" fmla="*/ 472622 w 604011"/>
                <a:gd name="T65" fmla="*/ 472622 w 6040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40" h="414">
                  <a:moveTo>
                    <a:pt x="200" y="270"/>
                  </a:moveTo>
                  <a:lnTo>
                    <a:pt x="200" y="217"/>
                  </a:lnTo>
                  <a:cubicBezTo>
                    <a:pt x="200" y="100"/>
                    <a:pt x="151" y="29"/>
                    <a:pt x="130" y="4"/>
                  </a:cubicBezTo>
                  <a:cubicBezTo>
                    <a:pt x="128" y="2"/>
                    <a:pt x="124" y="0"/>
                    <a:pt x="121" y="0"/>
                  </a:cubicBezTo>
                  <a:cubicBezTo>
                    <a:pt x="117" y="0"/>
                    <a:pt x="114" y="1"/>
                    <a:pt x="112" y="4"/>
                  </a:cubicBezTo>
                  <a:cubicBezTo>
                    <a:pt x="91" y="29"/>
                    <a:pt x="40" y="100"/>
                    <a:pt x="40" y="217"/>
                  </a:cubicBezTo>
                  <a:lnTo>
                    <a:pt x="40" y="270"/>
                  </a:lnTo>
                  <a:lnTo>
                    <a:pt x="30" y="276"/>
                  </a:lnTo>
                  <a:cubicBezTo>
                    <a:pt x="12" y="289"/>
                    <a:pt x="0" y="310"/>
                    <a:pt x="0" y="333"/>
                  </a:cubicBezTo>
                  <a:lnTo>
                    <a:pt x="0" y="395"/>
                  </a:lnTo>
                  <a:cubicBezTo>
                    <a:pt x="0" y="399"/>
                    <a:pt x="2" y="403"/>
                    <a:pt x="6" y="404"/>
                  </a:cubicBezTo>
                  <a:cubicBezTo>
                    <a:pt x="9" y="406"/>
                    <a:pt x="13" y="406"/>
                    <a:pt x="16" y="404"/>
                  </a:cubicBezTo>
                  <a:lnTo>
                    <a:pt x="48" y="383"/>
                  </a:lnTo>
                  <a:cubicBezTo>
                    <a:pt x="56" y="377"/>
                    <a:pt x="67" y="374"/>
                    <a:pt x="78" y="374"/>
                  </a:cubicBezTo>
                  <a:lnTo>
                    <a:pt x="101" y="374"/>
                  </a:lnTo>
                  <a:lnTo>
                    <a:pt x="101" y="404"/>
                  </a:lnTo>
                  <a:cubicBezTo>
                    <a:pt x="101" y="410"/>
                    <a:pt x="105" y="414"/>
                    <a:pt x="111" y="414"/>
                  </a:cubicBezTo>
                  <a:lnTo>
                    <a:pt x="129" y="414"/>
                  </a:lnTo>
                  <a:cubicBezTo>
                    <a:pt x="135" y="414"/>
                    <a:pt x="140" y="410"/>
                    <a:pt x="140" y="404"/>
                  </a:cubicBezTo>
                  <a:lnTo>
                    <a:pt x="140" y="374"/>
                  </a:lnTo>
                  <a:lnTo>
                    <a:pt x="163" y="374"/>
                  </a:lnTo>
                  <a:cubicBezTo>
                    <a:pt x="173" y="374"/>
                    <a:pt x="184" y="377"/>
                    <a:pt x="193" y="383"/>
                  </a:cubicBezTo>
                  <a:lnTo>
                    <a:pt x="224" y="404"/>
                  </a:lnTo>
                  <a:cubicBezTo>
                    <a:pt x="227" y="406"/>
                    <a:pt x="231" y="406"/>
                    <a:pt x="235" y="404"/>
                  </a:cubicBezTo>
                  <a:cubicBezTo>
                    <a:pt x="238" y="403"/>
                    <a:pt x="240" y="399"/>
                    <a:pt x="240" y="395"/>
                  </a:cubicBezTo>
                  <a:lnTo>
                    <a:pt x="240" y="333"/>
                  </a:lnTo>
                  <a:cubicBezTo>
                    <a:pt x="240" y="310"/>
                    <a:pt x="229" y="289"/>
                    <a:pt x="210" y="276"/>
                  </a:cubicBezTo>
                  <a:lnTo>
                    <a:pt x="200" y="270"/>
                  </a:lnTo>
                  <a:close/>
                  <a:moveTo>
                    <a:pt x="120" y="187"/>
                  </a:moveTo>
                  <a:cubicBezTo>
                    <a:pt x="101" y="187"/>
                    <a:pt x="85" y="172"/>
                    <a:pt x="85" y="152"/>
                  </a:cubicBezTo>
                  <a:cubicBezTo>
                    <a:pt x="85" y="133"/>
                    <a:pt x="101" y="117"/>
                    <a:pt x="120" y="117"/>
                  </a:cubicBezTo>
                  <a:cubicBezTo>
                    <a:pt x="139" y="117"/>
                    <a:pt x="155" y="133"/>
                    <a:pt x="155" y="152"/>
                  </a:cubicBezTo>
                  <a:cubicBezTo>
                    <a:pt x="155" y="172"/>
                    <a:pt x="139" y="187"/>
                    <a:pt x="120" y="187"/>
                  </a:cubicBezTo>
                  <a:close/>
                </a:path>
              </a:pathLst>
            </a:custGeom>
            <a:solidFill>
              <a:schemeClr val="bg1"/>
            </a:solidFill>
            <a:ln w="9525">
              <a:noFill/>
              <a:round/>
              <a:headEnd/>
              <a:tailEnd/>
            </a:ln>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grpSp>
        <p:nvGrpSpPr>
          <p:cNvPr id="72" name="组合 84">
            <a:extLst>
              <a:ext uri="{FF2B5EF4-FFF2-40B4-BE49-F238E27FC236}">
                <a16:creationId xmlns:a16="http://schemas.microsoft.com/office/drawing/2014/main" id="{9CE48C8E-9D29-401D-A78A-804394705024}"/>
              </a:ext>
            </a:extLst>
          </p:cNvPr>
          <p:cNvGrpSpPr/>
          <p:nvPr/>
        </p:nvGrpSpPr>
        <p:grpSpPr>
          <a:xfrm>
            <a:off x="4420911" y="2922032"/>
            <a:ext cx="1065603" cy="1208546"/>
            <a:chOff x="4555000" y="2608031"/>
            <a:chExt cx="1166390" cy="1322855"/>
          </a:xfrm>
        </p:grpSpPr>
        <p:sp>
          <p:nvSpPr>
            <p:cNvPr id="73" name="íṧ1íḑê">
              <a:extLst>
                <a:ext uri="{FF2B5EF4-FFF2-40B4-BE49-F238E27FC236}">
                  <a16:creationId xmlns:a16="http://schemas.microsoft.com/office/drawing/2014/main" id="{8BEDEAA6-F5DD-42F7-A351-1A33AB525A3D}"/>
                </a:ext>
              </a:extLst>
            </p:cNvPr>
            <p:cNvSpPr/>
            <p:nvPr/>
          </p:nvSpPr>
          <p:spPr>
            <a:xfrm rot="18900000">
              <a:off x="4555000" y="2608031"/>
              <a:ext cx="1166390" cy="11663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dirty="0">
                <a:cs typeface="+mn-ea"/>
                <a:sym typeface="+mn-lt"/>
              </a:endParaRPr>
            </a:p>
          </p:txBody>
        </p:sp>
        <p:sp>
          <p:nvSpPr>
            <p:cNvPr id="74" name="iṩlíḓê">
              <a:extLst>
                <a:ext uri="{FF2B5EF4-FFF2-40B4-BE49-F238E27FC236}">
                  <a16:creationId xmlns:a16="http://schemas.microsoft.com/office/drawing/2014/main" id="{5AEBF119-10FD-49C3-BA49-2FD0C515DDE2}"/>
                </a:ext>
              </a:extLst>
            </p:cNvPr>
            <p:cNvSpPr/>
            <p:nvPr/>
          </p:nvSpPr>
          <p:spPr>
            <a:xfrm rot="18900000">
              <a:off x="4555000" y="2764496"/>
              <a:ext cx="1166390" cy="116639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dirty="0">
                <a:cs typeface="+mn-ea"/>
                <a:sym typeface="+mn-lt"/>
              </a:endParaRPr>
            </a:p>
          </p:txBody>
        </p:sp>
        <p:sp>
          <p:nvSpPr>
            <p:cNvPr id="75" name="is1iḍè">
              <a:extLst>
                <a:ext uri="{FF2B5EF4-FFF2-40B4-BE49-F238E27FC236}">
                  <a16:creationId xmlns:a16="http://schemas.microsoft.com/office/drawing/2014/main" id="{C8E7EAE3-617E-4C90-AC93-FC4D383B6A8E}"/>
                </a:ext>
              </a:extLst>
            </p:cNvPr>
            <p:cNvSpPr>
              <a:spLocks/>
            </p:cNvSpPr>
            <p:nvPr/>
          </p:nvSpPr>
          <p:spPr bwMode="auto">
            <a:xfrm>
              <a:off x="4857839" y="3072802"/>
              <a:ext cx="560710" cy="549777"/>
            </a:xfrm>
            <a:custGeom>
              <a:avLst/>
              <a:gdLst>
                <a:gd name="T0" fmla="*/ 1312 w 1990"/>
                <a:gd name="T1" fmla="*/ 1552 h 1954"/>
                <a:gd name="T2" fmla="*/ 291 w 1990"/>
                <a:gd name="T3" fmla="*/ 1746 h 1954"/>
                <a:gd name="T4" fmla="*/ 0 w 1990"/>
                <a:gd name="T5" fmla="*/ 540 h 1954"/>
                <a:gd name="T6" fmla="*/ 515 w 1990"/>
                <a:gd name="T7" fmla="*/ 249 h 1954"/>
                <a:gd name="T8" fmla="*/ 1205 w 1990"/>
                <a:gd name="T9" fmla="*/ 0 h 1954"/>
                <a:gd name="T10" fmla="*/ 1496 w 1990"/>
                <a:gd name="T11" fmla="*/ 489 h 1954"/>
                <a:gd name="T12" fmla="*/ 1413 w 1990"/>
                <a:gd name="T13" fmla="*/ 291 h 1954"/>
                <a:gd name="T14" fmla="*/ 802 w 1990"/>
                <a:gd name="T15" fmla="*/ 83 h 1954"/>
                <a:gd name="T16" fmla="*/ 1039 w 1990"/>
                <a:gd name="T17" fmla="*/ 249 h 1954"/>
                <a:gd name="T18" fmla="*/ 1243 w 1990"/>
                <a:gd name="T19" fmla="*/ 499 h 1954"/>
                <a:gd name="T20" fmla="*/ 291 w 1990"/>
                <a:gd name="T21" fmla="*/ 333 h 1954"/>
                <a:gd name="T22" fmla="*/ 83 w 1990"/>
                <a:gd name="T23" fmla="*/ 1455 h 1954"/>
                <a:gd name="T24" fmla="*/ 1039 w 1990"/>
                <a:gd name="T25" fmla="*/ 1663 h 1954"/>
                <a:gd name="T26" fmla="*/ 1641 w 1990"/>
                <a:gd name="T27" fmla="*/ 1453 h 1954"/>
                <a:gd name="T28" fmla="*/ 1138 w 1990"/>
                <a:gd name="T29" fmla="*/ 583 h 1954"/>
                <a:gd name="T30" fmla="*/ 1641 w 1990"/>
                <a:gd name="T31" fmla="*/ 1453 h 1954"/>
                <a:gd name="T32" fmla="*/ 1752 w 1990"/>
                <a:gd name="T33" fmla="*/ 809 h 1954"/>
                <a:gd name="T34" fmla="*/ 1026 w 1990"/>
                <a:gd name="T35" fmla="*/ 1228 h 1954"/>
                <a:gd name="T36" fmla="*/ 1767 w 1990"/>
                <a:gd name="T37" fmla="*/ 1422 h 1954"/>
                <a:gd name="T38" fmla="*/ 1717 w 1990"/>
                <a:gd name="T39" fmla="*/ 1835 h 1954"/>
                <a:gd name="T40" fmla="*/ 1767 w 1990"/>
                <a:gd name="T41" fmla="*/ 1422 h 1954"/>
                <a:gd name="T42" fmla="*/ 1739 w 1990"/>
                <a:gd name="T43" fmla="*/ 1874 h 1954"/>
                <a:gd name="T44" fmla="*/ 1956 w 1990"/>
                <a:gd name="T45" fmla="*/ 1749 h 1954"/>
                <a:gd name="T46" fmla="*/ 249 w 1990"/>
                <a:gd name="T47" fmla="*/ 551 h 1954"/>
                <a:gd name="T48" fmla="*/ 803 w 1990"/>
                <a:gd name="T49" fmla="*/ 613 h 1954"/>
                <a:gd name="T50" fmla="*/ 675 w 1990"/>
                <a:gd name="T51" fmla="*/ 828 h 1954"/>
                <a:gd name="T52" fmla="*/ 249 w 1990"/>
                <a:gd name="T53" fmla="*/ 890 h 1954"/>
                <a:gd name="T54" fmla="*/ 675 w 1990"/>
                <a:gd name="T55" fmla="*/ 828 h 1954"/>
                <a:gd name="T56" fmla="*/ 675 w 1990"/>
                <a:gd name="T57" fmla="*/ 1167 h 1954"/>
                <a:gd name="T58" fmla="*/ 249 w 1990"/>
                <a:gd name="T59" fmla="*/ 1105 h 1954"/>
                <a:gd name="T60" fmla="*/ 249 w 1990"/>
                <a:gd name="T61" fmla="*/ 1444 h 1954"/>
                <a:gd name="T62" fmla="*/ 803 w 1990"/>
                <a:gd name="T63" fmla="*/ 1382 h 1954"/>
                <a:gd name="T64" fmla="*/ 249 w 1990"/>
                <a:gd name="T65" fmla="*/ 1444 h 1954"/>
                <a:gd name="T66" fmla="*/ 1179 w 1990"/>
                <a:gd name="T67" fmla="*/ 961 h 1954"/>
                <a:gd name="T68" fmla="*/ 1300 w 1990"/>
                <a:gd name="T69" fmla="*/ 1219 h 1954"/>
                <a:gd name="T70" fmla="*/ 1604 w 1990"/>
                <a:gd name="T71" fmla="*/ 858 h 19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90" h="1954">
                  <a:moveTo>
                    <a:pt x="1231" y="1534"/>
                  </a:moveTo>
                  <a:cubicBezTo>
                    <a:pt x="1258" y="1542"/>
                    <a:pt x="1285" y="1548"/>
                    <a:pt x="1312" y="1552"/>
                  </a:cubicBezTo>
                  <a:cubicBezTo>
                    <a:pt x="1272" y="1665"/>
                    <a:pt x="1165" y="1746"/>
                    <a:pt x="1039" y="1746"/>
                  </a:cubicBezTo>
                  <a:lnTo>
                    <a:pt x="291" y="1746"/>
                  </a:lnTo>
                  <a:cubicBezTo>
                    <a:pt x="131" y="1746"/>
                    <a:pt x="0" y="1615"/>
                    <a:pt x="0" y="1455"/>
                  </a:cubicBezTo>
                  <a:lnTo>
                    <a:pt x="0" y="540"/>
                  </a:lnTo>
                  <a:cubicBezTo>
                    <a:pt x="0" y="380"/>
                    <a:pt x="131" y="249"/>
                    <a:pt x="291" y="249"/>
                  </a:cubicBezTo>
                  <a:lnTo>
                    <a:pt x="515" y="249"/>
                  </a:lnTo>
                  <a:cubicBezTo>
                    <a:pt x="535" y="109"/>
                    <a:pt x="656" y="0"/>
                    <a:pt x="802" y="0"/>
                  </a:cubicBezTo>
                  <a:lnTo>
                    <a:pt x="1205" y="0"/>
                  </a:lnTo>
                  <a:cubicBezTo>
                    <a:pt x="1366" y="0"/>
                    <a:pt x="1496" y="131"/>
                    <a:pt x="1496" y="291"/>
                  </a:cubicBezTo>
                  <a:lnTo>
                    <a:pt x="1496" y="489"/>
                  </a:lnTo>
                  <a:cubicBezTo>
                    <a:pt x="1469" y="484"/>
                    <a:pt x="1441" y="480"/>
                    <a:pt x="1413" y="479"/>
                  </a:cubicBezTo>
                  <a:lnTo>
                    <a:pt x="1413" y="291"/>
                  </a:lnTo>
                  <a:cubicBezTo>
                    <a:pt x="1413" y="176"/>
                    <a:pt x="1320" y="83"/>
                    <a:pt x="1205" y="83"/>
                  </a:cubicBezTo>
                  <a:lnTo>
                    <a:pt x="802" y="83"/>
                  </a:lnTo>
                  <a:cubicBezTo>
                    <a:pt x="701" y="83"/>
                    <a:pt x="617" y="155"/>
                    <a:pt x="598" y="249"/>
                  </a:cubicBezTo>
                  <a:lnTo>
                    <a:pt x="1039" y="249"/>
                  </a:lnTo>
                  <a:cubicBezTo>
                    <a:pt x="1180" y="249"/>
                    <a:pt x="1297" y="349"/>
                    <a:pt x="1324" y="482"/>
                  </a:cubicBezTo>
                  <a:cubicBezTo>
                    <a:pt x="1297" y="485"/>
                    <a:pt x="1270" y="491"/>
                    <a:pt x="1243" y="499"/>
                  </a:cubicBezTo>
                  <a:cubicBezTo>
                    <a:pt x="1224" y="404"/>
                    <a:pt x="1140" y="333"/>
                    <a:pt x="1039" y="333"/>
                  </a:cubicBezTo>
                  <a:lnTo>
                    <a:pt x="291" y="333"/>
                  </a:lnTo>
                  <a:cubicBezTo>
                    <a:pt x="177" y="333"/>
                    <a:pt x="83" y="426"/>
                    <a:pt x="83" y="540"/>
                  </a:cubicBezTo>
                  <a:lnTo>
                    <a:pt x="83" y="1455"/>
                  </a:lnTo>
                  <a:cubicBezTo>
                    <a:pt x="83" y="1569"/>
                    <a:pt x="177" y="1663"/>
                    <a:pt x="291" y="1663"/>
                  </a:cubicBezTo>
                  <a:lnTo>
                    <a:pt x="1039" y="1663"/>
                  </a:lnTo>
                  <a:cubicBezTo>
                    <a:pt x="1126" y="1663"/>
                    <a:pt x="1200" y="1609"/>
                    <a:pt x="1231" y="1534"/>
                  </a:cubicBezTo>
                  <a:close/>
                  <a:moveTo>
                    <a:pt x="1641" y="1453"/>
                  </a:moveTo>
                  <a:cubicBezTo>
                    <a:pt x="1401" y="1591"/>
                    <a:pt x="1093" y="1509"/>
                    <a:pt x="955" y="1269"/>
                  </a:cubicBezTo>
                  <a:cubicBezTo>
                    <a:pt x="816" y="1029"/>
                    <a:pt x="899" y="722"/>
                    <a:pt x="1138" y="583"/>
                  </a:cubicBezTo>
                  <a:cubicBezTo>
                    <a:pt x="1378" y="445"/>
                    <a:pt x="1686" y="527"/>
                    <a:pt x="1824" y="767"/>
                  </a:cubicBezTo>
                  <a:cubicBezTo>
                    <a:pt x="1963" y="1007"/>
                    <a:pt x="1880" y="1314"/>
                    <a:pt x="1641" y="1453"/>
                  </a:cubicBezTo>
                  <a:close/>
                  <a:moveTo>
                    <a:pt x="1599" y="1381"/>
                  </a:moveTo>
                  <a:cubicBezTo>
                    <a:pt x="1799" y="1266"/>
                    <a:pt x="1868" y="1009"/>
                    <a:pt x="1752" y="809"/>
                  </a:cubicBezTo>
                  <a:cubicBezTo>
                    <a:pt x="1637" y="608"/>
                    <a:pt x="1380" y="539"/>
                    <a:pt x="1180" y="655"/>
                  </a:cubicBezTo>
                  <a:cubicBezTo>
                    <a:pt x="980" y="771"/>
                    <a:pt x="911" y="1027"/>
                    <a:pt x="1026" y="1228"/>
                  </a:cubicBezTo>
                  <a:cubicBezTo>
                    <a:pt x="1142" y="1428"/>
                    <a:pt x="1399" y="1497"/>
                    <a:pt x="1599" y="1381"/>
                  </a:cubicBezTo>
                  <a:close/>
                  <a:moveTo>
                    <a:pt x="1767" y="1422"/>
                  </a:moveTo>
                  <a:lnTo>
                    <a:pt x="1551" y="1547"/>
                  </a:lnTo>
                  <a:lnTo>
                    <a:pt x="1717" y="1835"/>
                  </a:lnTo>
                  <a:lnTo>
                    <a:pt x="1933" y="1710"/>
                  </a:lnTo>
                  <a:lnTo>
                    <a:pt x="1767" y="1422"/>
                  </a:lnTo>
                  <a:close/>
                  <a:moveTo>
                    <a:pt x="1956" y="1749"/>
                  </a:moveTo>
                  <a:lnTo>
                    <a:pt x="1739" y="1874"/>
                  </a:lnTo>
                  <a:cubicBezTo>
                    <a:pt x="1774" y="1934"/>
                    <a:pt x="1850" y="1954"/>
                    <a:pt x="1910" y="1919"/>
                  </a:cubicBezTo>
                  <a:cubicBezTo>
                    <a:pt x="1969" y="1885"/>
                    <a:pt x="1990" y="1809"/>
                    <a:pt x="1956" y="1749"/>
                  </a:cubicBezTo>
                  <a:close/>
                  <a:moveTo>
                    <a:pt x="803" y="551"/>
                  </a:moveTo>
                  <a:lnTo>
                    <a:pt x="249" y="551"/>
                  </a:lnTo>
                  <a:lnTo>
                    <a:pt x="249" y="613"/>
                  </a:lnTo>
                  <a:lnTo>
                    <a:pt x="803" y="613"/>
                  </a:lnTo>
                  <a:lnTo>
                    <a:pt x="803" y="551"/>
                  </a:lnTo>
                  <a:close/>
                  <a:moveTo>
                    <a:pt x="675" y="828"/>
                  </a:moveTo>
                  <a:lnTo>
                    <a:pt x="249" y="828"/>
                  </a:lnTo>
                  <a:lnTo>
                    <a:pt x="249" y="890"/>
                  </a:lnTo>
                  <a:lnTo>
                    <a:pt x="675" y="890"/>
                  </a:lnTo>
                  <a:lnTo>
                    <a:pt x="675" y="828"/>
                  </a:lnTo>
                  <a:close/>
                  <a:moveTo>
                    <a:pt x="249" y="1167"/>
                  </a:moveTo>
                  <a:lnTo>
                    <a:pt x="675" y="1167"/>
                  </a:lnTo>
                  <a:lnTo>
                    <a:pt x="675" y="1105"/>
                  </a:lnTo>
                  <a:lnTo>
                    <a:pt x="249" y="1105"/>
                  </a:lnTo>
                  <a:lnTo>
                    <a:pt x="249" y="1167"/>
                  </a:lnTo>
                  <a:close/>
                  <a:moveTo>
                    <a:pt x="249" y="1444"/>
                  </a:moveTo>
                  <a:lnTo>
                    <a:pt x="803" y="1444"/>
                  </a:lnTo>
                  <a:lnTo>
                    <a:pt x="803" y="1382"/>
                  </a:lnTo>
                  <a:lnTo>
                    <a:pt x="249" y="1382"/>
                  </a:lnTo>
                  <a:lnTo>
                    <a:pt x="249" y="1444"/>
                  </a:lnTo>
                  <a:close/>
                  <a:moveTo>
                    <a:pt x="1308" y="1105"/>
                  </a:moveTo>
                  <a:lnTo>
                    <a:pt x="1179" y="961"/>
                  </a:lnTo>
                  <a:lnTo>
                    <a:pt x="1118" y="1017"/>
                  </a:lnTo>
                  <a:lnTo>
                    <a:pt x="1300" y="1219"/>
                  </a:lnTo>
                  <a:lnTo>
                    <a:pt x="1657" y="922"/>
                  </a:lnTo>
                  <a:lnTo>
                    <a:pt x="1604" y="858"/>
                  </a:lnTo>
                  <a:lnTo>
                    <a:pt x="1308" y="1105"/>
                  </a:lnTo>
                  <a:close/>
                </a:path>
              </a:pathLst>
            </a:custGeom>
            <a:solidFill>
              <a:schemeClr val="bg1"/>
            </a:solidFill>
            <a:ln w="9525">
              <a:noFill/>
              <a:round/>
              <a:headEnd/>
              <a:tailEnd/>
            </a:ln>
          </p:spPr>
          <p:txBody>
            <a:bodyPr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endParaRPr dirty="0">
                <a:cs typeface="+mn-ea"/>
                <a:sym typeface="+mn-lt"/>
              </a:endParaRPr>
            </a:p>
          </p:txBody>
        </p:sp>
      </p:grpSp>
      <p:grpSp>
        <p:nvGrpSpPr>
          <p:cNvPr id="76" name="组合 90">
            <a:extLst>
              <a:ext uri="{FF2B5EF4-FFF2-40B4-BE49-F238E27FC236}">
                <a16:creationId xmlns:a16="http://schemas.microsoft.com/office/drawing/2014/main" id="{7ED7680E-1009-4556-87C0-6F63975BC5D6}"/>
              </a:ext>
            </a:extLst>
          </p:cNvPr>
          <p:cNvGrpSpPr/>
          <p:nvPr/>
        </p:nvGrpSpPr>
        <p:grpSpPr>
          <a:xfrm>
            <a:off x="1117161" y="4733300"/>
            <a:ext cx="3022460" cy="1031885"/>
            <a:chOff x="4457820" y="2412339"/>
            <a:chExt cx="3022460" cy="1031885"/>
          </a:xfrm>
        </p:grpSpPr>
        <p:sp>
          <p:nvSpPr>
            <p:cNvPr id="77" name="文本框 76">
              <a:extLst>
                <a:ext uri="{FF2B5EF4-FFF2-40B4-BE49-F238E27FC236}">
                  <a16:creationId xmlns:a16="http://schemas.microsoft.com/office/drawing/2014/main" id="{4DCA0165-C0A9-458D-AA86-156DEBF8798C}"/>
                </a:ext>
              </a:extLst>
            </p:cNvPr>
            <p:cNvSpPr txBox="1"/>
            <p:nvPr/>
          </p:nvSpPr>
          <p:spPr>
            <a:xfrm>
              <a:off x="4902159" y="2412339"/>
              <a:ext cx="2133781" cy="369332"/>
            </a:xfrm>
            <a:prstGeom prst="rect">
              <a:avLst/>
            </a:prstGeom>
            <a:noFill/>
          </p:spPr>
          <p:txBody>
            <a:bodyPr wrap="square" rtlCol="0">
              <a:spAutoFit/>
              <a:scene3d>
                <a:camera prst="orthographicFront"/>
                <a:lightRig rig="threePt" dir="t"/>
              </a:scene3d>
              <a:sp3d contourW="12700"/>
            </a:bodyPr>
            <a:lstStyle/>
            <a:p>
              <a:pPr algn="ctr"/>
              <a:r>
                <a:rPr lang="zh-CN" altLang="en-US" b="1" dirty="0">
                  <a:solidFill>
                    <a:schemeClr val="tx1">
                      <a:lumMod val="75000"/>
                      <a:lumOff val="25000"/>
                    </a:schemeClr>
                  </a:solidFill>
                  <a:cs typeface="+mn-ea"/>
                  <a:sym typeface="+mn-lt"/>
                </a:rPr>
                <a:t>标题文字添加</a:t>
              </a:r>
            </a:p>
          </p:txBody>
        </p:sp>
        <p:sp>
          <p:nvSpPr>
            <p:cNvPr id="78" name="文本框 77">
              <a:extLst>
                <a:ext uri="{FF2B5EF4-FFF2-40B4-BE49-F238E27FC236}">
                  <a16:creationId xmlns:a16="http://schemas.microsoft.com/office/drawing/2014/main" id="{A3CD67CD-ED6D-4443-908D-F3AB8D6F8BDF}"/>
                </a:ext>
              </a:extLst>
            </p:cNvPr>
            <p:cNvSpPr txBox="1"/>
            <p:nvPr/>
          </p:nvSpPr>
          <p:spPr>
            <a:xfrm>
              <a:off x="4457820" y="2750893"/>
              <a:ext cx="3022460" cy="693331"/>
            </a:xfrm>
            <a:prstGeom prst="rect">
              <a:avLst/>
            </a:prstGeom>
            <a:noFill/>
          </p:spPr>
          <p:txBody>
            <a:bodyPr wrap="square" rtlCol="0">
              <a:spAutoFit/>
              <a:scene3d>
                <a:camera prst="orthographicFront"/>
                <a:lightRig rig="threePt" dir="t"/>
              </a:scene3d>
              <a:sp3d contourW="12700"/>
            </a:bodyPr>
            <a:lstStyle/>
            <a:p>
              <a:pPr lvl="0" algn="ctr">
                <a:lnSpc>
                  <a:spcPct val="150000"/>
                </a:lnSpc>
                <a:defRPr/>
              </a:pPr>
              <a:r>
                <a:rPr lang="zh-CN" altLang="en-US" sz="900" dirty="0">
                  <a:solidFill>
                    <a:srgbClr val="000000">
                      <a:lumMod val="75000"/>
                      <a:lumOff val="25000"/>
                    </a:srgbClr>
                  </a:solidFill>
                  <a:cs typeface="+mn-ea"/>
                  <a:sym typeface="+mn-lt"/>
                </a:rPr>
                <a:t>点击输入简要文字内容，文字内容需概括精炼，言简意赅的说明分项内容言简意赅的说明分项内容点击输入简要文字内容，</a:t>
              </a:r>
            </a:p>
          </p:txBody>
        </p:sp>
      </p:grpSp>
      <p:grpSp>
        <p:nvGrpSpPr>
          <p:cNvPr id="79" name="组合 93">
            <a:extLst>
              <a:ext uri="{FF2B5EF4-FFF2-40B4-BE49-F238E27FC236}">
                <a16:creationId xmlns:a16="http://schemas.microsoft.com/office/drawing/2014/main" id="{BFD29F77-0208-466B-8E18-2B742CA75221}"/>
              </a:ext>
            </a:extLst>
          </p:cNvPr>
          <p:cNvGrpSpPr/>
          <p:nvPr/>
        </p:nvGrpSpPr>
        <p:grpSpPr>
          <a:xfrm>
            <a:off x="5781989" y="4733300"/>
            <a:ext cx="3022460" cy="1031885"/>
            <a:chOff x="4457820" y="2412339"/>
            <a:chExt cx="3022460" cy="1031885"/>
          </a:xfrm>
        </p:grpSpPr>
        <p:sp>
          <p:nvSpPr>
            <p:cNvPr id="80" name="文本框 79">
              <a:extLst>
                <a:ext uri="{FF2B5EF4-FFF2-40B4-BE49-F238E27FC236}">
                  <a16:creationId xmlns:a16="http://schemas.microsoft.com/office/drawing/2014/main" id="{1107DDA7-4F5C-4529-964B-A09B058A7AC1}"/>
                </a:ext>
              </a:extLst>
            </p:cNvPr>
            <p:cNvSpPr txBox="1"/>
            <p:nvPr/>
          </p:nvSpPr>
          <p:spPr>
            <a:xfrm>
              <a:off x="4902159" y="2412339"/>
              <a:ext cx="2133781" cy="369332"/>
            </a:xfrm>
            <a:prstGeom prst="rect">
              <a:avLst/>
            </a:prstGeom>
            <a:noFill/>
          </p:spPr>
          <p:txBody>
            <a:bodyPr wrap="square" rtlCol="0">
              <a:spAutoFit/>
              <a:scene3d>
                <a:camera prst="orthographicFront"/>
                <a:lightRig rig="threePt" dir="t"/>
              </a:scene3d>
              <a:sp3d contourW="12700"/>
            </a:bodyPr>
            <a:lstStyle/>
            <a:p>
              <a:pPr algn="ctr"/>
              <a:r>
                <a:rPr lang="zh-CN" altLang="en-US" b="1" dirty="0">
                  <a:solidFill>
                    <a:schemeClr val="tx1">
                      <a:lumMod val="75000"/>
                      <a:lumOff val="25000"/>
                    </a:schemeClr>
                  </a:solidFill>
                  <a:cs typeface="+mn-ea"/>
                  <a:sym typeface="+mn-lt"/>
                </a:rPr>
                <a:t>标题文字添加</a:t>
              </a:r>
            </a:p>
          </p:txBody>
        </p:sp>
        <p:sp>
          <p:nvSpPr>
            <p:cNvPr id="81" name="文本框 80">
              <a:extLst>
                <a:ext uri="{FF2B5EF4-FFF2-40B4-BE49-F238E27FC236}">
                  <a16:creationId xmlns:a16="http://schemas.microsoft.com/office/drawing/2014/main" id="{108C907A-A8D8-479A-BA89-C64C21EE7057}"/>
                </a:ext>
              </a:extLst>
            </p:cNvPr>
            <p:cNvSpPr txBox="1"/>
            <p:nvPr/>
          </p:nvSpPr>
          <p:spPr>
            <a:xfrm>
              <a:off x="4457820" y="2750893"/>
              <a:ext cx="3022460" cy="693331"/>
            </a:xfrm>
            <a:prstGeom prst="rect">
              <a:avLst/>
            </a:prstGeom>
            <a:noFill/>
          </p:spPr>
          <p:txBody>
            <a:bodyPr wrap="square" rtlCol="0">
              <a:spAutoFit/>
              <a:scene3d>
                <a:camera prst="orthographicFront"/>
                <a:lightRig rig="threePt" dir="t"/>
              </a:scene3d>
              <a:sp3d contourW="12700"/>
            </a:bodyPr>
            <a:lstStyle/>
            <a:p>
              <a:pPr lvl="0" algn="ctr">
                <a:lnSpc>
                  <a:spcPct val="150000"/>
                </a:lnSpc>
                <a:defRPr/>
              </a:pPr>
              <a:r>
                <a:rPr lang="zh-CN" altLang="en-US" sz="900" dirty="0">
                  <a:solidFill>
                    <a:srgbClr val="000000">
                      <a:lumMod val="75000"/>
                      <a:lumOff val="25000"/>
                    </a:srgbClr>
                  </a:solidFill>
                  <a:cs typeface="+mn-ea"/>
                  <a:sym typeface="+mn-lt"/>
                </a:rPr>
                <a:t>点击输入简要文字内容，文字内容需概括精炼，言简意赅的说明分项内容言简意赅的说明分项内容点击输入简要文字内容，</a:t>
              </a:r>
            </a:p>
          </p:txBody>
        </p:sp>
      </p:grpSp>
      <p:grpSp>
        <p:nvGrpSpPr>
          <p:cNvPr id="82" name="组合 96">
            <a:extLst>
              <a:ext uri="{FF2B5EF4-FFF2-40B4-BE49-F238E27FC236}">
                <a16:creationId xmlns:a16="http://schemas.microsoft.com/office/drawing/2014/main" id="{85DBC9AC-A295-4856-BAB9-67386471A942}"/>
              </a:ext>
            </a:extLst>
          </p:cNvPr>
          <p:cNvGrpSpPr/>
          <p:nvPr/>
        </p:nvGrpSpPr>
        <p:grpSpPr>
          <a:xfrm>
            <a:off x="3442481" y="1669654"/>
            <a:ext cx="3022460" cy="1031885"/>
            <a:chOff x="4457820" y="2412339"/>
            <a:chExt cx="3022460" cy="1031885"/>
          </a:xfrm>
        </p:grpSpPr>
        <p:sp>
          <p:nvSpPr>
            <p:cNvPr id="83" name="文本框 82">
              <a:extLst>
                <a:ext uri="{FF2B5EF4-FFF2-40B4-BE49-F238E27FC236}">
                  <a16:creationId xmlns:a16="http://schemas.microsoft.com/office/drawing/2014/main" id="{23E0608D-7929-4803-A624-30EC2B472ACB}"/>
                </a:ext>
              </a:extLst>
            </p:cNvPr>
            <p:cNvSpPr txBox="1"/>
            <p:nvPr/>
          </p:nvSpPr>
          <p:spPr>
            <a:xfrm>
              <a:off x="4902159" y="2412339"/>
              <a:ext cx="2133781" cy="369332"/>
            </a:xfrm>
            <a:prstGeom prst="rect">
              <a:avLst/>
            </a:prstGeom>
            <a:noFill/>
          </p:spPr>
          <p:txBody>
            <a:bodyPr wrap="square" rtlCol="0">
              <a:spAutoFit/>
              <a:scene3d>
                <a:camera prst="orthographicFront"/>
                <a:lightRig rig="threePt" dir="t"/>
              </a:scene3d>
              <a:sp3d contourW="12700"/>
            </a:bodyPr>
            <a:lstStyle/>
            <a:p>
              <a:pPr algn="ctr"/>
              <a:r>
                <a:rPr lang="zh-CN" altLang="en-US" b="1" dirty="0">
                  <a:solidFill>
                    <a:schemeClr val="tx1">
                      <a:lumMod val="75000"/>
                      <a:lumOff val="25000"/>
                    </a:schemeClr>
                  </a:solidFill>
                  <a:cs typeface="+mn-ea"/>
                  <a:sym typeface="+mn-lt"/>
                </a:rPr>
                <a:t>标题文字添加</a:t>
              </a:r>
            </a:p>
          </p:txBody>
        </p:sp>
        <p:sp>
          <p:nvSpPr>
            <p:cNvPr id="84" name="文本框 83">
              <a:extLst>
                <a:ext uri="{FF2B5EF4-FFF2-40B4-BE49-F238E27FC236}">
                  <a16:creationId xmlns:a16="http://schemas.microsoft.com/office/drawing/2014/main" id="{CD2A3CC4-271D-49C2-86E1-92DC051771F9}"/>
                </a:ext>
              </a:extLst>
            </p:cNvPr>
            <p:cNvSpPr txBox="1"/>
            <p:nvPr/>
          </p:nvSpPr>
          <p:spPr>
            <a:xfrm>
              <a:off x="4457820" y="2750893"/>
              <a:ext cx="3022460" cy="693331"/>
            </a:xfrm>
            <a:prstGeom prst="rect">
              <a:avLst/>
            </a:prstGeom>
            <a:noFill/>
          </p:spPr>
          <p:txBody>
            <a:bodyPr wrap="square" rtlCol="0">
              <a:spAutoFit/>
              <a:scene3d>
                <a:camera prst="orthographicFront"/>
                <a:lightRig rig="threePt" dir="t"/>
              </a:scene3d>
              <a:sp3d contourW="12700"/>
            </a:bodyPr>
            <a:lstStyle/>
            <a:p>
              <a:pPr lvl="0" algn="ctr">
                <a:lnSpc>
                  <a:spcPct val="150000"/>
                </a:lnSpc>
                <a:defRPr/>
              </a:pPr>
              <a:r>
                <a:rPr lang="zh-CN" altLang="en-US" sz="900" dirty="0">
                  <a:solidFill>
                    <a:schemeClr val="tx1">
                      <a:lumMod val="75000"/>
                      <a:lumOff val="25000"/>
                    </a:schemeClr>
                  </a:solidFill>
                  <a:cs typeface="+mn-ea"/>
                  <a:sym typeface="+mn-lt"/>
                </a:rPr>
                <a:t>点击输入简要文字内容，文字内容需概括精炼，言简意赅的说明分项内容言简意赅的说明分项内容点击输入简要文字内容，</a:t>
              </a:r>
            </a:p>
          </p:txBody>
        </p:sp>
      </p:grpSp>
      <p:grpSp>
        <p:nvGrpSpPr>
          <p:cNvPr id="85" name="组合 99">
            <a:extLst>
              <a:ext uri="{FF2B5EF4-FFF2-40B4-BE49-F238E27FC236}">
                <a16:creationId xmlns:a16="http://schemas.microsoft.com/office/drawing/2014/main" id="{2ED61F30-B8F7-4685-8C9F-B56FEC805E43}"/>
              </a:ext>
            </a:extLst>
          </p:cNvPr>
          <p:cNvGrpSpPr/>
          <p:nvPr/>
        </p:nvGrpSpPr>
        <p:grpSpPr>
          <a:xfrm>
            <a:off x="8060164" y="1669654"/>
            <a:ext cx="3022460" cy="1031885"/>
            <a:chOff x="4457820" y="2412339"/>
            <a:chExt cx="3022460" cy="1031885"/>
          </a:xfrm>
        </p:grpSpPr>
        <p:sp>
          <p:nvSpPr>
            <p:cNvPr id="86" name="文本框 85">
              <a:extLst>
                <a:ext uri="{FF2B5EF4-FFF2-40B4-BE49-F238E27FC236}">
                  <a16:creationId xmlns:a16="http://schemas.microsoft.com/office/drawing/2014/main" id="{9EAEFBAC-7174-48AB-AEFB-084DD3BF0A1C}"/>
                </a:ext>
              </a:extLst>
            </p:cNvPr>
            <p:cNvSpPr txBox="1"/>
            <p:nvPr/>
          </p:nvSpPr>
          <p:spPr>
            <a:xfrm>
              <a:off x="4902159" y="2412339"/>
              <a:ext cx="2133781" cy="369332"/>
            </a:xfrm>
            <a:prstGeom prst="rect">
              <a:avLst/>
            </a:prstGeom>
            <a:noFill/>
          </p:spPr>
          <p:txBody>
            <a:bodyPr wrap="square" rtlCol="0">
              <a:spAutoFit/>
              <a:scene3d>
                <a:camera prst="orthographicFront"/>
                <a:lightRig rig="threePt" dir="t"/>
              </a:scene3d>
              <a:sp3d contourW="12700"/>
            </a:bodyPr>
            <a:lstStyle/>
            <a:p>
              <a:pPr algn="ctr"/>
              <a:r>
                <a:rPr lang="zh-CN" altLang="en-US" b="1" dirty="0">
                  <a:solidFill>
                    <a:schemeClr val="tx1">
                      <a:lumMod val="75000"/>
                      <a:lumOff val="25000"/>
                    </a:schemeClr>
                  </a:solidFill>
                  <a:cs typeface="+mn-ea"/>
                  <a:sym typeface="+mn-lt"/>
                </a:rPr>
                <a:t>标题文字添加</a:t>
              </a:r>
            </a:p>
          </p:txBody>
        </p:sp>
        <p:sp>
          <p:nvSpPr>
            <p:cNvPr id="87" name="文本框 86">
              <a:extLst>
                <a:ext uri="{FF2B5EF4-FFF2-40B4-BE49-F238E27FC236}">
                  <a16:creationId xmlns:a16="http://schemas.microsoft.com/office/drawing/2014/main" id="{4B678BBA-38CB-46DE-93B3-B41589EB6979}"/>
                </a:ext>
              </a:extLst>
            </p:cNvPr>
            <p:cNvSpPr txBox="1"/>
            <p:nvPr/>
          </p:nvSpPr>
          <p:spPr>
            <a:xfrm>
              <a:off x="4457820" y="2750893"/>
              <a:ext cx="3022460" cy="693331"/>
            </a:xfrm>
            <a:prstGeom prst="rect">
              <a:avLst/>
            </a:prstGeom>
            <a:noFill/>
          </p:spPr>
          <p:txBody>
            <a:bodyPr wrap="square" rtlCol="0">
              <a:spAutoFit/>
              <a:scene3d>
                <a:camera prst="orthographicFront"/>
                <a:lightRig rig="threePt" dir="t"/>
              </a:scene3d>
              <a:sp3d contourW="12700"/>
            </a:bodyPr>
            <a:lstStyle/>
            <a:p>
              <a:pPr lvl="0" algn="ctr">
                <a:lnSpc>
                  <a:spcPct val="150000"/>
                </a:lnSpc>
                <a:defRPr/>
              </a:pPr>
              <a:r>
                <a:rPr lang="zh-CN" altLang="en-US" sz="900" dirty="0">
                  <a:solidFill>
                    <a:srgbClr val="000000">
                      <a:lumMod val="75000"/>
                      <a:lumOff val="25000"/>
                    </a:srgbClr>
                  </a:solidFill>
                  <a:cs typeface="+mn-ea"/>
                  <a:sym typeface="+mn-lt"/>
                </a:rPr>
                <a:t>点击输入简要文字内容，文字内容需概括精炼，言简意赅的说明分项内容言简意赅的说明分项内容点击输入简要文字内容，</a:t>
              </a:r>
            </a:p>
          </p:txBody>
        </p:sp>
      </p:grpSp>
    </p:spTree>
    <p:extLst>
      <p:ext uri="{BB962C8B-B14F-4D97-AF65-F5344CB8AC3E}">
        <p14:creationId xmlns:p14="http://schemas.microsoft.com/office/powerpoint/2010/main" val="185966757"/>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55"/>
                                        </p:tgtEl>
                                        <p:attrNameLst>
                                          <p:attrName>style.visibility</p:attrName>
                                        </p:attrNameLst>
                                      </p:cBhvr>
                                      <p:to>
                                        <p:strVal val="visible"/>
                                      </p:to>
                                    </p:set>
                                    <p:anim calcmode="lin" valueType="num">
                                      <p:cBhvr>
                                        <p:cTn id="7" dur="500" fill="hold"/>
                                        <p:tgtEl>
                                          <p:spTgt spid="55"/>
                                        </p:tgtEl>
                                        <p:attrNameLst>
                                          <p:attrName>ppt_w</p:attrName>
                                        </p:attrNameLst>
                                      </p:cBhvr>
                                      <p:tavLst>
                                        <p:tav tm="0">
                                          <p:val>
                                            <p:fltVal val="0"/>
                                          </p:val>
                                        </p:tav>
                                        <p:tav tm="100000">
                                          <p:val>
                                            <p:strVal val="#ppt_w"/>
                                          </p:val>
                                        </p:tav>
                                      </p:tavLst>
                                    </p:anim>
                                    <p:anim calcmode="lin" valueType="num">
                                      <p:cBhvr>
                                        <p:cTn id="8" dur="500" fill="hold"/>
                                        <p:tgtEl>
                                          <p:spTgt spid="55"/>
                                        </p:tgtEl>
                                        <p:attrNameLst>
                                          <p:attrName>ppt_h</p:attrName>
                                        </p:attrNameLst>
                                      </p:cBhvr>
                                      <p:tavLst>
                                        <p:tav tm="0">
                                          <p:val>
                                            <p:fltVal val="0"/>
                                          </p:val>
                                        </p:tav>
                                        <p:tav tm="100000">
                                          <p:val>
                                            <p:strVal val="#ppt_h"/>
                                          </p:val>
                                        </p:tav>
                                      </p:tavLst>
                                    </p:anim>
                                    <p:animEffect transition="in" filter="fade">
                                      <p:cBhvr>
                                        <p:cTn id="9" dur="500"/>
                                        <p:tgtEl>
                                          <p:spTgt spid="55"/>
                                        </p:tgtEl>
                                      </p:cBhvr>
                                    </p:animEffect>
                                  </p:childTnLst>
                                </p:cTn>
                              </p:par>
                              <p:par>
                                <p:cTn id="10" presetID="53" presetClass="entr" presetSubtype="16" fill="hold" nodeType="withEffect">
                                  <p:stCondLst>
                                    <p:cond delay="0"/>
                                  </p:stCondLst>
                                  <p:childTnLst>
                                    <p:set>
                                      <p:cBhvr>
                                        <p:cTn id="11" dur="1" fill="hold">
                                          <p:stCondLst>
                                            <p:cond delay="0"/>
                                          </p:stCondLst>
                                        </p:cTn>
                                        <p:tgtEl>
                                          <p:spTgt spid="59"/>
                                        </p:tgtEl>
                                        <p:attrNameLst>
                                          <p:attrName>style.visibility</p:attrName>
                                        </p:attrNameLst>
                                      </p:cBhvr>
                                      <p:to>
                                        <p:strVal val="visible"/>
                                      </p:to>
                                    </p:set>
                                    <p:anim calcmode="lin" valueType="num">
                                      <p:cBhvr>
                                        <p:cTn id="12" dur="500" fill="hold"/>
                                        <p:tgtEl>
                                          <p:spTgt spid="59"/>
                                        </p:tgtEl>
                                        <p:attrNameLst>
                                          <p:attrName>ppt_w</p:attrName>
                                        </p:attrNameLst>
                                      </p:cBhvr>
                                      <p:tavLst>
                                        <p:tav tm="0">
                                          <p:val>
                                            <p:fltVal val="0"/>
                                          </p:val>
                                        </p:tav>
                                        <p:tav tm="100000">
                                          <p:val>
                                            <p:strVal val="#ppt_w"/>
                                          </p:val>
                                        </p:tav>
                                      </p:tavLst>
                                    </p:anim>
                                    <p:anim calcmode="lin" valueType="num">
                                      <p:cBhvr>
                                        <p:cTn id="13" dur="500" fill="hold"/>
                                        <p:tgtEl>
                                          <p:spTgt spid="59"/>
                                        </p:tgtEl>
                                        <p:attrNameLst>
                                          <p:attrName>ppt_h</p:attrName>
                                        </p:attrNameLst>
                                      </p:cBhvr>
                                      <p:tavLst>
                                        <p:tav tm="0">
                                          <p:val>
                                            <p:fltVal val="0"/>
                                          </p:val>
                                        </p:tav>
                                        <p:tav tm="100000">
                                          <p:val>
                                            <p:strVal val="#ppt_h"/>
                                          </p:val>
                                        </p:tav>
                                      </p:tavLst>
                                    </p:anim>
                                    <p:animEffect transition="in" filter="fade">
                                      <p:cBhvr>
                                        <p:cTn id="14" dur="500"/>
                                        <p:tgtEl>
                                          <p:spTgt spid="59"/>
                                        </p:tgtEl>
                                      </p:cBhvr>
                                    </p:animEffect>
                                  </p:childTnLst>
                                </p:cTn>
                              </p:par>
                              <p:par>
                                <p:cTn id="15" presetID="53" presetClass="entr" presetSubtype="16" fill="hold" nodeType="withEffect">
                                  <p:stCondLst>
                                    <p:cond delay="0"/>
                                  </p:stCondLst>
                                  <p:childTnLst>
                                    <p:set>
                                      <p:cBhvr>
                                        <p:cTn id="16" dur="1" fill="hold">
                                          <p:stCondLst>
                                            <p:cond delay="0"/>
                                          </p:stCondLst>
                                        </p:cTn>
                                        <p:tgtEl>
                                          <p:spTgt spid="68"/>
                                        </p:tgtEl>
                                        <p:attrNameLst>
                                          <p:attrName>style.visibility</p:attrName>
                                        </p:attrNameLst>
                                      </p:cBhvr>
                                      <p:to>
                                        <p:strVal val="visible"/>
                                      </p:to>
                                    </p:set>
                                    <p:anim calcmode="lin" valueType="num">
                                      <p:cBhvr>
                                        <p:cTn id="17" dur="500" fill="hold"/>
                                        <p:tgtEl>
                                          <p:spTgt spid="68"/>
                                        </p:tgtEl>
                                        <p:attrNameLst>
                                          <p:attrName>ppt_w</p:attrName>
                                        </p:attrNameLst>
                                      </p:cBhvr>
                                      <p:tavLst>
                                        <p:tav tm="0">
                                          <p:val>
                                            <p:fltVal val="0"/>
                                          </p:val>
                                        </p:tav>
                                        <p:tav tm="100000">
                                          <p:val>
                                            <p:strVal val="#ppt_w"/>
                                          </p:val>
                                        </p:tav>
                                      </p:tavLst>
                                    </p:anim>
                                    <p:anim calcmode="lin" valueType="num">
                                      <p:cBhvr>
                                        <p:cTn id="18" dur="500" fill="hold"/>
                                        <p:tgtEl>
                                          <p:spTgt spid="68"/>
                                        </p:tgtEl>
                                        <p:attrNameLst>
                                          <p:attrName>ppt_h</p:attrName>
                                        </p:attrNameLst>
                                      </p:cBhvr>
                                      <p:tavLst>
                                        <p:tav tm="0">
                                          <p:val>
                                            <p:fltVal val="0"/>
                                          </p:val>
                                        </p:tav>
                                        <p:tav tm="100000">
                                          <p:val>
                                            <p:strVal val="#ppt_h"/>
                                          </p:val>
                                        </p:tav>
                                      </p:tavLst>
                                    </p:anim>
                                    <p:animEffect transition="in" filter="fade">
                                      <p:cBhvr>
                                        <p:cTn id="19" dur="500"/>
                                        <p:tgtEl>
                                          <p:spTgt spid="68"/>
                                        </p:tgtEl>
                                      </p:cBhvr>
                                    </p:animEffect>
                                  </p:childTnLst>
                                </p:cTn>
                              </p:par>
                              <p:par>
                                <p:cTn id="20" presetID="53" presetClass="entr" presetSubtype="16" fill="hold" nodeType="withEffect">
                                  <p:stCondLst>
                                    <p:cond delay="0"/>
                                  </p:stCondLst>
                                  <p:childTnLst>
                                    <p:set>
                                      <p:cBhvr>
                                        <p:cTn id="21" dur="1" fill="hold">
                                          <p:stCondLst>
                                            <p:cond delay="0"/>
                                          </p:stCondLst>
                                        </p:cTn>
                                        <p:tgtEl>
                                          <p:spTgt spid="72"/>
                                        </p:tgtEl>
                                        <p:attrNameLst>
                                          <p:attrName>style.visibility</p:attrName>
                                        </p:attrNameLst>
                                      </p:cBhvr>
                                      <p:to>
                                        <p:strVal val="visible"/>
                                      </p:to>
                                    </p:set>
                                    <p:anim calcmode="lin" valueType="num">
                                      <p:cBhvr>
                                        <p:cTn id="22" dur="500" fill="hold"/>
                                        <p:tgtEl>
                                          <p:spTgt spid="72"/>
                                        </p:tgtEl>
                                        <p:attrNameLst>
                                          <p:attrName>ppt_w</p:attrName>
                                        </p:attrNameLst>
                                      </p:cBhvr>
                                      <p:tavLst>
                                        <p:tav tm="0">
                                          <p:val>
                                            <p:fltVal val="0"/>
                                          </p:val>
                                        </p:tav>
                                        <p:tav tm="100000">
                                          <p:val>
                                            <p:strVal val="#ppt_w"/>
                                          </p:val>
                                        </p:tav>
                                      </p:tavLst>
                                    </p:anim>
                                    <p:anim calcmode="lin" valueType="num">
                                      <p:cBhvr>
                                        <p:cTn id="23" dur="500" fill="hold"/>
                                        <p:tgtEl>
                                          <p:spTgt spid="72"/>
                                        </p:tgtEl>
                                        <p:attrNameLst>
                                          <p:attrName>ppt_h</p:attrName>
                                        </p:attrNameLst>
                                      </p:cBhvr>
                                      <p:tavLst>
                                        <p:tav tm="0">
                                          <p:val>
                                            <p:fltVal val="0"/>
                                          </p:val>
                                        </p:tav>
                                        <p:tav tm="100000">
                                          <p:val>
                                            <p:strVal val="#ppt_h"/>
                                          </p:val>
                                        </p:tav>
                                      </p:tavLst>
                                    </p:anim>
                                    <p:animEffect transition="in" filter="fade">
                                      <p:cBhvr>
                                        <p:cTn id="24" dur="500"/>
                                        <p:tgtEl>
                                          <p:spTgt spid="72"/>
                                        </p:tgtEl>
                                      </p:cBhvr>
                                    </p:animEffect>
                                  </p:childTnLst>
                                </p:cTn>
                              </p:par>
                            </p:childTnLst>
                          </p:cTn>
                        </p:par>
                        <p:par>
                          <p:cTn id="25" fill="hold">
                            <p:stCondLst>
                              <p:cond delay="500"/>
                            </p:stCondLst>
                            <p:childTnLst>
                              <p:par>
                                <p:cTn id="26" presetID="10" presetClass="entr" presetSubtype="0" fill="hold" nodeType="afterEffect">
                                  <p:stCondLst>
                                    <p:cond delay="0"/>
                                  </p:stCondLst>
                                  <p:childTnLst>
                                    <p:set>
                                      <p:cBhvr>
                                        <p:cTn id="27" dur="1" fill="hold">
                                          <p:stCondLst>
                                            <p:cond delay="0"/>
                                          </p:stCondLst>
                                        </p:cTn>
                                        <p:tgtEl>
                                          <p:spTgt spid="76"/>
                                        </p:tgtEl>
                                        <p:attrNameLst>
                                          <p:attrName>style.visibility</p:attrName>
                                        </p:attrNameLst>
                                      </p:cBhvr>
                                      <p:to>
                                        <p:strVal val="visible"/>
                                      </p:to>
                                    </p:set>
                                    <p:animEffect transition="in" filter="fade">
                                      <p:cBhvr>
                                        <p:cTn id="28" dur="500"/>
                                        <p:tgtEl>
                                          <p:spTgt spid="76"/>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82"/>
                                        </p:tgtEl>
                                        <p:attrNameLst>
                                          <p:attrName>style.visibility</p:attrName>
                                        </p:attrNameLst>
                                      </p:cBhvr>
                                      <p:to>
                                        <p:strVal val="visible"/>
                                      </p:to>
                                    </p:set>
                                    <p:animEffect transition="in" filter="fade">
                                      <p:cBhvr>
                                        <p:cTn id="32" dur="500"/>
                                        <p:tgtEl>
                                          <p:spTgt spid="82"/>
                                        </p:tgtEl>
                                      </p:cBhvr>
                                    </p:animEffect>
                                  </p:childTnLst>
                                </p:cTn>
                              </p:par>
                            </p:childTnLst>
                          </p:cTn>
                        </p:par>
                        <p:par>
                          <p:cTn id="33" fill="hold">
                            <p:stCondLst>
                              <p:cond delay="1500"/>
                            </p:stCondLst>
                            <p:childTnLst>
                              <p:par>
                                <p:cTn id="34" presetID="10" presetClass="entr" presetSubtype="0" fill="hold" nodeType="afterEffect">
                                  <p:stCondLst>
                                    <p:cond delay="0"/>
                                  </p:stCondLst>
                                  <p:childTnLst>
                                    <p:set>
                                      <p:cBhvr>
                                        <p:cTn id="35" dur="1" fill="hold">
                                          <p:stCondLst>
                                            <p:cond delay="0"/>
                                          </p:stCondLst>
                                        </p:cTn>
                                        <p:tgtEl>
                                          <p:spTgt spid="79"/>
                                        </p:tgtEl>
                                        <p:attrNameLst>
                                          <p:attrName>style.visibility</p:attrName>
                                        </p:attrNameLst>
                                      </p:cBhvr>
                                      <p:to>
                                        <p:strVal val="visible"/>
                                      </p:to>
                                    </p:set>
                                    <p:animEffect transition="in" filter="fade">
                                      <p:cBhvr>
                                        <p:cTn id="36" dur="500"/>
                                        <p:tgtEl>
                                          <p:spTgt spid="79"/>
                                        </p:tgtEl>
                                      </p:cBhvr>
                                    </p:animEffect>
                                  </p:childTnLst>
                                </p:cTn>
                              </p:par>
                            </p:childTnLst>
                          </p:cTn>
                        </p:par>
                        <p:par>
                          <p:cTn id="37" fill="hold">
                            <p:stCondLst>
                              <p:cond delay="2000"/>
                            </p:stCondLst>
                            <p:childTnLst>
                              <p:par>
                                <p:cTn id="38" presetID="10" presetClass="entr" presetSubtype="0" fill="hold" nodeType="afterEffect">
                                  <p:stCondLst>
                                    <p:cond delay="0"/>
                                  </p:stCondLst>
                                  <p:childTnLst>
                                    <p:set>
                                      <p:cBhvr>
                                        <p:cTn id="39" dur="1" fill="hold">
                                          <p:stCondLst>
                                            <p:cond delay="0"/>
                                          </p:stCondLst>
                                        </p:cTn>
                                        <p:tgtEl>
                                          <p:spTgt spid="85"/>
                                        </p:tgtEl>
                                        <p:attrNameLst>
                                          <p:attrName>style.visibility</p:attrName>
                                        </p:attrNameLst>
                                      </p:cBhvr>
                                      <p:to>
                                        <p:strVal val="visible"/>
                                      </p:to>
                                    </p:set>
                                    <p:animEffect transition="in" filter="fade">
                                      <p:cBhvr>
                                        <p:cTn id="40" dur="5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矩形 24"/>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26" name="矩形 25"/>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27" name="组合 26"/>
          <p:cNvGrpSpPr/>
          <p:nvPr/>
        </p:nvGrpSpPr>
        <p:grpSpPr>
          <a:xfrm rot="10800000">
            <a:off x="0" y="304408"/>
            <a:ext cx="1010103" cy="857396"/>
            <a:chOff x="-39567" y="0"/>
            <a:chExt cx="1677745" cy="1424104"/>
          </a:xfrm>
        </p:grpSpPr>
        <p:sp>
          <p:nvSpPr>
            <p:cNvPr id="28"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29"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16" name="iŝlïḍé">
            <a:extLst>
              <a:ext uri="{FF2B5EF4-FFF2-40B4-BE49-F238E27FC236}">
                <a16:creationId xmlns:a16="http://schemas.microsoft.com/office/drawing/2014/main" id="{46E1C47C-F37F-460B-9872-72D3E3E6C2E1}"/>
              </a:ext>
            </a:extLst>
          </p:cNvPr>
          <p:cNvSpPr/>
          <p:nvPr/>
        </p:nvSpPr>
        <p:spPr>
          <a:xfrm>
            <a:off x="-1" y="1540113"/>
            <a:ext cx="12188945" cy="2550771"/>
          </a:xfrm>
          <a:custGeom>
            <a:avLst/>
            <a:gdLst>
              <a:gd name="connsiteX0" fmla="*/ 0 w 12188945"/>
              <a:gd name="connsiteY0" fmla="*/ 0 h 2550771"/>
              <a:gd name="connsiteX1" fmla="*/ 12188945 w 12188945"/>
              <a:gd name="connsiteY1" fmla="*/ 0 h 2550771"/>
              <a:gd name="connsiteX2" fmla="*/ 12188945 w 12188945"/>
              <a:gd name="connsiteY2" fmla="*/ 1317140 h 2550771"/>
              <a:gd name="connsiteX3" fmla="*/ 6463532 w 12188945"/>
              <a:gd name="connsiteY3" fmla="*/ 2244361 h 2550771"/>
              <a:gd name="connsiteX4" fmla="*/ 3760419 w 12188945"/>
              <a:gd name="connsiteY4" fmla="*/ 2550771 h 2550771"/>
              <a:gd name="connsiteX5" fmla="*/ 0 w 12188945"/>
              <a:gd name="connsiteY5" fmla="*/ 2148442 h 25507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88945" h="2550771">
                <a:moveTo>
                  <a:pt x="0" y="0"/>
                </a:moveTo>
                <a:lnTo>
                  <a:pt x="12188945" y="0"/>
                </a:lnTo>
                <a:lnTo>
                  <a:pt x="12188945" y="1317140"/>
                </a:lnTo>
                <a:cubicBezTo>
                  <a:pt x="9854891" y="1317140"/>
                  <a:pt x="9376111" y="1482335"/>
                  <a:pt x="6463532" y="2244361"/>
                </a:cubicBezTo>
                <a:cubicBezTo>
                  <a:pt x="5595743" y="2470838"/>
                  <a:pt x="4653144" y="2550771"/>
                  <a:pt x="3760419" y="2550771"/>
                </a:cubicBezTo>
                <a:cubicBezTo>
                  <a:pt x="1750540" y="2550771"/>
                  <a:pt x="0" y="2148442"/>
                  <a:pt x="0" y="2148442"/>
                </a:cubicBezTo>
                <a:close/>
              </a:path>
            </a:pathLst>
          </a:custGeom>
          <a:blipFill dpi="0" rotWithShape="1">
            <a:blip r:embed="rId3"/>
            <a:srcRect/>
            <a:tile tx="0" ty="0" sx="100000" sy="100000" flip="none" algn="tl"/>
          </a:blipFill>
          <a:ln w="38100" cap="flat" cmpd="sng" algn="ctr">
            <a:noFill/>
            <a:prstDash val="solid"/>
            <a:miter lim="800000"/>
          </a:ln>
          <a:effectLst/>
        </p:spPr>
        <p:txBody>
          <a:bodyPr wrap="square" lIns="91440" tIns="45720" rIns="91440" bIns="4572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i="0" u="none" strike="noStrike" kern="0" cap="none" spc="0" normalizeH="0" baseline="0" noProof="0">
              <a:ln>
                <a:noFill/>
              </a:ln>
              <a:solidFill>
                <a:srgbClr val="FFFFFF"/>
              </a:solidFill>
              <a:effectLst/>
              <a:uLnTx/>
              <a:uFillTx/>
              <a:cs typeface="+mn-ea"/>
              <a:sym typeface="+mn-lt"/>
            </a:endParaRPr>
          </a:p>
        </p:txBody>
      </p:sp>
      <p:cxnSp>
        <p:nvCxnSpPr>
          <p:cNvPr id="17" name="直接连接符 16">
            <a:extLst>
              <a:ext uri="{FF2B5EF4-FFF2-40B4-BE49-F238E27FC236}">
                <a16:creationId xmlns:a16="http://schemas.microsoft.com/office/drawing/2014/main" id="{F592D9D3-3251-400F-95C9-8A369C637D7A}"/>
              </a:ext>
            </a:extLst>
          </p:cNvPr>
          <p:cNvCxnSpPr/>
          <p:nvPr/>
        </p:nvCxnSpPr>
        <p:spPr>
          <a:xfrm>
            <a:off x="2999656" y="4641095"/>
            <a:ext cx="0" cy="970279"/>
          </a:xfrm>
          <a:prstGeom prst="line">
            <a:avLst/>
          </a:prstGeom>
          <a:noFill/>
          <a:ln w="3175" cap="rnd" cmpd="sng" algn="ctr">
            <a:solidFill>
              <a:srgbClr val="FFFFFF">
                <a:lumMod val="85000"/>
              </a:srgbClr>
            </a:solidFill>
            <a:prstDash val="solid"/>
            <a:round/>
            <a:headEnd type="none"/>
            <a:tailEnd type="none" w="med" len="med"/>
          </a:ln>
          <a:effectLst/>
        </p:spPr>
      </p:cxnSp>
      <p:sp>
        <p:nvSpPr>
          <p:cNvPr id="18" name="îŝḻiḑè">
            <a:extLst>
              <a:ext uri="{FF2B5EF4-FFF2-40B4-BE49-F238E27FC236}">
                <a16:creationId xmlns:a16="http://schemas.microsoft.com/office/drawing/2014/main" id="{85BE9D3C-53F0-46D0-AE05-151FCE4F2E17}"/>
              </a:ext>
            </a:extLst>
          </p:cNvPr>
          <p:cNvSpPr/>
          <p:nvPr/>
        </p:nvSpPr>
        <p:spPr>
          <a:xfrm>
            <a:off x="2418862" y="6257065"/>
            <a:ext cx="1188126" cy="457362"/>
          </a:xfrm>
          <a:prstGeom prst="roundRect">
            <a:avLst>
              <a:gd name="adj" fmla="val 50000"/>
            </a:avLst>
          </a:prstGeom>
          <a:solidFill>
            <a:schemeClr val="accent1"/>
          </a:solidFill>
          <a:ln w="25400" cap="flat" cmpd="sng" algn="ctr">
            <a:noFill/>
            <a:prstDash val="solid"/>
          </a:ln>
          <a:effectLst/>
        </p:spPr>
        <p:txBody>
          <a:bodyPr wrap="none" anchor="ctr">
            <a:normAutofit fontScale="85000" lnSpcReduction="20000"/>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000" i="0" u="none" strike="noStrike" kern="0" cap="none" spc="0" normalizeH="0" baseline="0" noProof="0" dirty="0">
                <a:ln>
                  <a:noFill/>
                </a:ln>
                <a:solidFill>
                  <a:srgbClr val="FFFFFF"/>
                </a:solidFill>
                <a:effectLst/>
                <a:uLnTx/>
                <a:uFillTx/>
                <a:cs typeface="+mn-ea"/>
                <a:sym typeface="+mn-lt"/>
              </a:rPr>
              <a:t>T</a:t>
            </a:r>
            <a:r>
              <a:rPr kumimoji="0" lang="en-US" altLang="zh-CN" sz="100" i="0" u="none" strike="noStrike" kern="0" cap="none" spc="0" normalizeH="0" baseline="0" noProof="0" dirty="0">
                <a:ln>
                  <a:noFill/>
                </a:ln>
                <a:solidFill>
                  <a:srgbClr val="FFFFFF"/>
                </a:solidFill>
                <a:effectLst/>
                <a:uLnTx/>
                <a:uFillTx/>
                <a:cs typeface="+mn-ea"/>
                <a:sym typeface="+mn-lt"/>
              </a:rPr>
              <a:t> </a:t>
            </a:r>
            <a:r>
              <a:rPr kumimoji="0" lang="en-US" altLang="zh-CN" sz="2000" i="0" u="none" strike="noStrike" kern="0" cap="none" spc="0" normalizeH="0" baseline="0" noProof="0" dirty="0" err="1">
                <a:ln>
                  <a:noFill/>
                </a:ln>
                <a:solidFill>
                  <a:srgbClr val="FFFFFF"/>
                </a:solidFill>
                <a:effectLst/>
                <a:uLnTx/>
                <a:uFillTx/>
                <a:cs typeface="+mn-ea"/>
                <a:sym typeface="+mn-lt"/>
              </a:rPr>
              <a:t>ext</a:t>
            </a:r>
            <a:endParaRPr kumimoji="0" lang="zh-CN" altLang="en-US" sz="2000" i="0" u="none" strike="noStrike" kern="0" cap="none" spc="0" normalizeH="0" baseline="0" noProof="0" dirty="0">
              <a:ln>
                <a:noFill/>
              </a:ln>
              <a:solidFill>
                <a:srgbClr val="FFFFFF"/>
              </a:solidFill>
              <a:effectLst/>
              <a:uLnTx/>
              <a:uFillTx/>
              <a:cs typeface="+mn-ea"/>
              <a:sym typeface="+mn-lt"/>
            </a:endParaRPr>
          </a:p>
        </p:txBody>
      </p:sp>
      <p:sp>
        <p:nvSpPr>
          <p:cNvPr id="19" name="îśḷíḓê">
            <a:extLst>
              <a:ext uri="{FF2B5EF4-FFF2-40B4-BE49-F238E27FC236}">
                <a16:creationId xmlns:a16="http://schemas.microsoft.com/office/drawing/2014/main" id="{0D655F9D-9555-4EDA-86D9-400779D22A7D}"/>
              </a:ext>
            </a:extLst>
          </p:cNvPr>
          <p:cNvSpPr/>
          <p:nvPr/>
        </p:nvSpPr>
        <p:spPr>
          <a:xfrm>
            <a:off x="8399709" y="5816111"/>
            <a:ext cx="1188126" cy="451352"/>
          </a:xfrm>
          <a:prstGeom prst="roundRect">
            <a:avLst>
              <a:gd name="adj" fmla="val 50000"/>
            </a:avLst>
          </a:prstGeom>
          <a:solidFill>
            <a:schemeClr val="accent2"/>
          </a:solidFill>
          <a:ln w="25400" cap="flat" cmpd="sng" algn="ctr">
            <a:noFill/>
            <a:prstDash val="solid"/>
          </a:ln>
          <a:effectLst/>
        </p:spPr>
        <p:txBody>
          <a:bodyPr wrap="none" anchor="ctr">
            <a:normAutofit fontScale="85000" lnSpcReduction="20000"/>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2000" i="0" u="none" strike="noStrike" kern="0" cap="none" spc="0" normalizeH="0" baseline="0" noProof="0">
                <a:ln>
                  <a:noFill/>
                </a:ln>
                <a:solidFill>
                  <a:srgbClr val="FFFFFF"/>
                </a:solidFill>
                <a:effectLst/>
                <a:uLnTx/>
                <a:uFillTx/>
                <a:cs typeface="+mn-ea"/>
                <a:sym typeface="+mn-lt"/>
              </a:rPr>
              <a:t>T</a:t>
            </a:r>
            <a:r>
              <a:rPr kumimoji="0" lang="en-US" altLang="zh-CN" sz="100" i="0" u="none" strike="noStrike" kern="0" cap="none" spc="0" normalizeH="0" baseline="0" noProof="0">
                <a:ln>
                  <a:noFill/>
                </a:ln>
                <a:solidFill>
                  <a:srgbClr val="FFFFFF"/>
                </a:solidFill>
                <a:effectLst/>
                <a:uLnTx/>
                <a:uFillTx/>
                <a:cs typeface="+mn-ea"/>
                <a:sym typeface="+mn-lt"/>
              </a:rPr>
              <a:t> </a:t>
            </a:r>
            <a:r>
              <a:rPr kumimoji="0" lang="en-US" altLang="zh-CN" sz="2000" i="0" u="none" strike="noStrike" kern="0" cap="none" spc="0" normalizeH="0" baseline="0" noProof="0">
                <a:ln>
                  <a:noFill/>
                </a:ln>
                <a:solidFill>
                  <a:srgbClr val="FFFFFF"/>
                </a:solidFill>
                <a:effectLst/>
                <a:uLnTx/>
                <a:uFillTx/>
                <a:cs typeface="+mn-ea"/>
                <a:sym typeface="+mn-lt"/>
              </a:rPr>
              <a:t>ext</a:t>
            </a:r>
            <a:endParaRPr kumimoji="0" lang="zh-CN" altLang="en-US" sz="2000" i="0" u="none" strike="noStrike" kern="0" cap="none" spc="0" normalizeH="0" baseline="0" noProof="0" dirty="0">
              <a:ln>
                <a:noFill/>
              </a:ln>
              <a:solidFill>
                <a:srgbClr val="FFFFFF"/>
              </a:solidFill>
              <a:effectLst/>
              <a:uLnTx/>
              <a:uFillTx/>
              <a:cs typeface="+mn-ea"/>
              <a:sym typeface="+mn-lt"/>
            </a:endParaRPr>
          </a:p>
        </p:txBody>
      </p:sp>
      <p:grpSp>
        <p:nvGrpSpPr>
          <p:cNvPr id="20" name="组合 19">
            <a:extLst>
              <a:ext uri="{FF2B5EF4-FFF2-40B4-BE49-F238E27FC236}">
                <a16:creationId xmlns:a16="http://schemas.microsoft.com/office/drawing/2014/main" id="{9271FECD-E393-4BA1-9D4F-1F7BAABFE8D7}"/>
              </a:ext>
            </a:extLst>
          </p:cNvPr>
          <p:cNvGrpSpPr/>
          <p:nvPr/>
        </p:nvGrpSpPr>
        <p:grpSpPr>
          <a:xfrm>
            <a:off x="765583" y="3570562"/>
            <a:ext cx="2121460" cy="2349822"/>
            <a:chOff x="765583" y="3208612"/>
            <a:chExt cx="2121460" cy="2349822"/>
          </a:xfrm>
        </p:grpSpPr>
        <p:grpSp>
          <p:nvGrpSpPr>
            <p:cNvPr id="21" name="îṧḻiḍê" title="MJ8JxobmQhO5YsZmEcy6DZVp0AZTfE39zvT5PAyas4bMl">
              <a:extLst>
                <a:ext uri="{FF2B5EF4-FFF2-40B4-BE49-F238E27FC236}">
                  <a16:creationId xmlns:a16="http://schemas.microsoft.com/office/drawing/2014/main" id="{28108A83-1B1A-4DE5-A155-63CC991908BF}"/>
                </a:ext>
              </a:extLst>
            </p:cNvPr>
            <p:cNvGrpSpPr/>
            <p:nvPr/>
          </p:nvGrpSpPr>
          <p:grpSpPr>
            <a:xfrm>
              <a:off x="1343471" y="3208612"/>
              <a:ext cx="792088" cy="792085"/>
              <a:chOff x="2406923" y="2845390"/>
              <a:chExt cx="571222" cy="571221"/>
            </a:xfrm>
          </p:grpSpPr>
          <p:sp>
            <p:nvSpPr>
              <p:cNvPr id="24" name="íşḷíďe">
                <a:extLst>
                  <a:ext uri="{FF2B5EF4-FFF2-40B4-BE49-F238E27FC236}">
                    <a16:creationId xmlns:a16="http://schemas.microsoft.com/office/drawing/2014/main" id="{50B5A036-5EDB-42A5-87D6-7EFFB61FB649}"/>
                  </a:ext>
                </a:extLst>
              </p:cNvPr>
              <p:cNvSpPr/>
              <p:nvPr/>
            </p:nvSpPr>
            <p:spPr>
              <a:xfrm>
                <a:off x="2406923" y="2845390"/>
                <a:ext cx="571222" cy="571221"/>
              </a:xfrm>
              <a:prstGeom prst="ellipse">
                <a:avLst/>
              </a:prstGeom>
              <a:solidFill>
                <a:schemeClr val="accent1"/>
              </a:solidFill>
              <a:ln w="38100" cap="flat" cmpd="sng" algn="ctr">
                <a:solidFill>
                  <a:srgbClr val="FFFFFF"/>
                </a:solidFill>
                <a:prstDash val="solid"/>
              </a:ln>
              <a:effectLst/>
            </p:spPr>
            <p:txBody>
              <a:bodyPr wrap="square" lIns="91440" tIns="45720" rIns="91440" bIns="4572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i="0" u="none" strike="noStrike" kern="0" cap="none" spc="0" normalizeH="0" baseline="0" noProof="0" dirty="0">
                  <a:ln>
                    <a:noFill/>
                  </a:ln>
                  <a:solidFill>
                    <a:srgbClr val="000000"/>
                  </a:solidFill>
                  <a:effectLst/>
                  <a:uLnTx/>
                  <a:uFillTx/>
                  <a:cs typeface="+mn-ea"/>
                  <a:sym typeface="+mn-lt"/>
                </a:endParaRPr>
              </a:p>
            </p:txBody>
          </p:sp>
          <p:sp>
            <p:nvSpPr>
              <p:cNvPr id="30" name="ïṡlíḍe" title="ry6MHxwOH8WsTKLSa514qPVJnvhhWFnRDjZGIbRZNsFBp">
                <a:extLst>
                  <a:ext uri="{FF2B5EF4-FFF2-40B4-BE49-F238E27FC236}">
                    <a16:creationId xmlns:a16="http://schemas.microsoft.com/office/drawing/2014/main" id="{067AFE99-2913-403C-9586-5037A92359F0}"/>
                  </a:ext>
                </a:extLst>
              </p:cNvPr>
              <p:cNvSpPr/>
              <p:nvPr/>
            </p:nvSpPr>
            <p:spPr bwMode="auto">
              <a:xfrm>
                <a:off x="2540113" y="3026988"/>
                <a:ext cx="304842" cy="208019"/>
              </a:xfrm>
              <a:custGeom>
                <a:avLst/>
                <a:gdLst>
                  <a:gd name="connsiteX0" fmla="*/ 20293 w 607639"/>
                  <a:gd name="connsiteY0" fmla="*/ 364067 h 414642"/>
                  <a:gd name="connsiteX1" fmla="*/ 20293 w 607639"/>
                  <a:gd name="connsiteY1" fmla="*/ 384244 h 414642"/>
                  <a:gd name="connsiteX2" fmla="*/ 30351 w 607639"/>
                  <a:gd name="connsiteY2" fmla="*/ 394377 h 414642"/>
                  <a:gd name="connsiteX3" fmla="*/ 577199 w 607639"/>
                  <a:gd name="connsiteY3" fmla="*/ 394377 h 414642"/>
                  <a:gd name="connsiteX4" fmla="*/ 587346 w 607639"/>
                  <a:gd name="connsiteY4" fmla="*/ 384244 h 414642"/>
                  <a:gd name="connsiteX5" fmla="*/ 587346 w 607639"/>
                  <a:gd name="connsiteY5" fmla="*/ 364067 h 414642"/>
                  <a:gd name="connsiteX6" fmla="*/ 556995 w 607639"/>
                  <a:gd name="connsiteY6" fmla="*/ 364067 h 414642"/>
                  <a:gd name="connsiteX7" fmla="*/ 394916 w 607639"/>
                  <a:gd name="connsiteY7" fmla="*/ 364067 h 414642"/>
                  <a:gd name="connsiteX8" fmla="*/ 394916 w 607639"/>
                  <a:gd name="connsiteY8" fmla="*/ 374200 h 414642"/>
                  <a:gd name="connsiteX9" fmla="*/ 384859 w 607639"/>
                  <a:gd name="connsiteY9" fmla="*/ 384244 h 414642"/>
                  <a:gd name="connsiteX10" fmla="*/ 222780 w 607639"/>
                  <a:gd name="connsiteY10" fmla="*/ 384244 h 414642"/>
                  <a:gd name="connsiteX11" fmla="*/ 212634 w 607639"/>
                  <a:gd name="connsiteY11" fmla="*/ 374200 h 414642"/>
                  <a:gd name="connsiteX12" fmla="*/ 212634 w 607639"/>
                  <a:gd name="connsiteY12" fmla="*/ 364067 h 414642"/>
                  <a:gd name="connsiteX13" fmla="*/ 50644 w 607639"/>
                  <a:gd name="connsiteY13" fmla="*/ 364067 h 414642"/>
                  <a:gd name="connsiteX14" fmla="*/ 182270 w 607639"/>
                  <a:gd name="connsiteY14" fmla="*/ 262926 h 414642"/>
                  <a:gd name="connsiteX15" fmla="*/ 192432 w 607639"/>
                  <a:gd name="connsiteY15" fmla="*/ 262926 h 414642"/>
                  <a:gd name="connsiteX16" fmla="*/ 202593 w 607639"/>
                  <a:gd name="connsiteY16" fmla="*/ 273052 h 414642"/>
                  <a:gd name="connsiteX17" fmla="*/ 192432 w 607639"/>
                  <a:gd name="connsiteY17" fmla="*/ 283178 h 414642"/>
                  <a:gd name="connsiteX18" fmla="*/ 182270 w 607639"/>
                  <a:gd name="connsiteY18" fmla="*/ 283178 h 414642"/>
                  <a:gd name="connsiteX19" fmla="*/ 172109 w 607639"/>
                  <a:gd name="connsiteY19" fmla="*/ 273052 h 414642"/>
                  <a:gd name="connsiteX20" fmla="*/ 182270 w 607639"/>
                  <a:gd name="connsiteY20" fmla="*/ 262926 h 414642"/>
                  <a:gd name="connsiteX21" fmla="*/ 91153 w 607639"/>
                  <a:gd name="connsiteY21" fmla="*/ 262926 h 414642"/>
                  <a:gd name="connsiteX22" fmla="*/ 141783 w 607639"/>
                  <a:gd name="connsiteY22" fmla="*/ 262926 h 414642"/>
                  <a:gd name="connsiteX23" fmla="*/ 151927 w 607639"/>
                  <a:gd name="connsiteY23" fmla="*/ 273052 h 414642"/>
                  <a:gd name="connsiteX24" fmla="*/ 141783 w 607639"/>
                  <a:gd name="connsiteY24" fmla="*/ 283178 h 414642"/>
                  <a:gd name="connsiteX25" fmla="*/ 91153 w 607639"/>
                  <a:gd name="connsiteY25" fmla="*/ 283178 h 414642"/>
                  <a:gd name="connsiteX26" fmla="*/ 81009 w 607639"/>
                  <a:gd name="connsiteY26" fmla="*/ 273052 h 414642"/>
                  <a:gd name="connsiteX27" fmla="*/ 91153 w 607639"/>
                  <a:gd name="connsiteY27" fmla="*/ 262926 h 414642"/>
                  <a:gd name="connsiteX28" fmla="*/ 161988 w 607639"/>
                  <a:gd name="connsiteY28" fmla="*/ 222493 h 414642"/>
                  <a:gd name="connsiteX29" fmla="*/ 232948 w 607639"/>
                  <a:gd name="connsiteY29" fmla="*/ 222493 h 414642"/>
                  <a:gd name="connsiteX30" fmla="*/ 243098 w 607639"/>
                  <a:gd name="connsiteY30" fmla="*/ 232619 h 414642"/>
                  <a:gd name="connsiteX31" fmla="*/ 232948 w 607639"/>
                  <a:gd name="connsiteY31" fmla="*/ 242745 h 414642"/>
                  <a:gd name="connsiteX32" fmla="*/ 161988 w 607639"/>
                  <a:gd name="connsiteY32" fmla="*/ 242745 h 414642"/>
                  <a:gd name="connsiteX33" fmla="*/ 151927 w 607639"/>
                  <a:gd name="connsiteY33" fmla="*/ 232619 h 414642"/>
                  <a:gd name="connsiteX34" fmla="*/ 161988 w 607639"/>
                  <a:gd name="connsiteY34" fmla="*/ 222493 h 414642"/>
                  <a:gd name="connsiteX35" fmla="*/ 91146 w 607639"/>
                  <a:gd name="connsiteY35" fmla="*/ 222493 h 414642"/>
                  <a:gd name="connsiteX36" fmla="*/ 121467 w 607639"/>
                  <a:gd name="connsiteY36" fmla="*/ 222493 h 414642"/>
                  <a:gd name="connsiteX37" fmla="*/ 131604 w 607639"/>
                  <a:gd name="connsiteY37" fmla="*/ 232619 h 414642"/>
                  <a:gd name="connsiteX38" fmla="*/ 121467 w 607639"/>
                  <a:gd name="connsiteY38" fmla="*/ 242745 h 414642"/>
                  <a:gd name="connsiteX39" fmla="*/ 91146 w 607639"/>
                  <a:gd name="connsiteY39" fmla="*/ 242745 h 414642"/>
                  <a:gd name="connsiteX40" fmla="*/ 81009 w 607639"/>
                  <a:gd name="connsiteY40" fmla="*/ 232619 h 414642"/>
                  <a:gd name="connsiteX41" fmla="*/ 91146 w 607639"/>
                  <a:gd name="connsiteY41" fmla="*/ 222493 h 414642"/>
                  <a:gd name="connsiteX42" fmla="*/ 182270 w 607639"/>
                  <a:gd name="connsiteY42" fmla="*/ 182059 h 414642"/>
                  <a:gd name="connsiteX43" fmla="*/ 192432 w 607639"/>
                  <a:gd name="connsiteY43" fmla="*/ 182059 h 414642"/>
                  <a:gd name="connsiteX44" fmla="*/ 202593 w 607639"/>
                  <a:gd name="connsiteY44" fmla="*/ 192195 h 414642"/>
                  <a:gd name="connsiteX45" fmla="*/ 192432 w 607639"/>
                  <a:gd name="connsiteY45" fmla="*/ 202241 h 414642"/>
                  <a:gd name="connsiteX46" fmla="*/ 182270 w 607639"/>
                  <a:gd name="connsiteY46" fmla="*/ 202241 h 414642"/>
                  <a:gd name="connsiteX47" fmla="*/ 172109 w 607639"/>
                  <a:gd name="connsiteY47" fmla="*/ 192195 h 414642"/>
                  <a:gd name="connsiteX48" fmla="*/ 182270 w 607639"/>
                  <a:gd name="connsiteY48" fmla="*/ 182059 h 414642"/>
                  <a:gd name="connsiteX49" fmla="*/ 91153 w 607639"/>
                  <a:gd name="connsiteY49" fmla="*/ 182059 h 414642"/>
                  <a:gd name="connsiteX50" fmla="*/ 141783 w 607639"/>
                  <a:gd name="connsiteY50" fmla="*/ 182059 h 414642"/>
                  <a:gd name="connsiteX51" fmla="*/ 151927 w 607639"/>
                  <a:gd name="connsiteY51" fmla="*/ 192195 h 414642"/>
                  <a:gd name="connsiteX52" fmla="*/ 141783 w 607639"/>
                  <a:gd name="connsiteY52" fmla="*/ 202241 h 414642"/>
                  <a:gd name="connsiteX53" fmla="*/ 91153 w 607639"/>
                  <a:gd name="connsiteY53" fmla="*/ 202241 h 414642"/>
                  <a:gd name="connsiteX54" fmla="*/ 81009 w 607639"/>
                  <a:gd name="connsiteY54" fmla="*/ 192195 h 414642"/>
                  <a:gd name="connsiteX55" fmla="*/ 91153 w 607639"/>
                  <a:gd name="connsiteY55" fmla="*/ 182059 h 414642"/>
                  <a:gd name="connsiteX56" fmla="*/ 161988 w 607639"/>
                  <a:gd name="connsiteY56" fmla="*/ 141625 h 414642"/>
                  <a:gd name="connsiteX57" fmla="*/ 232948 w 607639"/>
                  <a:gd name="connsiteY57" fmla="*/ 141625 h 414642"/>
                  <a:gd name="connsiteX58" fmla="*/ 243098 w 607639"/>
                  <a:gd name="connsiteY58" fmla="*/ 151761 h 414642"/>
                  <a:gd name="connsiteX59" fmla="*/ 232948 w 607639"/>
                  <a:gd name="connsiteY59" fmla="*/ 161807 h 414642"/>
                  <a:gd name="connsiteX60" fmla="*/ 161988 w 607639"/>
                  <a:gd name="connsiteY60" fmla="*/ 161807 h 414642"/>
                  <a:gd name="connsiteX61" fmla="*/ 151927 w 607639"/>
                  <a:gd name="connsiteY61" fmla="*/ 151761 h 414642"/>
                  <a:gd name="connsiteX62" fmla="*/ 161988 w 607639"/>
                  <a:gd name="connsiteY62" fmla="*/ 141625 h 414642"/>
                  <a:gd name="connsiteX63" fmla="*/ 91146 w 607639"/>
                  <a:gd name="connsiteY63" fmla="*/ 141625 h 414642"/>
                  <a:gd name="connsiteX64" fmla="*/ 121467 w 607639"/>
                  <a:gd name="connsiteY64" fmla="*/ 141625 h 414642"/>
                  <a:gd name="connsiteX65" fmla="*/ 131604 w 607639"/>
                  <a:gd name="connsiteY65" fmla="*/ 151761 h 414642"/>
                  <a:gd name="connsiteX66" fmla="*/ 121467 w 607639"/>
                  <a:gd name="connsiteY66" fmla="*/ 161807 h 414642"/>
                  <a:gd name="connsiteX67" fmla="*/ 91146 w 607639"/>
                  <a:gd name="connsiteY67" fmla="*/ 161807 h 414642"/>
                  <a:gd name="connsiteX68" fmla="*/ 81009 w 607639"/>
                  <a:gd name="connsiteY68" fmla="*/ 151761 h 414642"/>
                  <a:gd name="connsiteX69" fmla="*/ 91146 w 607639"/>
                  <a:gd name="connsiteY69" fmla="*/ 141625 h 414642"/>
                  <a:gd name="connsiteX70" fmla="*/ 364566 w 607639"/>
                  <a:gd name="connsiteY70" fmla="*/ 102176 h 414642"/>
                  <a:gd name="connsiteX71" fmla="*/ 283573 w 607639"/>
                  <a:gd name="connsiteY71" fmla="*/ 192194 h 414642"/>
                  <a:gd name="connsiteX72" fmla="*/ 374712 w 607639"/>
                  <a:gd name="connsiteY72" fmla="*/ 283188 h 414642"/>
                  <a:gd name="connsiteX73" fmla="*/ 464783 w 607639"/>
                  <a:gd name="connsiteY73" fmla="*/ 202235 h 414642"/>
                  <a:gd name="connsiteX74" fmla="*/ 374712 w 607639"/>
                  <a:gd name="connsiteY74" fmla="*/ 202235 h 414642"/>
                  <a:gd name="connsiteX75" fmla="*/ 364566 w 607639"/>
                  <a:gd name="connsiteY75" fmla="*/ 192194 h 414642"/>
                  <a:gd name="connsiteX76" fmla="*/ 182270 w 607639"/>
                  <a:gd name="connsiteY76" fmla="*/ 101191 h 414642"/>
                  <a:gd name="connsiteX77" fmla="*/ 192432 w 607639"/>
                  <a:gd name="connsiteY77" fmla="*/ 101191 h 414642"/>
                  <a:gd name="connsiteX78" fmla="*/ 202593 w 607639"/>
                  <a:gd name="connsiteY78" fmla="*/ 111238 h 414642"/>
                  <a:gd name="connsiteX79" fmla="*/ 192432 w 607639"/>
                  <a:gd name="connsiteY79" fmla="*/ 121373 h 414642"/>
                  <a:gd name="connsiteX80" fmla="*/ 182270 w 607639"/>
                  <a:gd name="connsiteY80" fmla="*/ 121373 h 414642"/>
                  <a:gd name="connsiteX81" fmla="*/ 172109 w 607639"/>
                  <a:gd name="connsiteY81" fmla="*/ 111238 h 414642"/>
                  <a:gd name="connsiteX82" fmla="*/ 182270 w 607639"/>
                  <a:gd name="connsiteY82" fmla="*/ 101191 h 414642"/>
                  <a:gd name="connsiteX83" fmla="*/ 91153 w 607639"/>
                  <a:gd name="connsiteY83" fmla="*/ 101191 h 414642"/>
                  <a:gd name="connsiteX84" fmla="*/ 141783 w 607639"/>
                  <a:gd name="connsiteY84" fmla="*/ 101191 h 414642"/>
                  <a:gd name="connsiteX85" fmla="*/ 151927 w 607639"/>
                  <a:gd name="connsiteY85" fmla="*/ 111238 h 414642"/>
                  <a:gd name="connsiteX86" fmla="*/ 141783 w 607639"/>
                  <a:gd name="connsiteY86" fmla="*/ 121373 h 414642"/>
                  <a:gd name="connsiteX87" fmla="*/ 91153 w 607639"/>
                  <a:gd name="connsiteY87" fmla="*/ 121373 h 414642"/>
                  <a:gd name="connsiteX88" fmla="*/ 81009 w 607639"/>
                  <a:gd name="connsiteY88" fmla="*/ 111238 h 414642"/>
                  <a:gd name="connsiteX89" fmla="*/ 91153 w 607639"/>
                  <a:gd name="connsiteY89" fmla="*/ 101191 h 414642"/>
                  <a:gd name="connsiteX90" fmla="*/ 374712 w 607639"/>
                  <a:gd name="connsiteY90" fmla="*/ 80938 h 414642"/>
                  <a:gd name="connsiteX91" fmla="*/ 384858 w 607639"/>
                  <a:gd name="connsiteY91" fmla="*/ 91068 h 414642"/>
                  <a:gd name="connsiteX92" fmla="*/ 384858 w 607639"/>
                  <a:gd name="connsiteY92" fmla="*/ 182063 h 414642"/>
                  <a:gd name="connsiteX93" fmla="*/ 475998 w 607639"/>
                  <a:gd name="connsiteY93" fmla="*/ 182063 h 414642"/>
                  <a:gd name="connsiteX94" fmla="*/ 486055 w 607639"/>
                  <a:gd name="connsiteY94" fmla="*/ 192194 h 414642"/>
                  <a:gd name="connsiteX95" fmla="*/ 374712 w 607639"/>
                  <a:gd name="connsiteY95" fmla="*/ 303360 h 414642"/>
                  <a:gd name="connsiteX96" fmla="*/ 263280 w 607639"/>
                  <a:gd name="connsiteY96" fmla="*/ 192194 h 414642"/>
                  <a:gd name="connsiteX97" fmla="*/ 374712 w 607639"/>
                  <a:gd name="connsiteY97" fmla="*/ 80938 h 414642"/>
                  <a:gd name="connsiteX98" fmla="*/ 425343 w 607639"/>
                  <a:gd name="connsiteY98" fmla="*/ 61744 h 414642"/>
                  <a:gd name="connsiteX99" fmla="*/ 425343 w 607639"/>
                  <a:gd name="connsiteY99" fmla="*/ 141635 h 414642"/>
                  <a:gd name="connsiteX100" fmla="*/ 505373 w 607639"/>
                  <a:gd name="connsiteY100" fmla="*/ 141635 h 414642"/>
                  <a:gd name="connsiteX101" fmla="*/ 425343 w 607639"/>
                  <a:gd name="connsiteY101" fmla="*/ 61744 h 414642"/>
                  <a:gd name="connsiteX102" fmla="*/ 161988 w 607639"/>
                  <a:gd name="connsiteY102" fmla="*/ 60757 h 414642"/>
                  <a:gd name="connsiteX103" fmla="*/ 232948 w 607639"/>
                  <a:gd name="connsiteY103" fmla="*/ 60757 h 414642"/>
                  <a:gd name="connsiteX104" fmla="*/ 243098 w 607639"/>
                  <a:gd name="connsiteY104" fmla="*/ 70804 h 414642"/>
                  <a:gd name="connsiteX105" fmla="*/ 232948 w 607639"/>
                  <a:gd name="connsiteY105" fmla="*/ 80939 h 414642"/>
                  <a:gd name="connsiteX106" fmla="*/ 161988 w 607639"/>
                  <a:gd name="connsiteY106" fmla="*/ 80939 h 414642"/>
                  <a:gd name="connsiteX107" fmla="*/ 151927 w 607639"/>
                  <a:gd name="connsiteY107" fmla="*/ 70804 h 414642"/>
                  <a:gd name="connsiteX108" fmla="*/ 161988 w 607639"/>
                  <a:gd name="connsiteY108" fmla="*/ 60757 h 414642"/>
                  <a:gd name="connsiteX109" fmla="*/ 91146 w 607639"/>
                  <a:gd name="connsiteY109" fmla="*/ 60757 h 414642"/>
                  <a:gd name="connsiteX110" fmla="*/ 121467 w 607639"/>
                  <a:gd name="connsiteY110" fmla="*/ 60757 h 414642"/>
                  <a:gd name="connsiteX111" fmla="*/ 131604 w 607639"/>
                  <a:gd name="connsiteY111" fmla="*/ 70804 h 414642"/>
                  <a:gd name="connsiteX112" fmla="*/ 121467 w 607639"/>
                  <a:gd name="connsiteY112" fmla="*/ 80939 h 414642"/>
                  <a:gd name="connsiteX113" fmla="*/ 91146 w 607639"/>
                  <a:gd name="connsiteY113" fmla="*/ 80939 h 414642"/>
                  <a:gd name="connsiteX114" fmla="*/ 81009 w 607639"/>
                  <a:gd name="connsiteY114" fmla="*/ 70804 h 414642"/>
                  <a:gd name="connsiteX115" fmla="*/ 91146 w 607639"/>
                  <a:gd name="connsiteY115" fmla="*/ 60757 h 414642"/>
                  <a:gd name="connsiteX116" fmla="*/ 415194 w 607639"/>
                  <a:gd name="connsiteY116" fmla="*/ 40505 h 414642"/>
                  <a:gd name="connsiteX117" fmla="*/ 526560 w 607639"/>
                  <a:gd name="connsiteY117" fmla="*/ 151765 h 414642"/>
                  <a:gd name="connsiteX118" fmla="*/ 516501 w 607639"/>
                  <a:gd name="connsiteY118" fmla="*/ 161807 h 414642"/>
                  <a:gd name="connsiteX119" fmla="*/ 415194 w 607639"/>
                  <a:gd name="connsiteY119" fmla="*/ 161807 h 414642"/>
                  <a:gd name="connsiteX120" fmla="*/ 405046 w 607639"/>
                  <a:gd name="connsiteY120" fmla="*/ 151765 h 414642"/>
                  <a:gd name="connsiteX121" fmla="*/ 405046 w 607639"/>
                  <a:gd name="connsiteY121" fmla="*/ 50636 h 414642"/>
                  <a:gd name="connsiteX122" fmla="*/ 415194 w 607639"/>
                  <a:gd name="connsiteY122" fmla="*/ 40505 h 414642"/>
                  <a:gd name="connsiteX123" fmla="*/ 70848 w 607639"/>
                  <a:gd name="connsiteY123" fmla="*/ 20177 h 414642"/>
                  <a:gd name="connsiteX124" fmla="*/ 60791 w 607639"/>
                  <a:gd name="connsiteY124" fmla="*/ 30309 h 414642"/>
                  <a:gd name="connsiteX125" fmla="*/ 60791 w 607639"/>
                  <a:gd name="connsiteY125" fmla="*/ 343802 h 414642"/>
                  <a:gd name="connsiteX126" fmla="*/ 222780 w 607639"/>
                  <a:gd name="connsiteY126" fmla="*/ 343802 h 414642"/>
                  <a:gd name="connsiteX127" fmla="*/ 232927 w 607639"/>
                  <a:gd name="connsiteY127" fmla="*/ 353935 h 414642"/>
                  <a:gd name="connsiteX128" fmla="*/ 232927 w 607639"/>
                  <a:gd name="connsiteY128" fmla="*/ 364067 h 414642"/>
                  <a:gd name="connsiteX129" fmla="*/ 374712 w 607639"/>
                  <a:gd name="connsiteY129" fmla="*/ 364067 h 414642"/>
                  <a:gd name="connsiteX130" fmla="*/ 374712 w 607639"/>
                  <a:gd name="connsiteY130" fmla="*/ 353935 h 414642"/>
                  <a:gd name="connsiteX131" fmla="*/ 384859 w 607639"/>
                  <a:gd name="connsiteY131" fmla="*/ 343802 h 414642"/>
                  <a:gd name="connsiteX132" fmla="*/ 546848 w 607639"/>
                  <a:gd name="connsiteY132" fmla="*/ 343802 h 414642"/>
                  <a:gd name="connsiteX133" fmla="*/ 546848 w 607639"/>
                  <a:gd name="connsiteY133" fmla="*/ 30309 h 414642"/>
                  <a:gd name="connsiteX134" fmla="*/ 536702 w 607639"/>
                  <a:gd name="connsiteY134" fmla="*/ 20177 h 414642"/>
                  <a:gd name="connsiteX135" fmla="*/ 70848 w 607639"/>
                  <a:gd name="connsiteY135" fmla="*/ 0 h 414642"/>
                  <a:gd name="connsiteX136" fmla="*/ 536702 w 607639"/>
                  <a:gd name="connsiteY136" fmla="*/ 0 h 414642"/>
                  <a:gd name="connsiteX137" fmla="*/ 567142 w 607639"/>
                  <a:gd name="connsiteY137" fmla="*/ 30309 h 414642"/>
                  <a:gd name="connsiteX138" fmla="*/ 567142 w 607639"/>
                  <a:gd name="connsiteY138" fmla="*/ 343802 h 414642"/>
                  <a:gd name="connsiteX139" fmla="*/ 597492 w 607639"/>
                  <a:gd name="connsiteY139" fmla="*/ 343802 h 414642"/>
                  <a:gd name="connsiteX140" fmla="*/ 607639 w 607639"/>
                  <a:gd name="connsiteY140" fmla="*/ 353935 h 414642"/>
                  <a:gd name="connsiteX141" fmla="*/ 607639 w 607639"/>
                  <a:gd name="connsiteY141" fmla="*/ 384244 h 414642"/>
                  <a:gd name="connsiteX142" fmla="*/ 577199 w 607639"/>
                  <a:gd name="connsiteY142" fmla="*/ 414642 h 414642"/>
                  <a:gd name="connsiteX143" fmla="*/ 30351 w 607639"/>
                  <a:gd name="connsiteY143" fmla="*/ 414642 h 414642"/>
                  <a:gd name="connsiteX144" fmla="*/ 0 w 607639"/>
                  <a:gd name="connsiteY144" fmla="*/ 384244 h 414642"/>
                  <a:gd name="connsiteX145" fmla="*/ 0 w 607639"/>
                  <a:gd name="connsiteY145" fmla="*/ 353935 h 414642"/>
                  <a:gd name="connsiteX146" fmla="*/ 10147 w 607639"/>
                  <a:gd name="connsiteY146" fmla="*/ 343802 h 414642"/>
                  <a:gd name="connsiteX147" fmla="*/ 40497 w 607639"/>
                  <a:gd name="connsiteY147" fmla="*/ 343802 h 414642"/>
                  <a:gd name="connsiteX148" fmla="*/ 40497 w 607639"/>
                  <a:gd name="connsiteY148" fmla="*/ 30309 h 414642"/>
                  <a:gd name="connsiteX149" fmla="*/ 70848 w 607639"/>
                  <a:gd name="connsiteY149" fmla="*/ 0 h 414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Lst>
                <a:rect l="l" t="t" r="r" b="b"/>
                <a:pathLst>
                  <a:path w="607639" h="414642">
                    <a:moveTo>
                      <a:pt x="20293" y="364067"/>
                    </a:moveTo>
                    <a:lnTo>
                      <a:pt x="20293" y="384244"/>
                    </a:lnTo>
                    <a:cubicBezTo>
                      <a:pt x="20293" y="390377"/>
                      <a:pt x="24299" y="394377"/>
                      <a:pt x="30351" y="394377"/>
                    </a:cubicBezTo>
                    <a:lnTo>
                      <a:pt x="577199" y="394377"/>
                    </a:lnTo>
                    <a:cubicBezTo>
                      <a:pt x="583341" y="394377"/>
                      <a:pt x="587346" y="390377"/>
                      <a:pt x="587346" y="384244"/>
                    </a:cubicBezTo>
                    <a:lnTo>
                      <a:pt x="587346" y="364067"/>
                    </a:lnTo>
                    <a:lnTo>
                      <a:pt x="556995" y="364067"/>
                    </a:lnTo>
                    <a:lnTo>
                      <a:pt x="394916" y="364067"/>
                    </a:lnTo>
                    <a:lnTo>
                      <a:pt x="394916" y="374200"/>
                    </a:lnTo>
                    <a:cubicBezTo>
                      <a:pt x="394916" y="380244"/>
                      <a:pt x="390911" y="384244"/>
                      <a:pt x="384859" y="384244"/>
                    </a:cubicBezTo>
                    <a:lnTo>
                      <a:pt x="222780" y="384244"/>
                    </a:lnTo>
                    <a:cubicBezTo>
                      <a:pt x="216728" y="384244"/>
                      <a:pt x="212634" y="380244"/>
                      <a:pt x="212634" y="374200"/>
                    </a:cubicBezTo>
                    <a:lnTo>
                      <a:pt x="212634" y="364067"/>
                    </a:lnTo>
                    <a:lnTo>
                      <a:pt x="50644" y="364067"/>
                    </a:lnTo>
                    <a:close/>
                    <a:moveTo>
                      <a:pt x="182270" y="262926"/>
                    </a:moveTo>
                    <a:lnTo>
                      <a:pt x="192432" y="262926"/>
                    </a:lnTo>
                    <a:cubicBezTo>
                      <a:pt x="198493" y="262926"/>
                      <a:pt x="202593" y="267012"/>
                      <a:pt x="202593" y="273052"/>
                    </a:cubicBezTo>
                    <a:cubicBezTo>
                      <a:pt x="202593" y="279092"/>
                      <a:pt x="198493" y="283178"/>
                      <a:pt x="192432" y="283178"/>
                    </a:cubicBezTo>
                    <a:lnTo>
                      <a:pt x="182270" y="283178"/>
                    </a:lnTo>
                    <a:cubicBezTo>
                      <a:pt x="176209" y="283178"/>
                      <a:pt x="172109" y="279092"/>
                      <a:pt x="172109" y="273052"/>
                    </a:cubicBezTo>
                    <a:cubicBezTo>
                      <a:pt x="172109" y="267012"/>
                      <a:pt x="176209" y="262926"/>
                      <a:pt x="182270" y="262926"/>
                    </a:cubicBezTo>
                    <a:close/>
                    <a:moveTo>
                      <a:pt x="91153" y="262926"/>
                    </a:moveTo>
                    <a:lnTo>
                      <a:pt x="141783" y="262926"/>
                    </a:lnTo>
                    <a:cubicBezTo>
                      <a:pt x="147834" y="262926"/>
                      <a:pt x="151927" y="267012"/>
                      <a:pt x="151927" y="273052"/>
                    </a:cubicBezTo>
                    <a:cubicBezTo>
                      <a:pt x="151927" y="279092"/>
                      <a:pt x="147834" y="283178"/>
                      <a:pt x="141783" y="283178"/>
                    </a:cubicBezTo>
                    <a:lnTo>
                      <a:pt x="91153" y="283178"/>
                    </a:lnTo>
                    <a:cubicBezTo>
                      <a:pt x="85102" y="283178"/>
                      <a:pt x="81009" y="279092"/>
                      <a:pt x="81009" y="273052"/>
                    </a:cubicBezTo>
                    <a:cubicBezTo>
                      <a:pt x="81009" y="267012"/>
                      <a:pt x="85102" y="262926"/>
                      <a:pt x="91153" y="262926"/>
                    </a:cubicBezTo>
                    <a:close/>
                    <a:moveTo>
                      <a:pt x="161988" y="222493"/>
                    </a:moveTo>
                    <a:lnTo>
                      <a:pt x="232948" y="222493"/>
                    </a:lnTo>
                    <a:cubicBezTo>
                      <a:pt x="239002" y="222493"/>
                      <a:pt x="243098" y="226579"/>
                      <a:pt x="243098" y="232619"/>
                    </a:cubicBezTo>
                    <a:cubicBezTo>
                      <a:pt x="243098" y="238659"/>
                      <a:pt x="239002" y="242745"/>
                      <a:pt x="232948" y="242745"/>
                    </a:cubicBezTo>
                    <a:lnTo>
                      <a:pt x="161988" y="242745"/>
                    </a:lnTo>
                    <a:cubicBezTo>
                      <a:pt x="155934" y="242745"/>
                      <a:pt x="151927" y="238659"/>
                      <a:pt x="151927" y="232619"/>
                    </a:cubicBezTo>
                    <a:cubicBezTo>
                      <a:pt x="151927" y="226579"/>
                      <a:pt x="155934" y="222493"/>
                      <a:pt x="161988" y="222493"/>
                    </a:cubicBezTo>
                    <a:close/>
                    <a:moveTo>
                      <a:pt x="91146" y="222493"/>
                    </a:moveTo>
                    <a:lnTo>
                      <a:pt x="121467" y="222493"/>
                    </a:lnTo>
                    <a:cubicBezTo>
                      <a:pt x="127603" y="222493"/>
                      <a:pt x="131604" y="226579"/>
                      <a:pt x="131604" y="232619"/>
                    </a:cubicBezTo>
                    <a:cubicBezTo>
                      <a:pt x="131604" y="238659"/>
                      <a:pt x="127603" y="242745"/>
                      <a:pt x="121467" y="242745"/>
                    </a:cubicBezTo>
                    <a:lnTo>
                      <a:pt x="91146" y="242745"/>
                    </a:lnTo>
                    <a:cubicBezTo>
                      <a:pt x="85099" y="242745"/>
                      <a:pt x="81009" y="238659"/>
                      <a:pt x="81009" y="232619"/>
                    </a:cubicBezTo>
                    <a:cubicBezTo>
                      <a:pt x="81009" y="226579"/>
                      <a:pt x="85099" y="222493"/>
                      <a:pt x="91146" y="222493"/>
                    </a:cubicBezTo>
                    <a:close/>
                    <a:moveTo>
                      <a:pt x="182270" y="182059"/>
                    </a:moveTo>
                    <a:lnTo>
                      <a:pt x="192432" y="182059"/>
                    </a:lnTo>
                    <a:cubicBezTo>
                      <a:pt x="198493" y="182059"/>
                      <a:pt x="202593" y="186060"/>
                      <a:pt x="202593" y="192195"/>
                    </a:cubicBezTo>
                    <a:cubicBezTo>
                      <a:pt x="202593" y="198240"/>
                      <a:pt x="198493" y="202241"/>
                      <a:pt x="192432" y="202241"/>
                    </a:cubicBezTo>
                    <a:lnTo>
                      <a:pt x="182270" y="202241"/>
                    </a:lnTo>
                    <a:cubicBezTo>
                      <a:pt x="176209" y="202241"/>
                      <a:pt x="172109" y="198240"/>
                      <a:pt x="172109" y="192195"/>
                    </a:cubicBezTo>
                    <a:cubicBezTo>
                      <a:pt x="172109" y="186060"/>
                      <a:pt x="176209" y="182059"/>
                      <a:pt x="182270" y="182059"/>
                    </a:cubicBezTo>
                    <a:close/>
                    <a:moveTo>
                      <a:pt x="91153" y="182059"/>
                    </a:moveTo>
                    <a:lnTo>
                      <a:pt x="141783" y="182059"/>
                    </a:lnTo>
                    <a:cubicBezTo>
                      <a:pt x="147834" y="182059"/>
                      <a:pt x="151927" y="186060"/>
                      <a:pt x="151927" y="192195"/>
                    </a:cubicBezTo>
                    <a:cubicBezTo>
                      <a:pt x="151927" y="198240"/>
                      <a:pt x="147834" y="202241"/>
                      <a:pt x="141783" y="202241"/>
                    </a:cubicBezTo>
                    <a:lnTo>
                      <a:pt x="91153" y="202241"/>
                    </a:lnTo>
                    <a:cubicBezTo>
                      <a:pt x="85102" y="202241"/>
                      <a:pt x="81009" y="198240"/>
                      <a:pt x="81009" y="192195"/>
                    </a:cubicBezTo>
                    <a:cubicBezTo>
                      <a:pt x="81009" y="186060"/>
                      <a:pt x="85102" y="182059"/>
                      <a:pt x="91153" y="182059"/>
                    </a:cubicBezTo>
                    <a:close/>
                    <a:moveTo>
                      <a:pt x="161988" y="141625"/>
                    </a:moveTo>
                    <a:lnTo>
                      <a:pt x="232948" y="141625"/>
                    </a:lnTo>
                    <a:cubicBezTo>
                      <a:pt x="239002" y="141625"/>
                      <a:pt x="243098" y="145626"/>
                      <a:pt x="243098" y="151761"/>
                    </a:cubicBezTo>
                    <a:cubicBezTo>
                      <a:pt x="243098" y="157806"/>
                      <a:pt x="239002" y="161807"/>
                      <a:pt x="232948" y="161807"/>
                    </a:cubicBezTo>
                    <a:lnTo>
                      <a:pt x="161988" y="161807"/>
                    </a:lnTo>
                    <a:cubicBezTo>
                      <a:pt x="155934" y="161807"/>
                      <a:pt x="151927" y="157806"/>
                      <a:pt x="151927" y="151761"/>
                    </a:cubicBezTo>
                    <a:cubicBezTo>
                      <a:pt x="151927" y="145626"/>
                      <a:pt x="155934" y="141625"/>
                      <a:pt x="161988" y="141625"/>
                    </a:cubicBezTo>
                    <a:close/>
                    <a:moveTo>
                      <a:pt x="91146" y="141625"/>
                    </a:moveTo>
                    <a:lnTo>
                      <a:pt x="121467" y="141625"/>
                    </a:lnTo>
                    <a:cubicBezTo>
                      <a:pt x="127603" y="141625"/>
                      <a:pt x="131604" y="145626"/>
                      <a:pt x="131604" y="151761"/>
                    </a:cubicBezTo>
                    <a:cubicBezTo>
                      <a:pt x="131604" y="157806"/>
                      <a:pt x="127603" y="161807"/>
                      <a:pt x="121467" y="161807"/>
                    </a:cubicBezTo>
                    <a:lnTo>
                      <a:pt x="91146" y="161807"/>
                    </a:lnTo>
                    <a:cubicBezTo>
                      <a:pt x="85099" y="161807"/>
                      <a:pt x="81009" y="157806"/>
                      <a:pt x="81009" y="151761"/>
                    </a:cubicBezTo>
                    <a:cubicBezTo>
                      <a:pt x="81009" y="145626"/>
                      <a:pt x="85099" y="141625"/>
                      <a:pt x="91146" y="141625"/>
                    </a:cubicBezTo>
                    <a:close/>
                    <a:moveTo>
                      <a:pt x="364566" y="102176"/>
                    </a:moveTo>
                    <a:cubicBezTo>
                      <a:pt x="318996" y="107241"/>
                      <a:pt x="283573" y="145630"/>
                      <a:pt x="283573" y="192194"/>
                    </a:cubicBezTo>
                    <a:cubicBezTo>
                      <a:pt x="283573" y="242756"/>
                      <a:pt x="324069" y="283188"/>
                      <a:pt x="374712" y="283188"/>
                    </a:cubicBezTo>
                    <a:cubicBezTo>
                      <a:pt x="421261" y="283188"/>
                      <a:pt x="459799" y="247732"/>
                      <a:pt x="464783" y="202235"/>
                    </a:cubicBezTo>
                    <a:lnTo>
                      <a:pt x="374712" y="202235"/>
                    </a:lnTo>
                    <a:cubicBezTo>
                      <a:pt x="368660" y="202235"/>
                      <a:pt x="364566" y="198236"/>
                      <a:pt x="364566" y="192194"/>
                    </a:cubicBezTo>
                    <a:close/>
                    <a:moveTo>
                      <a:pt x="182270" y="101191"/>
                    </a:moveTo>
                    <a:lnTo>
                      <a:pt x="192432" y="101191"/>
                    </a:lnTo>
                    <a:cubicBezTo>
                      <a:pt x="198493" y="101191"/>
                      <a:pt x="202593" y="105192"/>
                      <a:pt x="202593" y="111238"/>
                    </a:cubicBezTo>
                    <a:cubicBezTo>
                      <a:pt x="202593" y="117372"/>
                      <a:pt x="198493" y="121373"/>
                      <a:pt x="192432" y="121373"/>
                    </a:cubicBezTo>
                    <a:lnTo>
                      <a:pt x="182270" y="121373"/>
                    </a:lnTo>
                    <a:cubicBezTo>
                      <a:pt x="176209" y="121373"/>
                      <a:pt x="172109" y="117372"/>
                      <a:pt x="172109" y="111238"/>
                    </a:cubicBezTo>
                    <a:cubicBezTo>
                      <a:pt x="172109" y="105192"/>
                      <a:pt x="176209" y="101191"/>
                      <a:pt x="182270" y="101191"/>
                    </a:cubicBezTo>
                    <a:close/>
                    <a:moveTo>
                      <a:pt x="91153" y="101191"/>
                    </a:moveTo>
                    <a:lnTo>
                      <a:pt x="141783" y="101191"/>
                    </a:lnTo>
                    <a:cubicBezTo>
                      <a:pt x="147834" y="101191"/>
                      <a:pt x="151927" y="105192"/>
                      <a:pt x="151927" y="111238"/>
                    </a:cubicBezTo>
                    <a:cubicBezTo>
                      <a:pt x="151927" y="117372"/>
                      <a:pt x="147834" y="121373"/>
                      <a:pt x="141783" y="121373"/>
                    </a:cubicBezTo>
                    <a:lnTo>
                      <a:pt x="91153" y="121373"/>
                    </a:lnTo>
                    <a:cubicBezTo>
                      <a:pt x="85102" y="121373"/>
                      <a:pt x="81009" y="117372"/>
                      <a:pt x="81009" y="111238"/>
                    </a:cubicBezTo>
                    <a:cubicBezTo>
                      <a:pt x="81009" y="105192"/>
                      <a:pt x="85102" y="101191"/>
                      <a:pt x="91153" y="101191"/>
                    </a:cubicBezTo>
                    <a:close/>
                    <a:moveTo>
                      <a:pt x="374712" y="80938"/>
                    </a:moveTo>
                    <a:cubicBezTo>
                      <a:pt x="380764" y="80938"/>
                      <a:pt x="384858" y="85026"/>
                      <a:pt x="384858" y="91068"/>
                    </a:cubicBezTo>
                    <a:lnTo>
                      <a:pt x="384858" y="182063"/>
                    </a:lnTo>
                    <a:lnTo>
                      <a:pt x="475998" y="182063"/>
                    </a:lnTo>
                    <a:cubicBezTo>
                      <a:pt x="482050" y="182063"/>
                      <a:pt x="486055" y="186062"/>
                      <a:pt x="486055" y="192194"/>
                    </a:cubicBezTo>
                    <a:cubicBezTo>
                      <a:pt x="486055" y="253864"/>
                      <a:pt x="436480" y="303360"/>
                      <a:pt x="374712" y="303360"/>
                    </a:cubicBezTo>
                    <a:cubicBezTo>
                      <a:pt x="312944" y="303360"/>
                      <a:pt x="263280" y="253864"/>
                      <a:pt x="263280" y="192194"/>
                    </a:cubicBezTo>
                    <a:cubicBezTo>
                      <a:pt x="263280" y="130523"/>
                      <a:pt x="312944" y="80938"/>
                      <a:pt x="374712" y="80938"/>
                    </a:cubicBezTo>
                    <a:close/>
                    <a:moveTo>
                      <a:pt x="425343" y="61744"/>
                    </a:moveTo>
                    <a:lnTo>
                      <a:pt x="425343" y="141635"/>
                    </a:lnTo>
                    <a:lnTo>
                      <a:pt x="505373" y="141635"/>
                    </a:lnTo>
                    <a:cubicBezTo>
                      <a:pt x="500299" y="99157"/>
                      <a:pt x="466827" y="65743"/>
                      <a:pt x="425343" y="61744"/>
                    </a:cubicBezTo>
                    <a:close/>
                    <a:moveTo>
                      <a:pt x="161988" y="60757"/>
                    </a:moveTo>
                    <a:lnTo>
                      <a:pt x="232948" y="60757"/>
                    </a:lnTo>
                    <a:cubicBezTo>
                      <a:pt x="239002" y="60757"/>
                      <a:pt x="243098" y="64758"/>
                      <a:pt x="243098" y="70804"/>
                    </a:cubicBezTo>
                    <a:cubicBezTo>
                      <a:pt x="243098" y="76938"/>
                      <a:pt x="239002" y="80939"/>
                      <a:pt x="232948" y="80939"/>
                    </a:cubicBezTo>
                    <a:lnTo>
                      <a:pt x="161988" y="80939"/>
                    </a:lnTo>
                    <a:cubicBezTo>
                      <a:pt x="155934" y="80939"/>
                      <a:pt x="151927" y="76938"/>
                      <a:pt x="151927" y="70804"/>
                    </a:cubicBezTo>
                    <a:cubicBezTo>
                      <a:pt x="151927" y="64758"/>
                      <a:pt x="155934" y="60757"/>
                      <a:pt x="161988" y="60757"/>
                    </a:cubicBezTo>
                    <a:close/>
                    <a:moveTo>
                      <a:pt x="91146" y="60757"/>
                    </a:moveTo>
                    <a:lnTo>
                      <a:pt x="121467" y="60757"/>
                    </a:lnTo>
                    <a:cubicBezTo>
                      <a:pt x="127603" y="60757"/>
                      <a:pt x="131604" y="64758"/>
                      <a:pt x="131604" y="70804"/>
                    </a:cubicBezTo>
                    <a:cubicBezTo>
                      <a:pt x="131604" y="76938"/>
                      <a:pt x="127603" y="80939"/>
                      <a:pt x="121467" y="80939"/>
                    </a:cubicBezTo>
                    <a:lnTo>
                      <a:pt x="91146" y="80939"/>
                    </a:lnTo>
                    <a:cubicBezTo>
                      <a:pt x="85099" y="80939"/>
                      <a:pt x="81009" y="76938"/>
                      <a:pt x="81009" y="70804"/>
                    </a:cubicBezTo>
                    <a:cubicBezTo>
                      <a:pt x="81009" y="64758"/>
                      <a:pt x="85099" y="60757"/>
                      <a:pt x="91146" y="60757"/>
                    </a:cubicBezTo>
                    <a:close/>
                    <a:moveTo>
                      <a:pt x="415194" y="40505"/>
                    </a:moveTo>
                    <a:cubicBezTo>
                      <a:pt x="476975" y="40505"/>
                      <a:pt x="526560" y="90092"/>
                      <a:pt x="526560" y="151765"/>
                    </a:cubicBezTo>
                    <a:cubicBezTo>
                      <a:pt x="526560" y="157808"/>
                      <a:pt x="522554" y="161807"/>
                      <a:pt x="516501" y="161807"/>
                    </a:cubicBezTo>
                    <a:lnTo>
                      <a:pt x="415194" y="161807"/>
                    </a:lnTo>
                    <a:cubicBezTo>
                      <a:pt x="409141" y="161807"/>
                      <a:pt x="405046" y="157808"/>
                      <a:pt x="405046" y="151765"/>
                    </a:cubicBezTo>
                    <a:lnTo>
                      <a:pt x="405046" y="50636"/>
                    </a:lnTo>
                    <a:cubicBezTo>
                      <a:pt x="405046" y="44593"/>
                      <a:pt x="409141" y="40505"/>
                      <a:pt x="415194" y="40505"/>
                    </a:cubicBezTo>
                    <a:close/>
                    <a:moveTo>
                      <a:pt x="70848" y="20177"/>
                    </a:moveTo>
                    <a:cubicBezTo>
                      <a:pt x="64796" y="20177"/>
                      <a:pt x="60791" y="24265"/>
                      <a:pt x="60791" y="30309"/>
                    </a:cubicBezTo>
                    <a:lnTo>
                      <a:pt x="60791" y="343802"/>
                    </a:lnTo>
                    <a:lnTo>
                      <a:pt x="222780" y="343802"/>
                    </a:lnTo>
                    <a:cubicBezTo>
                      <a:pt x="228833" y="343802"/>
                      <a:pt x="232927" y="347891"/>
                      <a:pt x="232927" y="353935"/>
                    </a:cubicBezTo>
                    <a:lnTo>
                      <a:pt x="232927" y="364067"/>
                    </a:lnTo>
                    <a:lnTo>
                      <a:pt x="374712" y="364067"/>
                    </a:lnTo>
                    <a:lnTo>
                      <a:pt x="374712" y="353935"/>
                    </a:lnTo>
                    <a:cubicBezTo>
                      <a:pt x="374712" y="347891"/>
                      <a:pt x="378718" y="343802"/>
                      <a:pt x="384859" y="343802"/>
                    </a:cubicBezTo>
                    <a:lnTo>
                      <a:pt x="546848" y="343802"/>
                    </a:lnTo>
                    <a:lnTo>
                      <a:pt x="546848" y="30309"/>
                    </a:lnTo>
                    <a:cubicBezTo>
                      <a:pt x="546848" y="24265"/>
                      <a:pt x="542754" y="20177"/>
                      <a:pt x="536702" y="20177"/>
                    </a:cubicBezTo>
                    <a:close/>
                    <a:moveTo>
                      <a:pt x="70848" y="0"/>
                    </a:moveTo>
                    <a:lnTo>
                      <a:pt x="536702" y="0"/>
                    </a:lnTo>
                    <a:cubicBezTo>
                      <a:pt x="553969" y="0"/>
                      <a:pt x="567142" y="13155"/>
                      <a:pt x="567142" y="30309"/>
                    </a:cubicBezTo>
                    <a:lnTo>
                      <a:pt x="567142" y="343802"/>
                    </a:lnTo>
                    <a:lnTo>
                      <a:pt x="597492" y="343802"/>
                    </a:lnTo>
                    <a:cubicBezTo>
                      <a:pt x="603545" y="343802"/>
                      <a:pt x="607639" y="347891"/>
                      <a:pt x="607639" y="353935"/>
                    </a:cubicBezTo>
                    <a:lnTo>
                      <a:pt x="607639" y="384244"/>
                    </a:lnTo>
                    <a:cubicBezTo>
                      <a:pt x="607639" y="401487"/>
                      <a:pt x="594466" y="414642"/>
                      <a:pt x="577199" y="414642"/>
                    </a:cubicBezTo>
                    <a:lnTo>
                      <a:pt x="30351" y="414642"/>
                    </a:lnTo>
                    <a:cubicBezTo>
                      <a:pt x="13173" y="414642"/>
                      <a:pt x="0" y="401487"/>
                      <a:pt x="0" y="384244"/>
                    </a:cubicBezTo>
                    <a:lnTo>
                      <a:pt x="0" y="353935"/>
                    </a:lnTo>
                    <a:cubicBezTo>
                      <a:pt x="0" y="347891"/>
                      <a:pt x="4094" y="343802"/>
                      <a:pt x="10147" y="343802"/>
                    </a:cubicBezTo>
                    <a:lnTo>
                      <a:pt x="40497" y="343802"/>
                    </a:lnTo>
                    <a:lnTo>
                      <a:pt x="40497" y="30309"/>
                    </a:lnTo>
                    <a:cubicBezTo>
                      <a:pt x="40497" y="13155"/>
                      <a:pt x="53670" y="0"/>
                      <a:pt x="70848" y="0"/>
                    </a:cubicBezTo>
                    <a:close/>
                  </a:path>
                </a:pathLst>
              </a:custGeom>
              <a:solidFill>
                <a:srgbClr val="FFFFFF"/>
              </a:solidFill>
              <a:ln>
                <a:noFill/>
              </a:ln>
            </p:spPr>
            <p:txBody>
              <a:bodyPr wrap="square" lIns="91440" tIns="45720" rIns="91440" bIns="45720" anchor="ctr">
                <a:normAutofit fontScale="85000" lnSpcReduction="20000"/>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i="0" u="none" strike="noStrike" kern="0" cap="none" spc="0" normalizeH="0" baseline="0" noProof="0">
                  <a:ln>
                    <a:noFill/>
                  </a:ln>
                  <a:solidFill>
                    <a:srgbClr val="000000"/>
                  </a:solidFill>
                  <a:effectLst/>
                  <a:uLnTx/>
                  <a:uFillTx/>
                  <a:cs typeface="+mn-ea"/>
                  <a:sym typeface="+mn-lt"/>
                </a:endParaRPr>
              </a:p>
            </p:txBody>
          </p:sp>
        </p:grpSp>
        <p:sp>
          <p:nvSpPr>
            <p:cNvPr id="22" name="文本框 21">
              <a:extLst>
                <a:ext uri="{FF2B5EF4-FFF2-40B4-BE49-F238E27FC236}">
                  <a16:creationId xmlns:a16="http://schemas.microsoft.com/office/drawing/2014/main" id="{891CD89D-53B8-4DD7-A4B4-087B63B5E8CC}"/>
                </a:ext>
              </a:extLst>
            </p:cNvPr>
            <p:cNvSpPr txBox="1"/>
            <p:nvPr/>
          </p:nvSpPr>
          <p:spPr>
            <a:xfrm>
              <a:off x="765583" y="4664087"/>
              <a:ext cx="2121460" cy="894347"/>
            </a:xfrm>
            <a:prstGeom prst="rect">
              <a:avLst/>
            </a:prstGeom>
            <a:noFill/>
          </p:spPr>
          <p:txBody>
            <a:bodyPr wrap="square" rtlCol="0">
              <a:spAutoFit/>
            </a:bodyPr>
            <a:lstStyle/>
            <a:p>
              <a:pPr marL="0" marR="0" lvl="0" indent="0" algn="ctr" defTabSz="457200" eaLnBrk="1" fontAlgn="auto" latinLnBrk="0" hangingPunct="1">
                <a:lnSpc>
                  <a:spcPct val="150000"/>
                </a:lnSpc>
                <a:spcBef>
                  <a:spcPts val="0"/>
                </a:spcBef>
                <a:spcAft>
                  <a:spcPts val="0"/>
                </a:spcAft>
                <a:buClrTx/>
                <a:buSzTx/>
                <a:buFontTx/>
                <a:buNone/>
                <a:tabLst/>
                <a:defRPr/>
              </a:pPr>
              <a:r>
                <a:rPr lang="zh-CN" altLang="en-US" sz="1200" dirty="0">
                  <a:solidFill>
                    <a:schemeClr val="bg1">
                      <a:lumMod val="50000"/>
                    </a:schemeClr>
                  </a:solidFill>
                  <a:cs typeface="+mn-ea"/>
                  <a:sym typeface="+mn-lt"/>
                </a:rPr>
                <a:t>在这里添加你的详细小段落文本内容，与标题相关并符合整体语言风格内容请简洁。</a:t>
              </a:r>
            </a:p>
          </p:txBody>
        </p:sp>
        <p:sp>
          <p:nvSpPr>
            <p:cNvPr id="23" name="文本框 22">
              <a:extLst>
                <a:ext uri="{FF2B5EF4-FFF2-40B4-BE49-F238E27FC236}">
                  <a16:creationId xmlns:a16="http://schemas.microsoft.com/office/drawing/2014/main" id="{21955723-E6B9-4DA0-A3DF-69B025275324}"/>
                </a:ext>
              </a:extLst>
            </p:cNvPr>
            <p:cNvSpPr txBox="1"/>
            <p:nvPr/>
          </p:nvSpPr>
          <p:spPr>
            <a:xfrm>
              <a:off x="1014699" y="4252510"/>
              <a:ext cx="1872344" cy="369332"/>
            </a:xfrm>
            <a:prstGeom prst="rect">
              <a:avLst/>
            </a:prstGeom>
            <a:noFill/>
          </p:spPr>
          <p:txBody>
            <a:bodyPr wrap="square" rtlCol="0">
              <a:spAutoFit/>
            </a:bodyPr>
            <a:lstStyle/>
            <a:p>
              <a:pPr marL="0" marR="0" lvl="0" indent="0" defTabSz="1219170" eaLnBrk="1" fontAlgn="auto" latinLnBrk="0" hangingPunct="1">
                <a:lnSpc>
                  <a:spcPct val="100000"/>
                </a:lnSpc>
                <a:spcBef>
                  <a:spcPts val="0"/>
                </a:spcBef>
                <a:spcAft>
                  <a:spcPts val="0"/>
                </a:spcAft>
                <a:buClrTx/>
                <a:buSzTx/>
                <a:buFontTx/>
                <a:buNone/>
                <a:tabLst/>
                <a:defRPr/>
              </a:pPr>
              <a:r>
                <a:rPr kumimoji="0" lang="zh-CN" altLang="en-US" sz="1800" i="0" u="none" strike="noStrike" kern="0" cap="none" spc="0" normalizeH="0" baseline="0" noProof="0" dirty="0">
                  <a:ln>
                    <a:noFill/>
                  </a:ln>
                  <a:solidFill>
                    <a:srgbClr val="F0F0F0">
                      <a:lumMod val="25000"/>
                    </a:srgbClr>
                  </a:solidFill>
                  <a:effectLst/>
                  <a:uLnTx/>
                  <a:uFillTx/>
                  <a:cs typeface="+mn-ea"/>
                  <a:sym typeface="+mn-lt"/>
                </a:rPr>
                <a:t>添加标题文字</a:t>
              </a:r>
            </a:p>
          </p:txBody>
        </p:sp>
      </p:grpSp>
      <p:grpSp>
        <p:nvGrpSpPr>
          <p:cNvPr id="31" name="组合 30">
            <a:extLst>
              <a:ext uri="{FF2B5EF4-FFF2-40B4-BE49-F238E27FC236}">
                <a16:creationId xmlns:a16="http://schemas.microsoft.com/office/drawing/2014/main" id="{3A30CDE2-8E5A-444E-AF10-6DFF09C76B42}"/>
              </a:ext>
            </a:extLst>
          </p:cNvPr>
          <p:cNvGrpSpPr/>
          <p:nvPr/>
        </p:nvGrpSpPr>
        <p:grpSpPr>
          <a:xfrm>
            <a:off x="3357872" y="3694841"/>
            <a:ext cx="2121460" cy="2230096"/>
            <a:chOff x="3357872" y="3332891"/>
            <a:chExt cx="2121460" cy="2230096"/>
          </a:xfrm>
        </p:grpSpPr>
        <p:grpSp>
          <p:nvGrpSpPr>
            <p:cNvPr id="32" name="íśḻîdè" title="MJ8JxobmQhO5YsZmEcy6DZVp0AZTfE39zvT5PAyas4bMl">
              <a:extLst>
                <a:ext uri="{FF2B5EF4-FFF2-40B4-BE49-F238E27FC236}">
                  <a16:creationId xmlns:a16="http://schemas.microsoft.com/office/drawing/2014/main" id="{AFB74E0A-7E10-44E3-9667-E2F247459CF8}"/>
                </a:ext>
              </a:extLst>
            </p:cNvPr>
            <p:cNvGrpSpPr/>
            <p:nvPr/>
          </p:nvGrpSpPr>
          <p:grpSpPr>
            <a:xfrm>
              <a:off x="3935760" y="3332891"/>
              <a:ext cx="792088" cy="792085"/>
              <a:chOff x="2406923" y="2845390"/>
              <a:chExt cx="571222" cy="571221"/>
            </a:xfrm>
          </p:grpSpPr>
          <p:sp>
            <p:nvSpPr>
              <p:cNvPr id="35" name="íşḻiďe">
                <a:extLst>
                  <a:ext uri="{FF2B5EF4-FFF2-40B4-BE49-F238E27FC236}">
                    <a16:creationId xmlns:a16="http://schemas.microsoft.com/office/drawing/2014/main" id="{309D562F-2B49-4F11-B8A4-436702911AA5}"/>
                  </a:ext>
                </a:extLst>
              </p:cNvPr>
              <p:cNvSpPr/>
              <p:nvPr/>
            </p:nvSpPr>
            <p:spPr>
              <a:xfrm>
                <a:off x="2406923" y="2845390"/>
                <a:ext cx="571222" cy="571221"/>
              </a:xfrm>
              <a:prstGeom prst="ellipse">
                <a:avLst/>
              </a:prstGeom>
              <a:solidFill>
                <a:schemeClr val="accent2"/>
              </a:solidFill>
              <a:ln w="38100" cap="flat" cmpd="sng" algn="ctr">
                <a:solidFill>
                  <a:srgbClr val="FFFFFF"/>
                </a:solidFill>
                <a:prstDash val="solid"/>
              </a:ln>
              <a:effectLst/>
            </p:spPr>
            <p:txBody>
              <a:bodyPr wrap="square" lIns="91440" tIns="45720" rIns="91440" bIns="4572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i="0" u="none" strike="noStrike" kern="0" cap="none" spc="0" normalizeH="0" baseline="0" noProof="0" dirty="0">
                  <a:ln>
                    <a:noFill/>
                  </a:ln>
                  <a:solidFill>
                    <a:srgbClr val="000000"/>
                  </a:solidFill>
                  <a:effectLst/>
                  <a:uLnTx/>
                  <a:uFillTx/>
                  <a:cs typeface="+mn-ea"/>
                  <a:sym typeface="+mn-lt"/>
                </a:endParaRPr>
              </a:p>
            </p:txBody>
          </p:sp>
          <p:sp>
            <p:nvSpPr>
              <p:cNvPr id="36" name="iṣľîḓè" title="ry6MHxwOH8WsTKLSa514qPVJnvhhWFnRDjZGIbRZNsFBp">
                <a:extLst>
                  <a:ext uri="{FF2B5EF4-FFF2-40B4-BE49-F238E27FC236}">
                    <a16:creationId xmlns:a16="http://schemas.microsoft.com/office/drawing/2014/main" id="{D5708D5E-3AC3-4075-8C7B-BAD9C97F09EE}"/>
                  </a:ext>
                </a:extLst>
              </p:cNvPr>
              <p:cNvSpPr/>
              <p:nvPr/>
            </p:nvSpPr>
            <p:spPr bwMode="auto">
              <a:xfrm>
                <a:off x="2540113" y="3026988"/>
                <a:ext cx="304842" cy="208018"/>
              </a:xfrm>
              <a:custGeom>
                <a:avLst/>
                <a:gdLst>
                  <a:gd name="connsiteX0" fmla="*/ 20293 w 607639"/>
                  <a:gd name="connsiteY0" fmla="*/ 364062 h 414642"/>
                  <a:gd name="connsiteX1" fmla="*/ 20293 w 607639"/>
                  <a:gd name="connsiteY1" fmla="*/ 384241 h 414642"/>
                  <a:gd name="connsiteX2" fmla="*/ 30351 w 607639"/>
                  <a:gd name="connsiteY2" fmla="*/ 394374 h 414642"/>
                  <a:gd name="connsiteX3" fmla="*/ 577199 w 607639"/>
                  <a:gd name="connsiteY3" fmla="*/ 394374 h 414642"/>
                  <a:gd name="connsiteX4" fmla="*/ 587346 w 607639"/>
                  <a:gd name="connsiteY4" fmla="*/ 384241 h 414642"/>
                  <a:gd name="connsiteX5" fmla="*/ 587346 w 607639"/>
                  <a:gd name="connsiteY5" fmla="*/ 364062 h 414642"/>
                  <a:gd name="connsiteX6" fmla="*/ 394917 w 607639"/>
                  <a:gd name="connsiteY6" fmla="*/ 364062 h 414642"/>
                  <a:gd name="connsiteX7" fmla="*/ 394917 w 607639"/>
                  <a:gd name="connsiteY7" fmla="*/ 374196 h 414642"/>
                  <a:gd name="connsiteX8" fmla="*/ 384859 w 607639"/>
                  <a:gd name="connsiteY8" fmla="*/ 384241 h 414642"/>
                  <a:gd name="connsiteX9" fmla="*/ 222780 w 607639"/>
                  <a:gd name="connsiteY9" fmla="*/ 384241 h 414642"/>
                  <a:gd name="connsiteX10" fmla="*/ 212634 w 607639"/>
                  <a:gd name="connsiteY10" fmla="*/ 374196 h 414642"/>
                  <a:gd name="connsiteX11" fmla="*/ 212634 w 607639"/>
                  <a:gd name="connsiteY11" fmla="*/ 364062 h 414642"/>
                  <a:gd name="connsiteX12" fmla="*/ 10146 w 607639"/>
                  <a:gd name="connsiteY12" fmla="*/ 343794 h 414642"/>
                  <a:gd name="connsiteX13" fmla="*/ 40505 w 607639"/>
                  <a:gd name="connsiteY13" fmla="*/ 343794 h 414642"/>
                  <a:gd name="connsiteX14" fmla="*/ 40505 w 607639"/>
                  <a:gd name="connsiteY14" fmla="*/ 353920 h 414642"/>
                  <a:gd name="connsiteX15" fmla="*/ 50652 w 607639"/>
                  <a:gd name="connsiteY15" fmla="*/ 364052 h 414642"/>
                  <a:gd name="connsiteX16" fmla="*/ 212637 w 607639"/>
                  <a:gd name="connsiteY16" fmla="*/ 364052 h 414642"/>
                  <a:gd name="connsiteX17" fmla="*/ 212637 w 607639"/>
                  <a:gd name="connsiteY17" fmla="*/ 374185 h 414642"/>
                  <a:gd name="connsiteX18" fmla="*/ 222783 w 607639"/>
                  <a:gd name="connsiteY18" fmla="*/ 384228 h 414642"/>
                  <a:gd name="connsiteX19" fmla="*/ 384857 w 607639"/>
                  <a:gd name="connsiteY19" fmla="*/ 384228 h 414642"/>
                  <a:gd name="connsiteX20" fmla="*/ 394915 w 607639"/>
                  <a:gd name="connsiteY20" fmla="*/ 374185 h 414642"/>
                  <a:gd name="connsiteX21" fmla="*/ 394915 w 607639"/>
                  <a:gd name="connsiteY21" fmla="*/ 364052 h 414642"/>
                  <a:gd name="connsiteX22" fmla="*/ 556989 w 607639"/>
                  <a:gd name="connsiteY22" fmla="*/ 364052 h 414642"/>
                  <a:gd name="connsiteX23" fmla="*/ 567135 w 607639"/>
                  <a:gd name="connsiteY23" fmla="*/ 353920 h 414642"/>
                  <a:gd name="connsiteX24" fmla="*/ 567135 w 607639"/>
                  <a:gd name="connsiteY24" fmla="*/ 343794 h 414642"/>
                  <a:gd name="connsiteX25" fmla="*/ 597493 w 607639"/>
                  <a:gd name="connsiteY25" fmla="*/ 343794 h 414642"/>
                  <a:gd name="connsiteX26" fmla="*/ 607639 w 607639"/>
                  <a:gd name="connsiteY26" fmla="*/ 353928 h 414642"/>
                  <a:gd name="connsiteX27" fmla="*/ 607639 w 607639"/>
                  <a:gd name="connsiteY27" fmla="*/ 384241 h 414642"/>
                  <a:gd name="connsiteX28" fmla="*/ 577199 w 607639"/>
                  <a:gd name="connsiteY28" fmla="*/ 414642 h 414642"/>
                  <a:gd name="connsiteX29" fmla="*/ 30351 w 607639"/>
                  <a:gd name="connsiteY29" fmla="*/ 414642 h 414642"/>
                  <a:gd name="connsiteX30" fmla="*/ 0 w 607639"/>
                  <a:gd name="connsiteY30" fmla="*/ 384241 h 414642"/>
                  <a:gd name="connsiteX31" fmla="*/ 0 w 607639"/>
                  <a:gd name="connsiteY31" fmla="*/ 353928 h 414642"/>
                  <a:gd name="connsiteX32" fmla="*/ 10146 w 607639"/>
                  <a:gd name="connsiteY32" fmla="*/ 343794 h 414642"/>
                  <a:gd name="connsiteX33" fmla="*/ 354415 w 607639"/>
                  <a:gd name="connsiteY33" fmla="*/ 262926 h 414642"/>
                  <a:gd name="connsiteX34" fmla="*/ 364541 w 607639"/>
                  <a:gd name="connsiteY34" fmla="*/ 273063 h 414642"/>
                  <a:gd name="connsiteX35" fmla="*/ 364541 w 607639"/>
                  <a:gd name="connsiteY35" fmla="*/ 303384 h 414642"/>
                  <a:gd name="connsiteX36" fmla="*/ 354415 w 607639"/>
                  <a:gd name="connsiteY36" fmla="*/ 313521 h 414642"/>
                  <a:gd name="connsiteX37" fmla="*/ 344289 w 607639"/>
                  <a:gd name="connsiteY37" fmla="*/ 303384 h 414642"/>
                  <a:gd name="connsiteX38" fmla="*/ 344289 w 607639"/>
                  <a:gd name="connsiteY38" fmla="*/ 273063 h 414642"/>
                  <a:gd name="connsiteX39" fmla="*/ 354415 w 607639"/>
                  <a:gd name="connsiteY39" fmla="*/ 262926 h 414642"/>
                  <a:gd name="connsiteX40" fmla="*/ 274426 w 607639"/>
                  <a:gd name="connsiteY40" fmla="*/ 252429 h 414642"/>
                  <a:gd name="connsiteX41" fmla="*/ 274426 w 607639"/>
                  <a:gd name="connsiteY41" fmla="*/ 253836 h 414642"/>
                  <a:gd name="connsiteX42" fmla="*/ 268732 w 607639"/>
                  <a:gd name="connsiteY42" fmla="*/ 256281 h 414642"/>
                  <a:gd name="connsiteX43" fmla="*/ 435415 w 607639"/>
                  <a:gd name="connsiteY43" fmla="*/ 242745 h 414642"/>
                  <a:gd name="connsiteX44" fmla="*/ 445550 w 607639"/>
                  <a:gd name="connsiteY44" fmla="*/ 252793 h 414642"/>
                  <a:gd name="connsiteX45" fmla="*/ 445550 w 607639"/>
                  <a:gd name="connsiteY45" fmla="*/ 303386 h 414642"/>
                  <a:gd name="connsiteX46" fmla="*/ 435415 w 607639"/>
                  <a:gd name="connsiteY46" fmla="*/ 313522 h 414642"/>
                  <a:gd name="connsiteX47" fmla="*/ 425368 w 607639"/>
                  <a:gd name="connsiteY47" fmla="*/ 303386 h 414642"/>
                  <a:gd name="connsiteX48" fmla="*/ 425368 w 607639"/>
                  <a:gd name="connsiteY48" fmla="*/ 252793 h 414642"/>
                  <a:gd name="connsiteX49" fmla="*/ 435415 w 607639"/>
                  <a:gd name="connsiteY49" fmla="*/ 242745 h 414642"/>
                  <a:gd name="connsiteX50" fmla="*/ 394911 w 607639"/>
                  <a:gd name="connsiteY50" fmla="*/ 222493 h 414642"/>
                  <a:gd name="connsiteX51" fmla="*/ 405046 w 607639"/>
                  <a:gd name="connsiteY51" fmla="*/ 232627 h 414642"/>
                  <a:gd name="connsiteX52" fmla="*/ 405046 w 607639"/>
                  <a:gd name="connsiteY52" fmla="*/ 303388 h 414642"/>
                  <a:gd name="connsiteX53" fmla="*/ 394911 w 607639"/>
                  <a:gd name="connsiteY53" fmla="*/ 313522 h 414642"/>
                  <a:gd name="connsiteX54" fmla="*/ 384864 w 607639"/>
                  <a:gd name="connsiteY54" fmla="*/ 303388 h 414642"/>
                  <a:gd name="connsiteX55" fmla="*/ 384864 w 607639"/>
                  <a:gd name="connsiteY55" fmla="*/ 232627 h 414642"/>
                  <a:gd name="connsiteX56" fmla="*/ 394911 w 607639"/>
                  <a:gd name="connsiteY56" fmla="*/ 222493 h 414642"/>
                  <a:gd name="connsiteX57" fmla="*/ 516514 w 607639"/>
                  <a:gd name="connsiteY57" fmla="*/ 212331 h 414642"/>
                  <a:gd name="connsiteX58" fmla="*/ 526560 w 607639"/>
                  <a:gd name="connsiteY58" fmla="*/ 222468 h 414642"/>
                  <a:gd name="connsiteX59" fmla="*/ 526560 w 607639"/>
                  <a:gd name="connsiteY59" fmla="*/ 303385 h 414642"/>
                  <a:gd name="connsiteX60" fmla="*/ 516514 w 607639"/>
                  <a:gd name="connsiteY60" fmla="*/ 313522 h 414642"/>
                  <a:gd name="connsiteX61" fmla="*/ 506378 w 607639"/>
                  <a:gd name="connsiteY61" fmla="*/ 303385 h 414642"/>
                  <a:gd name="connsiteX62" fmla="*/ 506378 w 607639"/>
                  <a:gd name="connsiteY62" fmla="*/ 222468 h 414642"/>
                  <a:gd name="connsiteX63" fmla="*/ 516514 w 607639"/>
                  <a:gd name="connsiteY63" fmla="*/ 212331 h 414642"/>
                  <a:gd name="connsiteX64" fmla="*/ 311213 w 607639"/>
                  <a:gd name="connsiteY64" fmla="*/ 180188 h 414642"/>
                  <a:gd name="connsiteX65" fmla="*/ 304717 w 607639"/>
                  <a:gd name="connsiteY65" fmla="*/ 211903 h 414642"/>
                  <a:gd name="connsiteX66" fmla="*/ 279633 w 607639"/>
                  <a:gd name="connsiteY66" fmla="*/ 248906 h 414642"/>
                  <a:gd name="connsiteX67" fmla="*/ 274426 w 607639"/>
                  <a:gd name="connsiteY67" fmla="*/ 252429 h 414642"/>
                  <a:gd name="connsiteX68" fmla="*/ 274426 w 607639"/>
                  <a:gd name="connsiteY68" fmla="*/ 239622 h 414642"/>
                  <a:gd name="connsiteX69" fmla="*/ 266991 w 607639"/>
                  <a:gd name="connsiteY69" fmla="*/ 232204 h 414642"/>
                  <a:gd name="connsiteX70" fmla="*/ 286105 w 607639"/>
                  <a:gd name="connsiteY70" fmla="*/ 204050 h 414642"/>
                  <a:gd name="connsiteX71" fmla="*/ 290618 w 607639"/>
                  <a:gd name="connsiteY71" fmla="*/ 182059 h 414642"/>
                  <a:gd name="connsiteX72" fmla="*/ 303796 w 607639"/>
                  <a:gd name="connsiteY72" fmla="*/ 182059 h 414642"/>
                  <a:gd name="connsiteX73" fmla="*/ 185290 w 607639"/>
                  <a:gd name="connsiteY73" fmla="*/ 178985 h 414642"/>
                  <a:gd name="connsiteX74" fmla="*/ 192421 w 607639"/>
                  <a:gd name="connsiteY74" fmla="*/ 182059 h 414642"/>
                  <a:gd name="connsiteX75" fmla="*/ 216731 w 607639"/>
                  <a:gd name="connsiteY75" fmla="*/ 182059 h 414642"/>
                  <a:gd name="connsiteX76" fmla="*/ 266991 w 607639"/>
                  <a:gd name="connsiteY76" fmla="*/ 232204 h 414642"/>
                  <a:gd name="connsiteX77" fmla="*/ 265358 w 607639"/>
                  <a:gd name="connsiteY77" fmla="*/ 234609 h 414642"/>
                  <a:gd name="connsiteX78" fmla="*/ 250836 w 607639"/>
                  <a:gd name="connsiteY78" fmla="*/ 244426 h 414642"/>
                  <a:gd name="connsiteX79" fmla="*/ 185290 w 607639"/>
                  <a:gd name="connsiteY79" fmla="*/ 179031 h 414642"/>
                  <a:gd name="connsiteX80" fmla="*/ 476009 w 607639"/>
                  <a:gd name="connsiteY80" fmla="*/ 171897 h 414642"/>
                  <a:gd name="connsiteX81" fmla="*/ 486055 w 607639"/>
                  <a:gd name="connsiteY81" fmla="*/ 182032 h 414642"/>
                  <a:gd name="connsiteX82" fmla="*/ 486055 w 607639"/>
                  <a:gd name="connsiteY82" fmla="*/ 303387 h 414642"/>
                  <a:gd name="connsiteX83" fmla="*/ 476009 w 607639"/>
                  <a:gd name="connsiteY83" fmla="*/ 313522 h 414642"/>
                  <a:gd name="connsiteX84" fmla="*/ 465873 w 607639"/>
                  <a:gd name="connsiteY84" fmla="*/ 303387 h 414642"/>
                  <a:gd name="connsiteX85" fmla="*/ 465873 w 607639"/>
                  <a:gd name="connsiteY85" fmla="*/ 182032 h 414642"/>
                  <a:gd name="connsiteX86" fmla="*/ 476009 w 607639"/>
                  <a:gd name="connsiteY86" fmla="*/ 171897 h 414642"/>
                  <a:gd name="connsiteX87" fmla="*/ 313921 w 607639"/>
                  <a:gd name="connsiteY87" fmla="*/ 166965 h 414642"/>
                  <a:gd name="connsiteX88" fmla="*/ 314925 w 607639"/>
                  <a:gd name="connsiteY88" fmla="*/ 172904 h 414642"/>
                  <a:gd name="connsiteX89" fmla="*/ 311898 w 607639"/>
                  <a:gd name="connsiteY89" fmla="*/ 180015 h 414642"/>
                  <a:gd name="connsiteX90" fmla="*/ 311213 w 607639"/>
                  <a:gd name="connsiteY90" fmla="*/ 180188 h 414642"/>
                  <a:gd name="connsiteX91" fmla="*/ 313685 w 607639"/>
                  <a:gd name="connsiteY91" fmla="*/ 165567 h 414642"/>
                  <a:gd name="connsiteX92" fmla="*/ 313946 w 607639"/>
                  <a:gd name="connsiteY92" fmla="*/ 166842 h 414642"/>
                  <a:gd name="connsiteX93" fmla="*/ 313921 w 607639"/>
                  <a:gd name="connsiteY93" fmla="*/ 166965 h 414642"/>
                  <a:gd name="connsiteX94" fmla="*/ 286557 w 607639"/>
                  <a:gd name="connsiteY94" fmla="*/ 131875 h 414642"/>
                  <a:gd name="connsiteX95" fmla="*/ 293736 w 607639"/>
                  <a:gd name="connsiteY95" fmla="*/ 161794 h 414642"/>
                  <a:gd name="connsiteX96" fmla="*/ 292704 w 607639"/>
                  <a:gd name="connsiteY96" fmla="*/ 161794 h 414642"/>
                  <a:gd name="connsiteX97" fmla="*/ 285987 w 607639"/>
                  <a:gd name="connsiteY97" fmla="*/ 129499 h 414642"/>
                  <a:gd name="connsiteX98" fmla="*/ 286105 w 607639"/>
                  <a:gd name="connsiteY98" fmla="*/ 129672 h 414642"/>
                  <a:gd name="connsiteX99" fmla="*/ 286557 w 607639"/>
                  <a:gd name="connsiteY99" fmla="*/ 131875 h 414642"/>
                  <a:gd name="connsiteX100" fmla="*/ 304744 w 607639"/>
                  <a:gd name="connsiteY100" fmla="*/ 121927 h 414642"/>
                  <a:gd name="connsiteX101" fmla="*/ 306857 w 607639"/>
                  <a:gd name="connsiteY101" fmla="*/ 125153 h 414642"/>
                  <a:gd name="connsiteX102" fmla="*/ 313685 w 607639"/>
                  <a:gd name="connsiteY102" fmla="*/ 165567 h 414642"/>
                  <a:gd name="connsiteX103" fmla="*/ 303006 w 607639"/>
                  <a:gd name="connsiteY103" fmla="*/ 119273 h 414642"/>
                  <a:gd name="connsiteX104" fmla="*/ 304717 w 607639"/>
                  <a:gd name="connsiteY104" fmla="*/ 121796 h 414642"/>
                  <a:gd name="connsiteX105" fmla="*/ 304744 w 607639"/>
                  <a:gd name="connsiteY105" fmla="*/ 121927 h 414642"/>
                  <a:gd name="connsiteX106" fmla="*/ 266335 w 607639"/>
                  <a:gd name="connsiteY106" fmla="*/ 100547 h 414642"/>
                  <a:gd name="connsiteX107" fmla="*/ 285579 w 607639"/>
                  <a:gd name="connsiteY107" fmla="*/ 127797 h 414642"/>
                  <a:gd name="connsiteX108" fmla="*/ 285987 w 607639"/>
                  <a:gd name="connsiteY108" fmla="*/ 129499 h 414642"/>
                  <a:gd name="connsiteX109" fmla="*/ 263955 w 607639"/>
                  <a:gd name="connsiteY109" fmla="*/ 98160 h 414642"/>
                  <a:gd name="connsiteX110" fmla="*/ 265358 w 607639"/>
                  <a:gd name="connsiteY110" fmla="*/ 99109 h 414642"/>
                  <a:gd name="connsiteX111" fmla="*/ 266335 w 607639"/>
                  <a:gd name="connsiteY111" fmla="*/ 100547 h 414642"/>
                  <a:gd name="connsiteX112" fmla="*/ 265336 w 607639"/>
                  <a:gd name="connsiteY112" fmla="*/ 99133 h 414642"/>
                  <a:gd name="connsiteX113" fmla="*/ 518470 w 607639"/>
                  <a:gd name="connsiteY113" fmla="*/ 91029 h 414642"/>
                  <a:gd name="connsiteX114" fmla="*/ 520515 w 607639"/>
                  <a:gd name="connsiteY114" fmla="*/ 92007 h 414642"/>
                  <a:gd name="connsiteX115" fmla="*/ 522559 w 607639"/>
                  <a:gd name="connsiteY115" fmla="*/ 93074 h 414642"/>
                  <a:gd name="connsiteX116" fmla="*/ 524604 w 607639"/>
                  <a:gd name="connsiteY116" fmla="*/ 94052 h 414642"/>
                  <a:gd name="connsiteX117" fmla="*/ 526560 w 607639"/>
                  <a:gd name="connsiteY117" fmla="*/ 101165 h 414642"/>
                  <a:gd name="connsiteX118" fmla="*/ 523537 w 607639"/>
                  <a:gd name="connsiteY118" fmla="*/ 108188 h 414642"/>
                  <a:gd name="connsiteX119" fmla="*/ 521581 w 607639"/>
                  <a:gd name="connsiteY119" fmla="*/ 109255 h 414642"/>
                  <a:gd name="connsiteX120" fmla="*/ 519537 w 607639"/>
                  <a:gd name="connsiteY120" fmla="*/ 110233 h 414642"/>
                  <a:gd name="connsiteX121" fmla="*/ 517492 w 607639"/>
                  <a:gd name="connsiteY121" fmla="*/ 111211 h 414642"/>
                  <a:gd name="connsiteX122" fmla="*/ 516514 w 607639"/>
                  <a:gd name="connsiteY122" fmla="*/ 111211 h 414642"/>
                  <a:gd name="connsiteX123" fmla="*/ 509401 w 607639"/>
                  <a:gd name="connsiteY123" fmla="*/ 108188 h 414642"/>
                  <a:gd name="connsiteX124" fmla="*/ 507356 w 607639"/>
                  <a:gd name="connsiteY124" fmla="*/ 105165 h 414642"/>
                  <a:gd name="connsiteX125" fmla="*/ 506378 w 607639"/>
                  <a:gd name="connsiteY125" fmla="*/ 101165 h 414642"/>
                  <a:gd name="connsiteX126" fmla="*/ 509401 w 607639"/>
                  <a:gd name="connsiteY126" fmla="*/ 94052 h 414642"/>
                  <a:gd name="connsiteX127" fmla="*/ 518470 w 607639"/>
                  <a:gd name="connsiteY127" fmla="*/ 91029 h 414642"/>
                  <a:gd name="connsiteX128" fmla="*/ 384846 w 607639"/>
                  <a:gd name="connsiteY128" fmla="*/ 91029 h 414642"/>
                  <a:gd name="connsiteX129" fmla="*/ 465819 w 607639"/>
                  <a:gd name="connsiteY129" fmla="*/ 91029 h 414642"/>
                  <a:gd name="connsiteX130" fmla="*/ 475963 w 607639"/>
                  <a:gd name="connsiteY130" fmla="*/ 101165 h 414642"/>
                  <a:gd name="connsiteX131" fmla="*/ 465819 w 607639"/>
                  <a:gd name="connsiteY131" fmla="*/ 111211 h 414642"/>
                  <a:gd name="connsiteX132" fmla="*/ 384846 w 607639"/>
                  <a:gd name="connsiteY132" fmla="*/ 111211 h 414642"/>
                  <a:gd name="connsiteX133" fmla="*/ 374702 w 607639"/>
                  <a:gd name="connsiteY133" fmla="*/ 101165 h 414642"/>
                  <a:gd name="connsiteX134" fmla="*/ 384846 w 607639"/>
                  <a:gd name="connsiteY134" fmla="*/ 91029 h 414642"/>
                  <a:gd name="connsiteX135" fmla="*/ 234861 w 607639"/>
                  <a:gd name="connsiteY135" fmla="*/ 78470 h 414642"/>
                  <a:gd name="connsiteX136" fmla="*/ 236624 w 607639"/>
                  <a:gd name="connsiteY136" fmla="*/ 78890 h 414642"/>
                  <a:gd name="connsiteX137" fmla="*/ 263955 w 607639"/>
                  <a:gd name="connsiteY137" fmla="*/ 98160 h 414642"/>
                  <a:gd name="connsiteX138" fmla="*/ 233277 w 607639"/>
                  <a:gd name="connsiteY138" fmla="*/ 78093 h 414642"/>
                  <a:gd name="connsiteX139" fmla="*/ 234749 w 607639"/>
                  <a:gd name="connsiteY139" fmla="*/ 78395 h 414642"/>
                  <a:gd name="connsiteX140" fmla="*/ 234861 w 607639"/>
                  <a:gd name="connsiteY140" fmla="*/ 78470 h 414642"/>
                  <a:gd name="connsiteX141" fmla="*/ 264684 w 607639"/>
                  <a:gd name="connsiteY141" fmla="*/ 74721 h 414642"/>
                  <a:gd name="connsiteX142" fmla="*/ 280560 w 607639"/>
                  <a:gd name="connsiteY142" fmla="*/ 85001 h 414642"/>
                  <a:gd name="connsiteX143" fmla="*/ 303006 w 607639"/>
                  <a:gd name="connsiteY143" fmla="*/ 119273 h 414642"/>
                  <a:gd name="connsiteX144" fmla="*/ 279633 w 607639"/>
                  <a:gd name="connsiteY144" fmla="*/ 84823 h 414642"/>
                  <a:gd name="connsiteX145" fmla="*/ 202570 w 607639"/>
                  <a:gd name="connsiteY145" fmla="*/ 70780 h 414642"/>
                  <a:gd name="connsiteX146" fmla="*/ 233277 w 607639"/>
                  <a:gd name="connsiteY146" fmla="*/ 78093 h 414642"/>
                  <a:gd name="connsiteX147" fmla="*/ 202570 w 607639"/>
                  <a:gd name="connsiteY147" fmla="*/ 71804 h 414642"/>
                  <a:gd name="connsiteX148" fmla="*/ 197522 w 607639"/>
                  <a:gd name="connsiteY148" fmla="*/ 70770 h 414642"/>
                  <a:gd name="connsiteX149" fmla="*/ 202570 w 607639"/>
                  <a:gd name="connsiteY149" fmla="*/ 71804 h 414642"/>
                  <a:gd name="connsiteX150" fmla="*/ 202570 w 607639"/>
                  <a:gd name="connsiteY150" fmla="*/ 161794 h 414642"/>
                  <a:gd name="connsiteX151" fmla="*/ 292704 w 607639"/>
                  <a:gd name="connsiteY151" fmla="*/ 161794 h 414642"/>
                  <a:gd name="connsiteX152" fmla="*/ 293741 w 607639"/>
                  <a:gd name="connsiteY152" fmla="*/ 166842 h 414642"/>
                  <a:gd name="connsiteX153" fmla="*/ 290618 w 607639"/>
                  <a:gd name="connsiteY153" fmla="*/ 182059 h 414642"/>
                  <a:gd name="connsiteX154" fmla="*/ 216731 w 607639"/>
                  <a:gd name="connsiteY154" fmla="*/ 182059 h 414642"/>
                  <a:gd name="connsiteX155" fmla="*/ 199449 w 607639"/>
                  <a:gd name="connsiteY155" fmla="*/ 164816 h 414642"/>
                  <a:gd name="connsiteX156" fmla="*/ 185290 w 607639"/>
                  <a:gd name="connsiteY156" fmla="*/ 164816 h 414642"/>
                  <a:gd name="connsiteX157" fmla="*/ 185290 w 607639"/>
                  <a:gd name="connsiteY157" fmla="*/ 178985 h 414642"/>
                  <a:gd name="connsiteX158" fmla="*/ 185076 w 607639"/>
                  <a:gd name="connsiteY158" fmla="*/ 178893 h 414642"/>
                  <a:gd name="connsiteX159" fmla="*/ 182271 w 607639"/>
                  <a:gd name="connsiteY159" fmla="*/ 171927 h 414642"/>
                  <a:gd name="connsiteX160" fmla="*/ 182271 w 607639"/>
                  <a:gd name="connsiteY160" fmla="*/ 73890 h 414642"/>
                  <a:gd name="connsiteX161" fmla="*/ 241194 w 607639"/>
                  <a:gd name="connsiteY161" fmla="*/ 59511 h 414642"/>
                  <a:gd name="connsiteX162" fmla="*/ 242600 w 607639"/>
                  <a:gd name="connsiteY162" fmla="*/ 59798 h 414642"/>
                  <a:gd name="connsiteX163" fmla="*/ 264684 w 607639"/>
                  <a:gd name="connsiteY163" fmla="*/ 74721 h 414642"/>
                  <a:gd name="connsiteX164" fmla="*/ 223078 w 607639"/>
                  <a:gd name="connsiteY164" fmla="*/ 55812 h 414642"/>
                  <a:gd name="connsiteX165" fmla="*/ 239895 w 607639"/>
                  <a:gd name="connsiteY165" fmla="*/ 58670 h 414642"/>
                  <a:gd name="connsiteX166" fmla="*/ 241194 w 607639"/>
                  <a:gd name="connsiteY166" fmla="*/ 59511 h 414642"/>
                  <a:gd name="connsiteX167" fmla="*/ 187739 w 607639"/>
                  <a:gd name="connsiteY167" fmla="*/ 52590 h 414642"/>
                  <a:gd name="connsiteX168" fmla="*/ 185298 w 607639"/>
                  <a:gd name="connsiteY168" fmla="*/ 53626 h 414642"/>
                  <a:gd name="connsiteX169" fmla="*/ 182271 w 607639"/>
                  <a:gd name="connsiteY169" fmla="*/ 60736 h 414642"/>
                  <a:gd name="connsiteX170" fmla="*/ 182271 w 607639"/>
                  <a:gd name="connsiteY170" fmla="*/ 73890 h 414642"/>
                  <a:gd name="connsiteX171" fmla="*/ 160258 w 607639"/>
                  <a:gd name="connsiteY171" fmla="*/ 78395 h 414642"/>
                  <a:gd name="connsiteX172" fmla="*/ 101303 w 607639"/>
                  <a:gd name="connsiteY172" fmla="*/ 166842 h 414642"/>
                  <a:gd name="connsiteX173" fmla="*/ 197522 w 607639"/>
                  <a:gd name="connsiteY173" fmla="*/ 262915 h 414642"/>
                  <a:gd name="connsiteX174" fmla="*/ 234749 w 607639"/>
                  <a:gd name="connsiteY174" fmla="*/ 255302 h 414642"/>
                  <a:gd name="connsiteX175" fmla="*/ 250836 w 607639"/>
                  <a:gd name="connsiteY175" fmla="*/ 244426 h 414642"/>
                  <a:gd name="connsiteX176" fmla="*/ 260268 w 607639"/>
                  <a:gd name="connsiteY176" fmla="*/ 253836 h 414642"/>
                  <a:gd name="connsiteX177" fmla="*/ 267391 w 607639"/>
                  <a:gd name="connsiteY177" fmla="*/ 256857 h 414642"/>
                  <a:gd name="connsiteX178" fmla="*/ 268732 w 607639"/>
                  <a:gd name="connsiteY178" fmla="*/ 256281 h 414642"/>
                  <a:gd name="connsiteX179" fmla="*/ 242600 w 607639"/>
                  <a:gd name="connsiteY179" fmla="*/ 273962 h 414642"/>
                  <a:gd name="connsiteX180" fmla="*/ 197522 w 607639"/>
                  <a:gd name="connsiteY180" fmla="*/ 283178 h 414642"/>
                  <a:gd name="connsiteX181" fmla="*/ 81009 w 607639"/>
                  <a:gd name="connsiteY181" fmla="*/ 166842 h 414642"/>
                  <a:gd name="connsiteX182" fmla="*/ 152393 w 607639"/>
                  <a:gd name="connsiteY182" fmla="*/ 59798 h 414642"/>
                  <a:gd name="connsiteX183" fmla="*/ 192421 w 607639"/>
                  <a:gd name="connsiteY183" fmla="*/ 50604 h 414642"/>
                  <a:gd name="connsiteX184" fmla="*/ 195181 w 607639"/>
                  <a:gd name="connsiteY184" fmla="*/ 51073 h 414642"/>
                  <a:gd name="connsiteX185" fmla="*/ 187739 w 607639"/>
                  <a:gd name="connsiteY185" fmla="*/ 52590 h 414642"/>
                  <a:gd name="connsiteX186" fmla="*/ 197522 w 607639"/>
                  <a:gd name="connsiteY186" fmla="*/ 50595 h 414642"/>
                  <a:gd name="connsiteX187" fmla="*/ 223078 w 607639"/>
                  <a:gd name="connsiteY187" fmla="*/ 55812 h 414642"/>
                  <a:gd name="connsiteX188" fmla="*/ 195181 w 607639"/>
                  <a:gd name="connsiteY188" fmla="*/ 51073 h 414642"/>
                  <a:gd name="connsiteX189" fmla="*/ 449651 w 607639"/>
                  <a:gd name="connsiteY189" fmla="*/ 41472 h 414642"/>
                  <a:gd name="connsiteX190" fmla="*/ 452682 w 607639"/>
                  <a:gd name="connsiteY190" fmla="*/ 43516 h 414642"/>
                  <a:gd name="connsiteX191" fmla="*/ 455712 w 607639"/>
                  <a:gd name="connsiteY191" fmla="*/ 50626 h 414642"/>
                  <a:gd name="connsiteX192" fmla="*/ 452682 w 607639"/>
                  <a:gd name="connsiteY192" fmla="*/ 57647 h 414642"/>
                  <a:gd name="connsiteX193" fmla="*/ 445551 w 607639"/>
                  <a:gd name="connsiteY193" fmla="*/ 60757 h 414642"/>
                  <a:gd name="connsiteX194" fmla="*/ 438509 w 607639"/>
                  <a:gd name="connsiteY194" fmla="*/ 57647 h 414642"/>
                  <a:gd name="connsiteX195" fmla="*/ 435389 w 607639"/>
                  <a:gd name="connsiteY195" fmla="*/ 50626 h 414642"/>
                  <a:gd name="connsiteX196" fmla="*/ 438509 w 607639"/>
                  <a:gd name="connsiteY196" fmla="*/ 43516 h 414642"/>
                  <a:gd name="connsiteX197" fmla="*/ 449651 w 607639"/>
                  <a:gd name="connsiteY197" fmla="*/ 41472 h 414642"/>
                  <a:gd name="connsiteX198" fmla="*/ 486030 w 607639"/>
                  <a:gd name="connsiteY198" fmla="*/ 40505 h 414642"/>
                  <a:gd name="connsiteX199" fmla="*/ 516494 w 607639"/>
                  <a:gd name="connsiteY199" fmla="*/ 40505 h 414642"/>
                  <a:gd name="connsiteX200" fmla="*/ 526559 w 607639"/>
                  <a:gd name="connsiteY200" fmla="*/ 50631 h 414642"/>
                  <a:gd name="connsiteX201" fmla="*/ 516494 w 607639"/>
                  <a:gd name="connsiteY201" fmla="*/ 60757 h 414642"/>
                  <a:gd name="connsiteX202" fmla="*/ 486030 w 607639"/>
                  <a:gd name="connsiteY202" fmla="*/ 60757 h 414642"/>
                  <a:gd name="connsiteX203" fmla="*/ 475964 w 607639"/>
                  <a:gd name="connsiteY203" fmla="*/ 50631 h 414642"/>
                  <a:gd name="connsiteX204" fmla="*/ 486030 w 607639"/>
                  <a:gd name="connsiteY204" fmla="*/ 40505 h 414642"/>
                  <a:gd name="connsiteX205" fmla="*/ 384851 w 607639"/>
                  <a:gd name="connsiteY205" fmla="*/ 40505 h 414642"/>
                  <a:gd name="connsiteX206" fmla="*/ 405059 w 607639"/>
                  <a:gd name="connsiteY206" fmla="*/ 40505 h 414642"/>
                  <a:gd name="connsiteX207" fmla="*/ 415207 w 607639"/>
                  <a:gd name="connsiteY207" fmla="*/ 50631 h 414642"/>
                  <a:gd name="connsiteX208" fmla="*/ 405059 w 607639"/>
                  <a:gd name="connsiteY208" fmla="*/ 60757 h 414642"/>
                  <a:gd name="connsiteX209" fmla="*/ 384851 w 607639"/>
                  <a:gd name="connsiteY209" fmla="*/ 60757 h 414642"/>
                  <a:gd name="connsiteX210" fmla="*/ 374702 w 607639"/>
                  <a:gd name="connsiteY210" fmla="*/ 50631 h 414642"/>
                  <a:gd name="connsiteX211" fmla="*/ 384851 w 607639"/>
                  <a:gd name="connsiteY211" fmla="*/ 40505 h 414642"/>
                  <a:gd name="connsiteX212" fmla="*/ 70855 w 607639"/>
                  <a:gd name="connsiteY212" fmla="*/ 20176 h 414642"/>
                  <a:gd name="connsiteX213" fmla="*/ 60798 w 607639"/>
                  <a:gd name="connsiteY213" fmla="*/ 30308 h 414642"/>
                  <a:gd name="connsiteX214" fmla="*/ 60798 w 607639"/>
                  <a:gd name="connsiteY214" fmla="*/ 343788 h 414642"/>
                  <a:gd name="connsiteX215" fmla="*/ 222783 w 607639"/>
                  <a:gd name="connsiteY215" fmla="*/ 343788 h 414642"/>
                  <a:gd name="connsiteX216" fmla="*/ 232929 w 607639"/>
                  <a:gd name="connsiteY216" fmla="*/ 353920 h 414642"/>
                  <a:gd name="connsiteX217" fmla="*/ 232929 w 607639"/>
                  <a:gd name="connsiteY217" fmla="*/ 364052 h 414642"/>
                  <a:gd name="connsiteX218" fmla="*/ 374711 w 607639"/>
                  <a:gd name="connsiteY218" fmla="*/ 364052 h 414642"/>
                  <a:gd name="connsiteX219" fmla="*/ 374711 w 607639"/>
                  <a:gd name="connsiteY219" fmla="*/ 353920 h 414642"/>
                  <a:gd name="connsiteX220" fmla="*/ 384857 w 607639"/>
                  <a:gd name="connsiteY220" fmla="*/ 343788 h 414642"/>
                  <a:gd name="connsiteX221" fmla="*/ 546843 w 607639"/>
                  <a:gd name="connsiteY221" fmla="*/ 343788 h 414642"/>
                  <a:gd name="connsiteX222" fmla="*/ 546843 w 607639"/>
                  <a:gd name="connsiteY222" fmla="*/ 30308 h 414642"/>
                  <a:gd name="connsiteX223" fmla="*/ 536696 w 607639"/>
                  <a:gd name="connsiteY223" fmla="*/ 20176 h 414642"/>
                  <a:gd name="connsiteX224" fmla="*/ 70855 w 607639"/>
                  <a:gd name="connsiteY224" fmla="*/ 0 h 414642"/>
                  <a:gd name="connsiteX225" fmla="*/ 536696 w 607639"/>
                  <a:gd name="connsiteY225" fmla="*/ 0 h 414642"/>
                  <a:gd name="connsiteX226" fmla="*/ 567135 w 607639"/>
                  <a:gd name="connsiteY226" fmla="*/ 30308 h 414642"/>
                  <a:gd name="connsiteX227" fmla="*/ 567135 w 607639"/>
                  <a:gd name="connsiteY227" fmla="*/ 343794 h 414642"/>
                  <a:gd name="connsiteX228" fmla="*/ 384859 w 607639"/>
                  <a:gd name="connsiteY228" fmla="*/ 343794 h 414642"/>
                  <a:gd name="connsiteX229" fmla="*/ 374712 w 607639"/>
                  <a:gd name="connsiteY229" fmla="*/ 353928 h 414642"/>
                  <a:gd name="connsiteX230" fmla="*/ 374712 w 607639"/>
                  <a:gd name="connsiteY230" fmla="*/ 364062 h 414642"/>
                  <a:gd name="connsiteX231" fmla="*/ 232927 w 607639"/>
                  <a:gd name="connsiteY231" fmla="*/ 364062 h 414642"/>
                  <a:gd name="connsiteX232" fmla="*/ 232927 w 607639"/>
                  <a:gd name="connsiteY232" fmla="*/ 353928 h 414642"/>
                  <a:gd name="connsiteX233" fmla="*/ 222780 w 607639"/>
                  <a:gd name="connsiteY233" fmla="*/ 343794 h 414642"/>
                  <a:gd name="connsiteX234" fmla="*/ 40505 w 607639"/>
                  <a:gd name="connsiteY234" fmla="*/ 343794 h 414642"/>
                  <a:gd name="connsiteX235" fmla="*/ 40505 w 607639"/>
                  <a:gd name="connsiteY235" fmla="*/ 30308 h 414642"/>
                  <a:gd name="connsiteX236" fmla="*/ 70855 w 607639"/>
                  <a:gd name="connsiteY236" fmla="*/ 0 h 414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Lst>
                <a:rect l="l" t="t" r="r" b="b"/>
                <a:pathLst>
                  <a:path w="607639" h="414642">
                    <a:moveTo>
                      <a:pt x="20293" y="364062"/>
                    </a:moveTo>
                    <a:lnTo>
                      <a:pt x="20293" y="384241"/>
                    </a:lnTo>
                    <a:cubicBezTo>
                      <a:pt x="20293" y="390374"/>
                      <a:pt x="24298" y="394374"/>
                      <a:pt x="30351" y="394374"/>
                    </a:cubicBezTo>
                    <a:lnTo>
                      <a:pt x="577199" y="394374"/>
                    </a:lnTo>
                    <a:cubicBezTo>
                      <a:pt x="583341" y="394374"/>
                      <a:pt x="587346" y="390374"/>
                      <a:pt x="587346" y="384241"/>
                    </a:cubicBezTo>
                    <a:lnTo>
                      <a:pt x="587346" y="364062"/>
                    </a:lnTo>
                    <a:lnTo>
                      <a:pt x="394917" y="364062"/>
                    </a:lnTo>
                    <a:lnTo>
                      <a:pt x="394917" y="374196"/>
                    </a:lnTo>
                    <a:cubicBezTo>
                      <a:pt x="394917" y="380240"/>
                      <a:pt x="390911" y="384241"/>
                      <a:pt x="384859" y="384241"/>
                    </a:cubicBezTo>
                    <a:lnTo>
                      <a:pt x="222780" y="384241"/>
                    </a:lnTo>
                    <a:cubicBezTo>
                      <a:pt x="216728" y="384241"/>
                      <a:pt x="212634" y="380240"/>
                      <a:pt x="212634" y="374196"/>
                    </a:cubicBezTo>
                    <a:lnTo>
                      <a:pt x="212634" y="364062"/>
                    </a:lnTo>
                    <a:close/>
                    <a:moveTo>
                      <a:pt x="10146" y="343794"/>
                    </a:moveTo>
                    <a:lnTo>
                      <a:pt x="40505" y="343794"/>
                    </a:lnTo>
                    <a:lnTo>
                      <a:pt x="40505" y="353920"/>
                    </a:lnTo>
                    <a:cubicBezTo>
                      <a:pt x="40505" y="359964"/>
                      <a:pt x="44599" y="364052"/>
                      <a:pt x="50652" y="364052"/>
                    </a:cubicBezTo>
                    <a:lnTo>
                      <a:pt x="212637" y="364052"/>
                    </a:lnTo>
                    <a:lnTo>
                      <a:pt x="212637" y="374185"/>
                    </a:lnTo>
                    <a:cubicBezTo>
                      <a:pt x="212637" y="380229"/>
                      <a:pt x="216731" y="384228"/>
                      <a:pt x="222783" y="384228"/>
                    </a:cubicBezTo>
                    <a:lnTo>
                      <a:pt x="384857" y="384228"/>
                    </a:lnTo>
                    <a:cubicBezTo>
                      <a:pt x="390910" y="384228"/>
                      <a:pt x="394915" y="380229"/>
                      <a:pt x="394915" y="374185"/>
                    </a:cubicBezTo>
                    <a:lnTo>
                      <a:pt x="394915" y="364052"/>
                    </a:lnTo>
                    <a:lnTo>
                      <a:pt x="556989" y="364052"/>
                    </a:lnTo>
                    <a:cubicBezTo>
                      <a:pt x="563041" y="364052"/>
                      <a:pt x="567135" y="359964"/>
                      <a:pt x="567135" y="353920"/>
                    </a:cubicBezTo>
                    <a:lnTo>
                      <a:pt x="567135" y="343794"/>
                    </a:lnTo>
                    <a:lnTo>
                      <a:pt x="597493" y="343794"/>
                    </a:lnTo>
                    <a:cubicBezTo>
                      <a:pt x="603545" y="343794"/>
                      <a:pt x="607639" y="347883"/>
                      <a:pt x="607639" y="353928"/>
                    </a:cubicBezTo>
                    <a:lnTo>
                      <a:pt x="607639" y="384241"/>
                    </a:lnTo>
                    <a:cubicBezTo>
                      <a:pt x="607639" y="401486"/>
                      <a:pt x="594466" y="414642"/>
                      <a:pt x="577199" y="414642"/>
                    </a:cubicBezTo>
                    <a:lnTo>
                      <a:pt x="30351" y="414642"/>
                    </a:lnTo>
                    <a:cubicBezTo>
                      <a:pt x="13173" y="414642"/>
                      <a:pt x="0" y="401486"/>
                      <a:pt x="0" y="384241"/>
                    </a:cubicBezTo>
                    <a:lnTo>
                      <a:pt x="0" y="353928"/>
                    </a:lnTo>
                    <a:cubicBezTo>
                      <a:pt x="0" y="347883"/>
                      <a:pt x="4094" y="343794"/>
                      <a:pt x="10146" y="343794"/>
                    </a:cubicBezTo>
                    <a:close/>
                    <a:moveTo>
                      <a:pt x="354415" y="262926"/>
                    </a:moveTo>
                    <a:cubicBezTo>
                      <a:pt x="360455" y="262926"/>
                      <a:pt x="364541" y="267016"/>
                      <a:pt x="364541" y="273063"/>
                    </a:cubicBezTo>
                    <a:lnTo>
                      <a:pt x="364541" y="303384"/>
                    </a:lnTo>
                    <a:cubicBezTo>
                      <a:pt x="364541" y="309431"/>
                      <a:pt x="360455" y="313521"/>
                      <a:pt x="354415" y="313521"/>
                    </a:cubicBezTo>
                    <a:cubicBezTo>
                      <a:pt x="348375" y="313521"/>
                      <a:pt x="344289" y="309431"/>
                      <a:pt x="344289" y="303384"/>
                    </a:cubicBezTo>
                    <a:lnTo>
                      <a:pt x="344289" y="273063"/>
                    </a:lnTo>
                    <a:cubicBezTo>
                      <a:pt x="344289" y="267016"/>
                      <a:pt x="348375" y="262926"/>
                      <a:pt x="354415" y="262926"/>
                    </a:cubicBezTo>
                    <a:close/>
                    <a:moveTo>
                      <a:pt x="274426" y="252429"/>
                    </a:moveTo>
                    <a:lnTo>
                      <a:pt x="274426" y="253836"/>
                    </a:lnTo>
                    <a:lnTo>
                      <a:pt x="268732" y="256281"/>
                    </a:lnTo>
                    <a:close/>
                    <a:moveTo>
                      <a:pt x="435415" y="242745"/>
                    </a:moveTo>
                    <a:cubicBezTo>
                      <a:pt x="441549" y="242745"/>
                      <a:pt x="445550" y="246746"/>
                      <a:pt x="445550" y="252793"/>
                    </a:cubicBezTo>
                    <a:lnTo>
                      <a:pt x="445550" y="303386"/>
                    </a:lnTo>
                    <a:cubicBezTo>
                      <a:pt x="445550" y="309432"/>
                      <a:pt x="441549" y="313522"/>
                      <a:pt x="435415" y="313522"/>
                    </a:cubicBezTo>
                    <a:cubicBezTo>
                      <a:pt x="429369" y="313522"/>
                      <a:pt x="425368" y="309432"/>
                      <a:pt x="425368" y="303386"/>
                    </a:cubicBezTo>
                    <a:lnTo>
                      <a:pt x="425368" y="252793"/>
                    </a:lnTo>
                    <a:cubicBezTo>
                      <a:pt x="425368" y="246746"/>
                      <a:pt x="429369" y="242745"/>
                      <a:pt x="435415" y="242745"/>
                    </a:cubicBezTo>
                    <a:close/>
                    <a:moveTo>
                      <a:pt x="394911" y="222493"/>
                    </a:moveTo>
                    <a:cubicBezTo>
                      <a:pt x="401045" y="222493"/>
                      <a:pt x="405046" y="226582"/>
                      <a:pt x="405046" y="232627"/>
                    </a:cubicBezTo>
                    <a:lnTo>
                      <a:pt x="405046" y="303388"/>
                    </a:lnTo>
                    <a:cubicBezTo>
                      <a:pt x="405046" y="309433"/>
                      <a:pt x="401045" y="313522"/>
                      <a:pt x="394911" y="313522"/>
                    </a:cubicBezTo>
                    <a:cubicBezTo>
                      <a:pt x="388865" y="313522"/>
                      <a:pt x="384864" y="309433"/>
                      <a:pt x="384864" y="303388"/>
                    </a:cubicBezTo>
                    <a:lnTo>
                      <a:pt x="384864" y="232627"/>
                    </a:lnTo>
                    <a:cubicBezTo>
                      <a:pt x="384864" y="226582"/>
                      <a:pt x="388865" y="222493"/>
                      <a:pt x="394911" y="222493"/>
                    </a:cubicBezTo>
                    <a:close/>
                    <a:moveTo>
                      <a:pt x="516514" y="212331"/>
                    </a:moveTo>
                    <a:cubicBezTo>
                      <a:pt x="522559" y="212331"/>
                      <a:pt x="526560" y="216421"/>
                      <a:pt x="526560" y="222468"/>
                    </a:cubicBezTo>
                    <a:lnTo>
                      <a:pt x="526560" y="303385"/>
                    </a:lnTo>
                    <a:cubicBezTo>
                      <a:pt x="526560" y="309432"/>
                      <a:pt x="522559" y="313522"/>
                      <a:pt x="516514" y="313522"/>
                    </a:cubicBezTo>
                    <a:cubicBezTo>
                      <a:pt x="510379" y="313522"/>
                      <a:pt x="506378" y="309432"/>
                      <a:pt x="506378" y="303385"/>
                    </a:cubicBezTo>
                    <a:lnTo>
                      <a:pt x="506378" y="222468"/>
                    </a:lnTo>
                    <a:cubicBezTo>
                      <a:pt x="506378" y="216421"/>
                      <a:pt x="510379" y="212331"/>
                      <a:pt x="516514" y="212331"/>
                    </a:cubicBezTo>
                    <a:close/>
                    <a:moveTo>
                      <a:pt x="311213" y="180188"/>
                    </a:moveTo>
                    <a:lnTo>
                      <a:pt x="304717" y="211903"/>
                    </a:lnTo>
                    <a:cubicBezTo>
                      <a:pt x="298781" y="225796"/>
                      <a:pt x="290203" y="238347"/>
                      <a:pt x="279633" y="248906"/>
                    </a:cubicBezTo>
                    <a:lnTo>
                      <a:pt x="274426" y="252429"/>
                    </a:lnTo>
                    <a:lnTo>
                      <a:pt x="274426" y="239622"/>
                    </a:lnTo>
                    <a:lnTo>
                      <a:pt x="266991" y="232204"/>
                    </a:lnTo>
                    <a:lnTo>
                      <a:pt x="286105" y="204050"/>
                    </a:lnTo>
                    <a:lnTo>
                      <a:pt x="290618" y="182059"/>
                    </a:lnTo>
                    <a:lnTo>
                      <a:pt x="303796" y="182059"/>
                    </a:lnTo>
                    <a:close/>
                    <a:moveTo>
                      <a:pt x="185290" y="178985"/>
                    </a:moveTo>
                    <a:lnTo>
                      <a:pt x="192421" y="182059"/>
                    </a:lnTo>
                    <a:lnTo>
                      <a:pt x="216731" y="182059"/>
                    </a:lnTo>
                    <a:lnTo>
                      <a:pt x="266991" y="232204"/>
                    </a:lnTo>
                    <a:lnTo>
                      <a:pt x="265358" y="234609"/>
                    </a:lnTo>
                    <a:lnTo>
                      <a:pt x="250836" y="244426"/>
                    </a:lnTo>
                    <a:lnTo>
                      <a:pt x="185290" y="179031"/>
                    </a:lnTo>
                    <a:close/>
                    <a:moveTo>
                      <a:pt x="476009" y="171897"/>
                    </a:moveTo>
                    <a:cubicBezTo>
                      <a:pt x="482054" y="171897"/>
                      <a:pt x="486055" y="175987"/>
                      <a:pt x="486055" y="182032"/>
                    </a:cubicBezTo>
                    <a:lnTo>
                      <a:pt x="486055" y="303387"/>
                    </a:lnTo>
                    <a:cubicBezTo>
                      <a:pt x="486055" y="309433"/>
                      <a:pt x="482054" y="313522"/>
                      <a:pt x="476009" y="313522"/>
                    </a:cubicBezTo>
                    <a:cubicBezTo>
                      <a:pt x="469874" y="313522"/>
                      <a:pt x="465873" y="309433"/>
                      <a:pt x="465873" y="303387"/>
                    </a:cubicBezTo>
                    <a:lnTo>
                      <a:pt x="465873" y="182032"/>
                    </a:lnTo>
                    <a:cubicBezTo>
                      <a:pt x="465873" y="175987"/>
                      <a:pt x="469874" y="171897"/>
                      <a:pt x="476009" y="171897"/>
                    </a:cubicBezTo>
                    <a:close/>
                    <a:moveTo>
                      <a:pt x="313921" y="166965"/>
                    </a:moveTo>
                    <a:lnTo>
                      <a:pt x="314925" y="172904"/>
                    </a:lnTo>
                    <a:cubicBezTo>
                      <a:pt x="314925" y="176015"/>
                      <a:pt x="313946" y="177971"/>
                      <a:pt x="311898" y="180015"/>
                    </a:cubicBezTo>
                    <a:lnTo>
                      <a:pt x="311213" y="180188"/>
                    </a:lnTo>
                    <a:close/>
                    <a:moveTo>
                      <a:pt x="313685" y="165567"/>
                    </a:moveTo>
                    <a:lnTo>
                      <a:pt x="313946" y="166842"/>
                    </a:lnTo>
                    <a:lnTo>
                      <a:pt x="313921" y="166965"/>
                    </a:lnTo>
                    <a:close/>
                    <a:moveTo>
                      <a:pt x="286557" y="131875"/>
                    </a:moveTo>
                    <a:lnTo>
                      <a:pt x="293736" y="161794"/>
                    </a:lnTo>
                    <a:lnTo>
                      <a:pt x="292704" y="161794"/>
                    </a:lnTo>
                    <a:close/>
                    <a:moveTo>
                      <a:pt x="285987" y="129499"/>
                    </a:moveTo>
                    <a:lnTo>
                      <a:pt x="286105" y="129672"/>
                    </a:lnTo>
                    <a:lnTo>
                      <a:pt x="286557" y="131875"/>
                    </a:lnTo>
                    <a:close/>
                    <a:moveTo>
                      <a:pt x="304744" y="121927"/>
                    </a:moveTo>
                    <a:lnTo>
                      <a:pt x="306857" y="125153"/>
                    </a:lnTo>
                    <a:lnTo>
                      <a:pt x="313685" y="165567"/>
                    </a:lnTo>
                    <a:close/>
                    <a:moveTo>
                      <a:pt x="303006" y="119273"/>
                    </a:moveTo>
                    <a:lnTo>
                      <a:pt x="304717" y="121796"/>
                    </a:lnTo>
                    <a:lnTo>
                      <a:pt x="304744" y="121927"/>
                    </a:lnTo>
                    <a:close/>
                    <a:moveTo>
                      <a:pt x="266335" y="100547"/>
                    </a:moveTo>
                    <a:lnTo>
                      <a:pt x="285579" y="127797"/>
                    </a:lnTo>
                    <a:lnTo>
                      <a:pt x="285987" y="129499"/>
                    </a:lnTo>
                    <a:close/>
                    <a:moveTo>
                      <a:pt x="263955" y="98160"/>
                    </a:moveTo>
                    <a:lnTo>
                      <a:pt x="265358" y="99109"/>
                    </a:lnTo>
                    <a:lnTo>
                      <a:pt x="266335" y="100547"/>
                    </a:lnTo>
                    <a:lnTo>
                      <a:pt x="265336" y="99133"/>
                    </a:lnTo>
                    <a:close/>
                    <a:moveTo>
                      <a:pt x="518470" y="91029"/>
                    </a:moveTo>
                    <a:cubicBezTo>
                      <a:pt x="519537" y="91029"/>
                      <a:pt x="519537" y="91029"/>
                      <a:pt x="520515" y="92007"/>
                    </a:cubicBezTo>
                    <a:cubicBezTo>
                      <a:pt x="521581" y="92007"/>
                      <a:pt x="521581" y="93074"/>
                      <a:pt x="522559" y="93074"/>
                    </a:cubicBezTo>
                    <a:cubicBezTo>
                      <a:pt x="523537" y="93074"/>
                      <a:pt x="523537" y="94052"/>
                      <a:pt x="524604" y="94052"/>
                    </a:cubicBezTo>
                    <a:cubicBezTo>
                      <a:pt x="525582" y="96097"/>
                      <a:pt x="526560" y="98142"/>
                      <a:pt x="526560" y="101165"/>
                    </a:cubicBezTo>
                    <a:cubicBezTo>
                      <a:pt x="526560" y="104187"/>
                      <a:pt x="525582" y="106232"/>
                      <a:pt x="523537" y="108188"/>
                    </a:cubicBezTo>
                    <a:cubicBezTo>
                      <a:pt x="523537" y="108188"/>
                      <a:pt x="522559" y="109255"/>
                      <a:pt x="521581" y="109255"/>
                    </a:cubicBezTo>
                    <a:cubicBezTo>
                      <a:pt x="521581" y="109255"/>
                      <a:pt x="520515" y="110233"/>
                      <a:pt x="519537" y="110233"/>
                    </a:cubicBezTo>
                    <a:cubicBezTo>
                      <a:pt x="518470" y="110233"/>
                      <a:pt x="518470" y="110233"/>
                      <a:pt x="517492" y="111211"/>
                    </a:cubicBezTo>
                    <a:lnTo>
                      <a:pt x="516514" y="111211"/>
                    </a:lnTo>
                    <a:cubicBezTo>
                      <a:pt x="513491" y="111211"/>
                      <a:pt x="511446" y="110233"/>
                      <a:pt x="509401" y="108188"/>
                    </a:cubicBezTo>
                    <a:cubicBezTo>
                      <a:pt x="508423" y="107210"/>
                      <a:pt x="507356" y="106232"/>
                      <a:pt x="507356" y="105165"/>
                    </a:cubicBezTo>
                    <a:cubicBezTo>
                      <a:pt x="507356" y="104187"/>
                      <a:pt x="506378" y="103121"/>
                      <a:pt x="506378" y="101165"/>
                    </a:cubicBezTo>
                    <a:cubicBezTo>
                      <a:pt x="506378" y="98142"/>
                      <a:pt x="507356" y="96097"/>
                      <a:pt x="509401" y="94052"/>
                    </a:cubicBezTo>
                    <a:cubicBezTo>
                      <a:pt x="511446" y="92007"/>
                      <a:pt x="515447" y="91029"/>
                      <a:pt x="518470" y="91029"/>
                    </a:cubicBezTo>
                    <a:close/>
                    <a:moveTo>
                      <a:pt x="384846" y="91029"/>
                    </a:moveTo>
                    <a:lnTo>
                      <a:pt x="465819" y="91029"/>
                    </a:lnTo>
                    <a:cubicBezTo>
                      <a:pt x="471870" y="91029"/>
                      <a:pt x="475963" y="95030"/>
                      <a:pt x="475963" y="101165"/>
                    </a:cubicBezTo>
                    <a:cubicBezTo>
                      <a:pt x="475963" y="107210"/>
                      <a:pt x="471870" y="111211"/>
                      <a:pt x="465819" y="111211"/>
                    </a:cubicBezTo>
                    <a:lnTo>
                      <a:pt x="384846" y="111211"/>
                    </a:lnTo>
                    <a:cubicBezTo>
                      <a:pt x="378706" y="111211"/>
                      <a:pt x="374702" y="107210"/>
                      <a:pt x="374702" y="101165"/>
                    </a:cubicBezTo>
                    <a:cubicBezTo>
                      <a:pt x="374702" y="95030"/>
                      <a:pt x="378706" y="91029"/>
                      <a:pt x="384846" y="91029"/>
                    </a:cubicBezTo>
                    <a:close/>
                    <a:moveTo>
                      <a:pt x="234861" y="78470"/>
                    </a:moveTo>
                    <a:lnTo>
                      <a:pt x="236624" y="78890"/>
                    </a:lnTo>
                    <a:lnTo>
                      <a:pt x="263955" y="98160"/>
                    </a:lnTo>
                    <a:close/>
                    <a:moveTo>
                      <a:pt x="233277" y="78093"/>
                    </a:moveTo>
                    <a:lnTo>
                      <a:pt x="234749" y="78395"/>
                    </a:lnTo>
                    <a:lnTo>
                      <a:pt x="234861" y="78470"/>
                    </a:lnTo>
                    <a:close/>
                    <a:moveTo>
                      <a:pt x="264684" y="74721"/>
                    </a:moveTo>
                    <a:lnTo>
                      <a:pt x="280560" y="85001"/>
                    </a:lnTo>
                    <a:lnTo>
                      <a:pt x="303006" y="119273"/>
                    </a:lnTo>
                    <a:lnTo>
                      <a:pt x="279633" y="84823"/>
                    </a:lnTo>
                    <a:close/>
                    <a:moveTo>
                      <a:pt x="202570" y="70780"/>
                    </a:moveTo>
                    <a:lnTo>
                      <a:pt x="233277" y="78093"/>
                    </a:lnTo>
                    <a:lnTo>
                      <a:pt x="202570" y="71804"/>
                    </a:lnTo>
                    <a:close/>
                    <a:moveTo>
                      <a:pt x="197522" y="70770"/>
                    </a:moveTo>
                    <a:lnTo>
                      <a:pt x="202570" y="71804"/>
                    </a:lnTo>
                    <a:lnTo>
                      <a:pt x="202570" y="161794"/>
                    </a:lnTo>
                    <a:lnTo>
                      <a:pt x="292704" y="161794"/>
                    </a:lnTo>
                    <a:lnTo>
                      <a:pt x="293741" y="166842"/>
                    </a:lnTo>
                    <a:lnTo>
                      <a:pt x="290618" y="182059"/>
                    </a:lnTo>
                    <a:lnTo>
                      <a:pt x="216731" y="182059"/>
                    </a:lnTo>
                    <a:lnTo>
                      <a:pt x="199449" y="164816"/>
                    </a:lnTo>
                    <a:cubicBezTo>
                      <a:pt x="195442" y="160818"/>
                      <a:pt x="189386" y="160818"/>
                      <a:pt x="185290" y="164816"/>
                    </a:cubicBezTo>
                    <a:lnTo>
                      <a:pt x="185290" y="178985"/>
                    </a:lnTo>
                    <a:lnTo>
                      <a:pt x="185076" y="178893"/>
                    </a:lnTo>
                    <a:cubicBezTo>
                      <a:pt x="183295" y="176993"/>
                      <a:pt x="182271" y="174460"/>
                      <a:pt x="182271" y="171927"/>
                    </a:cubicBezTo>
                    <a:lnTo>
                      <a:pt x="182271" y="73890"/>
                    </a:lnTo>
                    <a:close/>
                    <a:moveTo>
                      <a:pt x="241194" y="59511"/>
                    </a:moveTo>
                    <a:lnTo>
                      <a:pt x="242600" y="59798"/>
                    </a:lnTo>
                    <a:lnTo>
                      <a:pt x="264684" y="74721"/>
                    </a:lnTo>
                    <a:close/>
                    <a:moveTo>
                      <a:pt x="223078" y="55812"/>
                    </a:moveTo>
                    <a:lnTo>
                      <a:pt x="239895" y="58670"/>
                    </a:lnTo>
                    <a:lnTo>
                      <a:pt x="241194" y="59511"/>
                    </a:lnTo>
                    <a:close/>
                    <a:moveTo>
                      <a:pt x="187739" y="52590"/>
                    </a:moveTo>
                    <a:lnTo>
                      <a:pt x="185298" y="53626"/>
                    </a:lnTo>
                    <a:cubicBezTo>
                      <a:pt x="183251" y="55670"/>
                      <a:pt x="182271" y="57625"/>
                      <a:pt x="182271" y="60736"/>
                    </a:cubicBezTo>
                    <a:lnTo>
                      <a:pt x="182271" y="73890"/>
                    </a:lnTo>
                    <a:lnTo>
                      <a:pt x="160258" y="78395"/>
                    </a:lnTo>
                    <a:cubicBezTo>
                      <a:pt x="125786" y="93105"/>
                      <a:pt x="101303" y="127449"/>
                      <a:pt x="101303" y="166842"/>
                    </a:cubicBezTo>
                    <a:cubicBezTo>
                      <a:pt x="101303" y="219456"/>
                      <a:pt x="144829" y="262915"/>
                      <a:pt x="197522" y="262915"/>
                    </a:cubicBezTo>
                    <a:cubicBezTo>
                      <a:pt x="210673" y="262915"/>
                      <a:pt x="223263" y="260199"/>
                      <a:pt x="234749" y="255302"/>
                    </a:cubicBezTo>
                    <a:lnTo>
                      <a:pt x="250836" y="244426"/>
                    </a:lnTo>
                    <a:lnTo>
                      <a:pt x="260268" y="253836"/>
                    </a:lnTo>
                    <a:cubicBezTo>
                      <a:pt x="262316" y="255791"/>
                      <a:pt x="264364" y="256857"/>
                      <a:pt x="267391" y="256857"/>
                    </a:cubicBezTo>
                    <a:lnTo>
                      <a:pt x="268732" y="256281"/>
                    </a:lnTo>
                    <a:lnTo>
                      <a:pt x="242600" y="273962"/>
                    </a:lnTo>
                    <a:cubicBezTo>
                      <a:pt x="228698" y="279890"/>
                      <a:pt x="213455" y="283178"/>
                      <a:pt x="197522" y="283178"/>
                    </a:cubicBezTo>
                    <a:cubicBezTo>
                      <a:pt x="133703" y="283178"/>
                      <a:pt x="81009" y="230565"/>
                      <a:pt x="81009" y="166842"/>
                    </a:cubicBezTo>
                    <a:cubicBezTo>
                      <a:pt x="81009" y="119050"/>
                      <a:pt x="110649" y="77557"/>
                      <a:pt x="152393" y="59798"/>
                    </a:cubicBezTo>
                    <a:close/>
                    <a:moveTo>
                      <a:pt x="192421" y="50604"/>
                    </a:moveTo>
                    <a:lnTo>
                      <a:pt x="195181" y="51073"/>
                    </a:lnTo>
                    <a:lnTo>
                      <a:pt x="187739" y="52590"/>
                    </a:lnTo>
                    <a:close/>
                    <a:moveTo>
                      <a:pt x="197522" y="50595"/>
                    </a:moveTo>
                    <a:lnTo>
                      <a:pt x="223078" y="55812"/>
                    </a:lnTo>
                    <a:lnTo>
                      <a:pt x="195181" y="51073"/>
                    </a:lnTo>
                    <a:close/>
                    <a:moveTo>
                      <a:pt x="449651" y="41472"/>
                    </a:moveTo>
                    <a:cubicBezTo>
                      <a:pt x="450631" y="42539"/>
                      <a:pt x="451612" y="42539"/>
                      <a:pt x="452682" y="43516"/>
                    </a:cubicBezTo>
                    <a:cubicBezTo>
                      <a:pt x="454732" y="45560"/>
                      <a:pt x="455712" y="47604"/>
                      <a:pt x="455712" y="50626"/>
                    </a:cubicBezTo>
                    <a:cubicBezTo>
                      <a:pt x="455712" y="53648"/>
                      <a:pt x="454732" y="55692"/>
                      <a:pt x="452682" y="57647"/>
                    </a:cubicBezTo>
                    <a:cubicBezTo>
                      <a:pt x="450631" y="59691"/>
                      <a:pt x="448581" y="60757"/>
                      <a:pt x="445551" y="60757"/>
                    </a:cubicBezTo>
                    <a:cubicBezTo>
                      <a:pt x="442520" y="60757"/>
                      <a:pt x="440470" y="59691"/>
                      <a:pt x="438509" y="57647"/>
                    </a:cubicBezTo>
                    <a:cubicBezTo>
                      <a:pt x="436459" y="55692"/>
                      <a:pt x="435389" y="53648"/>
                      <a:pt x="435389" y="50626"/>
                    </a:cubicBezTo>
                    <a:cubicBezTo>
                      <a:pt x="435389" y="47604"/>
                      <a:pt x="436459" y="45560"/>
                      <a:pt x="438509" y="43516"/>
                    </a:cubicBezTo>
                    <a:cubicBezTo>
                      <a:pt x="441540" y="40495"/>
                      <a:pt x="445551" y="39517"/>
                      <a:pt x="449651" y="41472"/>
                    </a:cubicBezTo>
                    <a:close/>
                    <a:moveTo>
                      <a:pt x="486030" y="40505"/>
                    </a:moveTo>
                    <a:lnTo>
                      <a:pt x="516494" y="40505"/>
                    </a:lnTo>
                    <a:cubicBezTo>
                      <a:pt x="522551" y="40505"/>
                      <a:pt x="526559" y="44591"/>
                      <a:pt x="526559" y="50631"/>
                    </a:cubicBezTo>
                    <a:cubicBezTo>
                      <a:pt x="526559" y="56671"/>
                      <a:pt x="522551" y="60757"/>
                      <a:pt x="516494" y="60757"/>
                    </a:cubicBezTo>
                    <a:lnTo>
                      <a:pt x="486030" y="60757"/>
                    </a:lnTo>
                    <a:cubicBezTo>
                      <a:pt x="479973" y="60757"/>
                      <a:pt x="475964" y="56671"/>
                      <a:pt x="475964" y="50631"/>
                    </a:cubicBezTo>
                    <a:cubicBezTo>
                      <a:pt x="475964" y="44591"/>
                      <a:pt x="479973" y="40505"/>
                      <a:pt x="486030" y="40505"/>
                    </a:cubicBezTo>
                    <a:close/>
                    <a:moveTo>
                      <a:pt x="384851" y="40505"/>
                    </a:moveTo>
                    <a:lnTo>
                      <a:pt x="405059" y="40505"/>
                    </a:lnTo>
                    <a:cubicBezTo>
                      <a:pt x="411112" y="40505"/>
                      <a:pt x="415207" y="44591"/>
                      <a:pt x="415207" y="50631"/>
                    </a:cubicBezTo>
                    <a:cubicBezTo>
                      <a:pt x="415207" y="56671"/>
                      <a:pt x="411112" y="60757"/>
                      <a:pt x="405059" y="60757"/>
                    </a:cubicBezTo>
                    <a:lnTo>
                      <a:pt x="384851" y="60757"/>
                    </a:lnTo>
                    <a:cubicBezTo>
                      <a:pt x="378708" y="60757"/>
                      <a:pt x="374702" y="56671"/>
                      <a:pt x="374702" y="50631"/>
                    </a:cubicBezTo>
                    <a:cubicBezTo>
                      <a:pt x="374702" y="44591"/>
                      <a:pt x="378708" y="40505"/>
                      <a:pt x="384851" y="40505"/>
                    </a:cubicBezTo>
                    <a:close/>
                    <a:moveTo>
                      <a:pt x="70855" y="20176"/>
                    </a:moveTo>
                    <a:cubicBezTo>
                      <a:pt x="64803" y="20176"/>
                      <a:pt x="60798" y="24264"/>
                      <a:pt x="60798" y="30308"/>
                    </a:cubicBezTo>
                    <a:lnTo>
                      <a:pt x="60798" y="343788"/>
                    </a:lnTo>
                    <a:lnTo>
                      <a:pt x="222783" y="343788"/>
                    </a:lnTo>
                    <a:cubicBezTo>
                      <a:pt x="228835" y="343788"/>
                      <a:pt x="232929" y="347876"/>
                      <a:pt x="232929" y="353920"/>
                    </a:cubicBezTo>
                    <a:lnTo>
                      <a:pt x="232929" y="364052"/>
                    </a:lnTo>
                    <a:lnTo>
                      <a:pt x="374711" y="364052"/>
                    </a:lnTo>
                    <a:lnTo>
                      <a:pt x="374711" y="353920"/>
                    </a:lnTo>
                    <a:cubicBezTo>
                      <a:pt x="374711" y="347876"/>
                      <a:pt x="378716" y="343788"/>
                      <a:pt x="384857" y="343788"/>
                    </a:cubicBezTo>
                    <a:lnTo>
                      <a:pt x="546843" y="343788"/>
                    </a:lnTo>
                    <a:lnTo>
                      <a:pt x="546843" y="30308"/>
                    </a:lnTo>
                    <a:cubicBezTo>
                      <a:pt x="546843" y="24264"/>
                      <a:pt x="542748" y="20176"/>
                      <a:pt x="536696" y="20176"/>
                    </a:cubicBezTo>
                    <a:close/>
                    <a:moveTo>
                      <a:pt x="70855" y="0"/>
                    </a:moveTo>
                    <a:lnTo>
                      <a:pt x="536696" y="0"/>
                    </a:lnTo>
                    <a:cubicBezTo>
                      <a:pt x="553963" y="0"/>
                      <a:pt x="567135" y="13154"/>
                      <a:pt x="567135" y="30308"/>
                    </a:cubicBezTo>
                    <a:lnTo>
                      <a:pt x="567135" y="343794"/>
                    </a:lnTo>
                    <a:lnTo>
                      <a:pt x="384859" y="343794"/>
                    </a:lnTo>
                    <a:cubicBezTo>
                      <a:pt x="378718" y="343794"/>
                      <a:pt x="374712" y="347883"/>
                      <a:pt x="374712" y="353928"/>
                    </a:cubicBezTo>
                    <a:lnTo>
                      <a:pt x="374712" y="364062"/>
                    </a:lnTo>
                    <a:lnTo>
                      <a:pt x="232927" y="364062"/>
                    </a:lnTo>
                    <a:lnTo>
                      <a:pt x="232927" y="353928"/>
                    </a:lnTo>
                    <a:cubicBezTo>
                      <a:pt x="232927" y="347883"/>
                      <a:pt x="228833" y="343794"/>
                      <a:pt x="222780" y="343794"/>
                    </a:cubicBezTo>
                    <a:lnTo>
                      <a:pt x="40505" y="343794"/>
                    </a:lnTo>
                    <a:lnTo>
                      <a:pt x="40505" y="30308"/>
                    </a:lnTo>
                    <a:cubicBezTo>
                      <a:pt x="40505" y="13154"/>
                      <a:pt x="53678" y="0"/>
                      <a:pt x="70855" y="0"/>
                    </a:cubicBezTo>
                    <a:close/>
                  </a:path>
                </a:pathLst>
              </a:custGeom>
              <a:solidFill>
                <a:srgbClr val="FFFFFF"/>
              </a:solidFill>
              <a:ln>
                <a:noFill/>
              </a:ln>
            </p:spPr>
            <p:txBody>
              <a:bodyPr wrap="square" lIns="91440" tIns="45720" rIns="91440" bIns="45720" anchor="ctr">
                <a:normAutofit fontScale="85000" lnSpcReduction="20000"/>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i="0" u="none" strike="noStrike" kern="0" cap="none" spc="0" normalizeH="0" baseline="0" noProof="0">
                  <a:ln>
                    <a:noFill/>
                  </a:ln>
                  <a:solidFill>
                    <a:srgbClr val="000000"/>
                  </a:solidFill>
                  <a:effectLst/>
                  <a:uLnTx/>
                  <a:uFillTx/>
                  <a:cs typeface="+mn-ea"/>
                  <a:sym typeface="+mn-lt"/>
                </a:endParaRPr>
              </a:p>
            </p:txBody>
          </p:sp>
        </p:grpSp>
        <p:sp>
          <p:nvSpPr>
            <p:cNvPr id="33" name="文本框 32">
              <a:extLst>
                <a:ext uri="{FF2B5EF4-FFF2-40B4-BE49-F238E27FC236}">
                  <a16:creationId xmlns:a16="http://schemas.microsoft.com/office/drawing/2014/main" id="{CADBCD99-3F61-4304-AB8B-A1736783EE23}"/>
                </a:ext>
              </a:extLst>
            </p:cNvPr>
            <p:cNvSpPr txBox="1"/>
            <p:nvPr/>
          </p:nvSpPr>
          <p:spPr>
            <a:xfrm>
              <a:off x="3357872" y="4664087"/>
              <a:ext cx="2121460" cy="898900"/>
            </a:xfrm>
            <a:prstGeom prst="rect">
              <a:avLst/>
            </a:prstGeom>
            <a:noFill/>
          </p:spPr>
          <p:txBody>
            <a:bodyPr wrap="square" rtlCol="0">
              <a:spAutoFit/>
            </a:bodyPr>
            <a:lstStyle/>
            <a:p>
              <a:pPr algn="ctr" defTabSz="457200">
                <a:lnSpc>
                  <a:spcPct val="150000"/>
                </a:lnSpc>
              </a:pPr>
              <a:r>
                <a:rPr lang="zh-CN" altLang="en-US" sz="1200" dirty="0">
                  <a:solidFill>
                    <a:schemeClr val="bg1">
                      <a:lumMod val="50000"/>
                    </a:schemeClr>
                  </a:solidFill>
                  <a:cs typeface="+mn-ea"/>
                  <a:sym typeface="+mn-lt"/>
                </a:rPr>
                <a:t>在这里添加你的详细小段落文本内容，与标题相关并符合整体语言风格内容请简洁。</a:t>
              </a:r>
            </a:p>
          </p:txBody>
        </p:sp>
        <p:sp>
          <p:nvSpPr>
            <p:cNvPr id="34" name="文本框 33">
              <a:extLst>
                <a:ext uri="{FF2B5EF4-FFF2-40B4-BE49-F238E27FC236}">
                  <a16:creationId xmlns:a16="http://schemas.microsoft.com/office/drawing/2014/main" id="{8F81B18F-3F15-4FDF-8F1C-93AC3CECFF2C}"/>
                </a:ext>
              </a:extLst>
            </p:cNvPr>
            <p:cNvSpPr txBox="1"/>
            <p:nvPr/>
          </p:nvSpPr>
          <p:spPr>
            <a:xfrm>
              <a:off x="3606988" y="4252510"/>
              <a:ext cx="1872344" cy="369332"/>
            </a:xfrm>
            <a:prstGeom prst="rect">
              <a:avLst/>
            </a:prstGeom>
            <a:noFill/>
          </p:spPr>
          <p:txBody>
            <a:bodyPr wrap="square" rtlCol="0">
              <a:spAutoFit/>
            </a:bodyPr>
            <a:lstStyle/>
            <a:p>
              <a:pPr marL="0" marR="0" lvl="0" indent="0" defTabSz="1219170" eaLnBrk="1" fontAlgn="auto" latinLnBrk="0" hangingPunct="1">
                <a:lnSpc>
                  <a:spcPct val="100000"/>
                </a:lnSpc>
                <a:spcBef>
                  <a:spcPts val="0"/>
                </a:spcBef>
                <a:spcAft>
                  <a:spcPts val="0"/>
                </a:spcAft>
                <a:buClrTx/>
                <a:buSzTx/>
                <a:buFontTx/>
                <a:buNone/>
                <a:tabLst/>
                <a:defRPr/>
              </a:pPr>
              <a:r>
                <a:rPr kumimoji="0" lang="zh-CN" altLang="en-US" sz="1800" i="0" u="none" strike="noStrike" kern="0" cap="none" spc="0" normalizeH="0" baseline="0" noProof="0" dirty="0">
                  <a:ln>
                    <a:noFill/>
                  </a:ln>
                  <a:solidFill>
                    <a:srgbClr val="F0F0F0">
                      <a:lumMod val="25000"/>
                    </a:srgbClr>
                  </a:solidFill>
                  <a:effectLst/>
                  <a:uLnTx/>
                  <a:uFillTx/>
                  <a:cs typeface="+mn-ea"/>
                  <a:sym typeface="+mn-lt"/>
                </a:rPr>
                <a:t>添加标题文字</a:t>
              </a:r>
            </a:p>
          </p:txBody>
        </p:sp>
      </p:grpSp>
      <p:cxnSp>
        <p:nvCxnSpPr>
          <p:cNvPr id="37" name="直接连接符 36">
            <a:extLst>
              <a:ext uri="{FF2B5EF4-FFF2-40B4-BE49-F238E27FC236}">
                <a16:creationId xmlns:a16="http://schemas.microsoft.com/office/drawing/2014/main" id="{0CAD5E23-5E2D-4F12-BF07-073FB754BCA4}"/>
              </a:ext>
            </a:extLst>
          </p:cNvPr>
          <p:cNvCxnSpPr/>
          <p:nvPr/>
        </p:nvCxnSpPr>
        <p:spPr>
          <a:xfrm>
            <a:off x="8946066" y="4044195"/>
            <a:ext cx="0" cy="970279"/>
          </a:xfrm>
          <a:prstGeom prst="line">
            <a:avLst/>
          </a:prstGeom>
          <a:noFill/>
          <a:ln w="3175" cap="rnd" cmpd="sng" algn="ctr">
            <a:solidFill>
              <a:srgbClr val="FFFFFF">
                <a:lumMod val="85000"/>
              </a:srgbClr>
            </a:solidFill>
            <a:prstDash val="solid"/>
            <a:round/>
            <a:headEnd type="none"/>
            <a:tailEnd type="none" w="med" len="med"/>
          </a:ln>
          <a:effectLst/>
        </p:spPr>
      </p:cxnSp>
      <p:grpSp>
        <p:nvGrpSpPr>
          <p:cNvPr id="38" name="组合 37">
            <a:extLst>
              <a:ext uri="{FF2B5EF4-FFF2-40B4-BE49-F238E27FC236}">
                <a16:creationId xmlns:a16="http://schemas.microsoft.com/office/drawing/2014/main" id="{D4D26B52-BCDD-4C0F-9A74-C9BE7F644C39}"/>
              </a:ext>
            </a:extLst>
          </p:cNvPr>
          <p:cNvGrpSpPr/>
          <p:nvPr/>
        </p:nvGrpSpPr>
        <p:grpSpPr>
          <a:xfrm>
            <a:off x="6711992" y="3048457"/>
            <a:ext cx="2121460" cy="2208674"/>
            <a:chOff x="6711992" y="2686507"/>
            <a:chExt cx="2121460" cy="2208674"/>
          </a:xfrm>
        </p:grpSpPr>
        <p:grpSp>
          <p:nvGrpSpPr>
            <p:cNvPr id="39" name="ïŝļïďe" title="RRWCujOtcqiJLIlMJ8JxobmQhO5YsZmEcy6DZVp0AZTfE39zvT5PAyas4bMl">
              <a:extLst>
                <a:ext uri="{FF2B5EF4-FFF2-40B4-BE49-F238E27FC236}">
                  <a16:creationId xmlns:a16="http://schemas.microsoft.com/office/drawing/2014/main" id="{1453D47D-CA35-4F82-8DFD-F86C4E4A2CFE}"/>
                </a:ext>
              </a:extLst>
            </p:cNvPr>
            <p:cNvGrpSpPr/>
            <p:nvPr/>
          </p:nvGrpSpPr>
          <p:grpSpPr>
            <a:xfrm>
              <a:off x="7391935" y="2686507"/>
              <a:ext cx="792088" cy="792085"/>
              <a:chOff x="2406923" y="2845390"/>
              <a:chExt cx="571222" cy="571221"/>
            </a:xfrm>
          </p:grpSpPr>
          <p:sp>
            <p:nvSpPr>
              <p:cNvPr id="42" name="îS1íḋê">
                <a:extLst>
                  <a:ext uri="{FF2B5EF4-FFF2-40B4-BE49-F238E27FC236}">
                    <a16:creationId xmlns:a16="http://schemas.microsoft.com/office/drawing/2014/main" id="{7DA308EE-B7B9-4F46-9785-E4FE95852473}"/>
                  </a:ext>
                </a:extLst>
              </p:cNvPr>
              <p:cNvSpPr/>
              <p:nvPr/>
            </p:nvSpPr>
            <p:spPr>
              <a:xfrm>
                <a:off x="2406923" y="2845390"/>
                <a:ext cx="571222" cy="571221"/>
              </a:xfrm>
              <a:prstGeom prst="ellipse">
                <a:avLst/>
              </a:prstGeom>
              <a:solidFill>
                <a:schemeClr val="accent1"/>
              </a:solidFill>
              <a:ln w="38100" cap="flat" cmpd="sng" algn="ctr">
                <a:solidFill>
                  <a:srgbClr val="FFFFFF"/>
                </a:solidFill>
                <a:prstDash val="solid"/>
              </a:ln>
              <a:effectLst/>
            </p:spPr>
            <p:txBody>
              <a:bodyPr wrap="square" lIns="91440" tIns="45720" rIns="91440" bIns="4572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i="0" u="none" strike="noStrike" kern="0" cap="none" spc="0" normalizeH="0" baseline="0" noProof="0">
                  <a:ln>
                    <a:noFill/>
                  </a:ln>
                  <a:solidFill>
                    <a:srgbClr val="000000"/>
                  </a:solidFill>
                  <a:effectLst/>
                  <a:uLnTx/>
                  <a:uFillTx/>
                  <a:cs typeface="+mn-ea"/>
                  <a:sym typeface="+mn-lt"/>
                </a:endParaRPr>
              </a:p>
            </p:txBody>
          </p:sp>
          <p:sp>
            <p:nvSpPr>
              <p:cNvPr id="43" name="iŝ1iďê" title="tENvehlOdiZm1Hmry6MHxwOH8WsTKLSa514qPVJnvhhWFnRDjZGIbRZNsFBp">
                <a:extLst>
                  <a:ext uri="{FF2B5EF4-FFF2-40B4-BE49-F238E27FC236}">
                    <a16:creationId xmlns:a16="http://schemas.microsoft.com/office/drawing/2014/main" id="{A4C77861-C4BA-4CEF-A6DE-893023F91578}"/>
                  </a:ext>
                </a:extLst>
              </p:cNvPr>
              <p:cNvSpPr/>
              <p:nvPr/>
            </p:nvSpPr>
            <p:spPr bwMode="auto">
              <a:xfrm>
                <a:off x="2540113" y="2978777"/>
                <a:ext cx="304843" cy="304442"/>
              </a:xfrm>
              <a:custGeom>
                <a:avLst/>
                <a:gdLst>
                  <a:gd name="connsiteX0" fmla="*/ 86413 w 591547"/>
                  <a:gd name="connsiteY0" fmla="*/ 515758 h 590770"/>
                  <a:gd name="connsiteX1" fmla="*/ 171919 w 591547"/>
                  <a:gd name="connsiteY1" fmla="*/ 515758 h 590770"/>
                  <a:gd name="connsiteX2" fmla="*/ 171919 w 591547"/>
                  <a:gd name="connsiteY2" fmla="*/ 537523 h 590770"/>
                  <a:gd name="connsiteX3" fmla="*/ 86413 w 591547"/>
                  <a:gd name="connsiteY3" fmla="*/ 537523 h 590770"/>
                  <a:gd name="connsiteX4" fmla="*/ 86413 w 591547"/>
                  <a:gd name="connsiteY4" fmla="*/ 461733 h 590770"/>
                  <a:gd name="connsiteX5" fmla="*/ 171919 w 591547"/>
                  <a:gd name="connsiteY5" fmla="*/ 461733 h 590770"/>
                  <a:gd name="connsiteX6" fmla="*/ 171919 w 591547"/>
                  <a:gd name="connsiteY6" fmla="*/ 483498 h 590770"/>
                  <a:gd name="connsiteX7" fmla="*/ 86413 w 591547"/>
                  <a:gd name="connsiteY7" fmla="*/ 483498 h 590770"/>
                  <a:gd name="connsiteX8" fmla="*/ 86413 w 591547"/>
                  <a:gd name="connsiteY8" fmla="*/ 408616 h 590770"/>
                  <a:gd name="connsiteX9" fmla="*/ 171919 w 591547"/>
                  <a:gd name="connsiteY9" fmla="*/ 408616 h 590770"/>
                  <a:gd name="connsiteX10" fmla="*/ 171919 w 591547"/>
                  <a:gd name="connsiteY10" fmla="*/ 429474 h 590770"/>
                  <a:gd name="connsiteX11" fmla="*/ 86413 w 591547"/>
                  <a:gd name="connsiteY11" fmla="*/ 429474 h 590770"/>
                  <a:gd name="connsiteX12" fmla="*/ 204177 w 591547"/>
                  <a:gd name="connsiteY12" fmla="*/ 357041 h 590770"/>
                  <a:gd name="connsiteX13" fmla="*/ 204177 w 591547"/>
                  <a:gd name="connsiteY13" fmla="*/ 569815 h 590770"/>
                  <a:gd name="connsiteX14" fmla="*/ 333300 w 591547"/>
                  <a:gd name="connsiteY14" fmla="*/ 569815 h 590770"/>
                  <a:gd name="connsiteX15" fmla="*/ 333300 w 591547"/>
                  <a:gd name="connsiteY15" fmla="*/ 382026 h 590770"/>
                  <a:gd name="connsiteX16" fmla="*/ 183194 w 591547"/>
                  <a:gd name="connsiteY16" fmla="*/ 357041 h 590770"/>
                  <a:gd name="connsiteX17" fmla="*/ 75053 w 591547"/>
                  <a:gd name="connsiteY17" fmla="*/ 382026 h 590770"/>
                  <a:gd name="connsiteX18" fmla="*/ 75053 w 591547"/>
                  <a:gd name="connsiteY18" fmla="*/ 569815 h 590770"/>
                  <a:gd name="connsiteX19" fmla="*/ 183194 w 591547"/>
                  <a:gd name="connsiteY19" fmla="*/ 569815 h 590770"/>
                  <a:gd name="connsiteX20" fmla="*/ 247709 w 591547"/>
                  <a:gd name="connsiteY20" fmla="*/ 311838 h 590770"/>
                  <a:gd name="connsiteX21" fmla="*/ 322851 w 591547"/>
                  <a:gd name="connsiteY21" fmla="*/ 311838 h 590770"/>
                  <a:gd name="connsiteX22" fmla="*/ 322851 w 591547"/>
                  <a:gd name="connsiteY22" fmla="*/ 332826 h 590770"/>
                  <a:gd name="connsiteX23" fmla="*/ 247709 w 591547"/>
                  <a:gd name="connsiteY23" fmla="*/ 332826 h 590770"/>
                  <a:gd name="connsiteX24" fmla="*/ 247709 w 591547"/>
                  <a:gd name="connsiteY24" fmla="*/ 257944 h 590770"/>
                  <a:gd name="connsiteX25" fmla="*/ 322851 w 591547"/>
                  <a:gd name="connsiteY25" fmla="*/ 257944 h 590770"/>
                  <a:gd name="connsiteX26" fmla="*/ 322851 w 591547"/>
                  <a:gd name="connsiteY26" fmla="*/ 279580 h 590770"/>
                  <a:gd name="connsiteX27" fmla="*/ 247709 w 591547"/>
                  <a:gd name="connsiteY27" fmla="*/ 279580 h 590770"/>
                  <a:gd name="connsiteX28" fmla="*/ 247709 w 591547"/>
                  <a:gd name="connsiteY28" fmla="*/ 203919 h 590770"/>
                  <a:gd name="connsiteX29" fmla="*/ 322851 w 591547"/>
                  <a:gd name="connsiteY29" fmla="*/ 203919 h 590770"/>
                  <a:gd name="connsiteX30" fmla="*/ 322851 w 591547"/>
                  <a:gd name="connsiteY30" fmla="*/ 225684 h 590770"/>
                  <a:gd name="connsiteX31" fmla="*/ 247709 w 591547"/>
                  <a:gd name="connsiteY31" fmla="*/ 225684 h 590770"/>
                  <a:gd name="connsiteX32" fmla="*/ 247709 w 591547"/>
                  <a:gd name="connsiteY32" fmla="*/ 150672 h 590770"/>
                  <a:gd name="connsiteX33" fmla="*/ 322851 w 591547"/>
                  <a:gd name="connsiteY33" fmla="*/ 150672 h 590770"/>
                  <a:gd name="connsiteX34" fmla="*/ 322851 w 591547"/>
                  <a:gd name="connsiteY34" fmla="*/ 171660 h 590770"/>
                  <a:gd name="connsiteX35" fmla="*/ 247709 w 591547"/>
                  <a:gd name="connsiteY35" fmla="*/ 171660 h 590770"/>
                  <a:gd name="connsiteX36" fmla="*/ 355090 w 591547"/>
                  <a:gd name="connsiteY36" fmla="*/ 102357 h 590770"/>
                  <a:gd name="connsiteX37" fmla="*/ 355090 w 591547"/>
                  <a:gd name="connsiteY37" fmla="*/ 373160 h 590770"/>
                  <a:gd name="connsiteX38" fmla="*/ 355090 w 591547"/>
                  <a:gd name="connsiteY38" fmla="*/ 376384 h 590770"/>
                  <a:gd name="connsiteX39" fmla="*/ 355090 w 591547"/>
                  <a:gd name="connsiteY39" fmla="*/ 569815 h 590770"/>
                  <a:gd name="connsiteX40" fmla="*/ 484213 w 591547"/>
                  <a:gd name="connsiteY40" fmla="*/ 569815 h 590770"/>
                  <a:gd name="connsiteX41" fmla="*/ 484213 w 591547"/>
                  <a:gd name="connsiteY41" fmla="*/ 154744 h 590770"/>
                  <a:gd name="connsiteX42" fmla="*/ 333300 w 591547"/>
                  <a:gd name="connsiteY42" fmla="*/ 99939 h 590770"/>
                  <a:gd name="connsiteX43" fmla="*/ 236458 w 591547"/>
                  <a:gd name="connsiteY43" fmla="*/ 125730 h 590770"/>
                  <a:gd name="connsiteX44" fmla="*/ 236458 w 591547"/>
                  <a:gd name="connsiteY44" fmla="*/ 341728 h 590770"/>
                  <a:gd name="connsiteX45" fmla="*/ 333300 w 591547"/>
                  <a:gd name="connsiteY45" fmla="*/ 360265 h 590770"/>
                  <a:gd name="connsiteX46" fmla="*/ 397862 w 591547"/>
                  <a:gd name="connsiteY46" fmla="*/ 21761 h 590770"/>
                  <a:gd name="connsiteX47" fmla="*/ 387371 w 591547"/>
                  <a:gd name="connsiteY47" fmla="*/ 32238 h 590770"/>
                  <a:gd name="connsiteX48" fmla="*/ 397862 w 591547"/>
                  <a:gd name="connsiteY48" fmla="*/ 42716 h 590770"/>
                  <a:gd name="connsiteX49" fmla="*/ 409160 w 591547"/>
                  <a:gd name="connsiteY49" fmla="*/ 32238 h 590770"/>
                  <a:gd name="connsiteX50" fmla="*/ 397862 w 591547"/>
                  <a:gd name="connsiteY50" fmla="*/ 21761 h 590770"/>
                  <a:gd name="connsiteX51" fmla="*/ 397862 w 591547"/>
                  <a:gd name="connsiteY51" fmla="*/ 0 h 590770"/>
                  <a:gd name="connsiteX52" fmla="*/ 430143 w 591547"/>
                  <a:gd name="connsiteY52" fmla="*/ 32238 h 590770"/>
                  <a:gd name="connsiteX53" fmla="*/ 409160 w 591547"/>
                  <a:gd name="connsiteY53" fmla="*/ 62865 h 590770"/>
                  <a:gd name="connsiteX54" fmla="*/ 409160 w 591547"/>
                  <a:gd name="connsiteY54" fmla="*/ 100745 h 590770"/>
                  <a:gd name="connsiteX55" fmla="*/ 498740 w 591547"/>
                  <a:gd name="connsiteY55" fmla="*/ 137819 h 590770"/>
                  <a:gd name="connsiteX56" fmla="*/ 506003 w 591547"/>
                  <a:gd name="connsiteY56" fmla="*/ 147491 h 590770"/>
                  <a:gd name="connsiteX57" fmla="*/ 506003 w 591547"/>
                  <a:gd name="connsiteY57" fmla="*/ 569815 h 590770"/>
                  <a:gd name="connsiteX58" fmla="*/ 591547 w 591547"/>
                  <a:gd name="connsiteY58" fmla="*/ 569815 h 590770"/>
                  <a:gd name="connsiteX59" fmla="*/ 591547 w 591547"/>
                  <a:gd name="connsiteY59" fmla="*/ 590770 h 590770"/>
                  <a:gd name="connsiteX60" fmla="*/ 494705 w 591547"/>
                  <a:gd name="connsiteY60" fmla="*/ 590770 h 590770"/>
                  <a:gd name="connsiteX61" fmla="*/ 344598 w 591547"/>
                  <a:gd name="connsiteY61" fmla="*/ 590770 h 590770"/>
                  <a:gd name="connsiteX62" fmla="*/ 193685 w 591547"/>
                  <a:gd name="connsiteY62" fmla="*/ 590770 h 590770"/>
                  <a:gd name="connsiteX63" fmla="*/ 64562 w 591547"/>
                  <a:gd name="connsiteY63" fmla="*/ 590770 h 590770"/>
                  <a:gd name="connsiteX64" fmla="*/ 0 w 591547"/>
                  <a:gd name="connsiteY64" fmla="*/ 590770 h 590770"/>
                  <a:gd name="connsiteX65" fmla="*/ 0 w 591547"/>
                  <a:gd name="connsiteY65" fmla="*/ 569815 h 590770"/>
                  <a:gd name="connsiteX66" fmla="*/ 54070 w 591547"/>
                  <a:gd name="connsiteY66" fmla="*/ 569815 h 590770"/>
                  <a:gd name="connsiteX67" fmla="*/ 54070 w 591547"/>
                  <a:gd name="connsiteY67" fmla="*/ 373160 h 590770"/>
                  <a:gd name="connsiteX68" fmla="*/ 62141 w 591547"/>
                  <a:gd name="connsiteY68" fmla="*/ 362683 h 590770"/>
                  <a:gd name="connsiteX69" fmla="*/ 191264 w 591547"/>
                  <a:gd name="connsiteY69" fmla="*/ 333668 h 590770"/>
                  <a:gd name="connsiteX70" fmla="*/ 195299 w 591547"/>
                  <a:gd name="connsiteY70" fmla="*/ 333668 h 590770"/>
                  <a:gd name="connsiteX71" fmla="*/ 196106 w 591547"/>
                  <a:gd name="connsiteY71" fmla="*/ 333668 h 590770"/>
                  <a:gd name="connsiteX72" fmla="*/ 215475 w 591547"/>
                  <a:gd name="connsiteY72" fmla="*/ 336892 h 590770"/>
                  <a:gd name="connsiteX73" fmla="*/ 215475 w 591547"/>
                  <a:gd name="connsiteY73" fmla="*/ 116864 h 590770"/>
                  <a:gd name="connsiteX74" fmla="*/ 223545 w 591547"/>
                  <a:gd name="connsiteY74" fmla="*/ 106387 h 590770"/>
                  <a:gd name="connsiteX75" fmla="*/ 341370 w 591547"/>
                  <a:gd name="connsiteY75" fmla="*/ 75760 h 590770"/>
                  <a:gd name="connsiteX76" fmla="*/ 342984 w 591547"/>
                  <a:gd name="connsiteY76" fmla="*/ 75760 h 590770"/>
                  <a:gd name="connsiteX77" fmla="*/ 345405 w 591547"/>
                  <a:gd name="connsiteY77" fmla="*/ 75760 h 590770"/>
                  <a:gd name="connsiteX78" fmla="*/ 347020 w 591547"/>
                  <a:gd name="connsiteY78" fmla="*/ 75760 h 590770"/>
                  <a:gd name="connsiteX79" fmla="*/ 348634 w 591547"/>
                  <a:gd name="connsiteY79" fmla="*/ 75760 h 590770"/>
                  <a:gd name="connsiteX80" fmla="*/ 387371 w 591547"/>
                  <a:gd name="connsiteY80" fmla="*/ 91879 h 590770"/>
                  <a:gd name="connsiteX81" fmla="*/ 387371 w 591547"/>
                  <a:gd name="connsiteY81" fmla="*/ 62865 h 590770"/>
                  <a:gd name="connsiteX82" fmla="*/ 365581 w 591547"/>
                  <a:gd name="connsiteY82" fmla="*/ 32238 h 590770"/>
                  <a:gd name="connsiteX83" fmla="*/ 397862 w 591547"/>
                  <a:gd name="connsiteY83" fmla="*/ 0 h 590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591547" h="590770">
                    <a:moveTo>
                      <a:pt x="86413" y="515758"/>
                    </a:moveTo>
                    <a:lnTo>
                      <a:pt x="171919" y="515758"/>
                    </a:lnTo>
                    <a:lnTo>
                      <a:pt x="171919" y="537523"/>
                    </a:lnTo>
                    <a:lnTo>
                      <a:pt x="86413" y="537523"/>
                    </a:lnTo>
                    <a:close/>
                    <a:moveTo>
                      <a:pt x="86413" y="461733"/>
                    </a:moveTo>
                    <a:lnTo>
                      <a:pt x="171919" y="461733"/>
                    </a:lnTo>
                    <a:lnTo>
                      <a:pt x="171919" y="483498"/>
                    </a:lnTo>
                    <a:lnTo>
                      <a:pt x="86413" y="483498"/>
                    </a:lnTo>
                    <a:close/>
                    <a:moveTo>
                      <a:pt x="86413" y="408616"/>
                    </a:moveTo>
                    <a:lnTo>
                      <a:pt x="171919" y="408616"/>
                    </a:lnTo>
                    <a:lnTo>
                      <a:pt x="171919" y="429474"/>
                    </a:lnTo>
                    <a:lnTo>
                      <a:pt x="86413" y="429474"/>
                    </a:lnTo>
                    <a:close/>
                    <a:moveTo>
                      <a:pt x="204177" y="357041"/>
                    </a:moveTo>
                    <a:lnTo>
                      <a:pt x="204177" y="569815"/>
                    </a:lnTo>
                    <a:lnTo>
                      <a:pt x="333300" y="569815"/>
                    </a:lnTo>
                    <a:lnTo>
                      <a:pt x="333300" y="382026"/>
                    </a:lnTo>
                    <a:close/>
                    <a:moveTo>
                      <a:pt x="183194" y="357041"/>
                    </a:moveTo>
                    <a:lnTo>
                      <a:pt x="75053" y="382026"/>
                    </a:lnTo>
                    <a:lnTo>
                      <a:pt x="75053" y="569815"/>
                    </a:lnTo>
                    <a:lnTo>
                      <a:pt x="183194" y="569815"/>
                    </a:lnTo>
                    <a:close/>
                    <a:moveTo>
                      <a:pt x="247709" y="311838"/>
                    </a:moveTo>
                    <a:lnTo>
                      <a:pt x="322851" y="311838"/>
                    </a:lnTo>
                    <a:lnTo>
                      <a:pt x="322851" y="332826"/>
                    </a:lnTo>
                    <a:lnTo>
                      <a:pt x="247709" y="332826"/>
                    </a:lnTo>
                    <a:close/>
                    <a:moveTo>
                      <a:pt x="247709" y="257944"/>
                    </a:moveTo>
                    <a:lnTo>
                      <a:pt x="322851" y="257944"/>
                    </a:lnTo>
                    <a:lnTo>
                      <a:pt x="322851" y="279580"/>
                    </a:lnTo>
                    <a:lnTo>
                      <a:pt x="247709" y="279580"/>
                    </a:lnTo>
                    <a:close/>
                    <a:moveTo>
                      <a:pt x="247709" y="203919"/>
                    </a:moveTo>
                    <a:lnTo>
                      <a:pt x="322851" y="203919"/>
                    </a:lnTo>
                    <a:lnTo>
                      <a:pt x="322851" y="225684"/>
                    </a:lnTo>
                    <a:lnTo>
                      <a:pt x="247709" y="225684"/>
                    </a:lnTo>
                    <a:close/>
                    <a:moveTo>
                      <a:pt x="247709" y="150672"/>
                    </a:moveTo>
                    <a:lnTo>
                      <a:pt x="322851" y="150672"/>
                    </a:lnTo>
                    <a:lnTo>
                      <a:pt x="322851" y="171660"/>
                    </a:lnTo>
                    <a:lnTo>
                      <a:pt x="247709" y="171660"/>
                    </a:lnTo>
                    <a:close/>
                    <a:moveTo>
                      <a:pt x="355090" y="102357"/>
                    </a:moveTo>
                    <a:lnTo>
                      <a:pt x="355090" y="373160"/>
                    </a:lnTo>
                    <a:lnTo>
                      <a:pt x="355090" y="376384"/>
                    </a:lnTo>
                    <a:lnTo>
                      <a:pt x="355090" y="569815"/>
                    </a:lnTo>
                    <a:lnTo>
                      <a:pt x="484213" y="569815"/>
                    </a:lnTo>
                    <a:lnTo>
                      <a:pt x="484213" y="154744"/>
                    </a:lnTo>
                    <a:close/>
                    <a:moveTo>
                      <a:pt x="333300" y="99939"/>
                    </a:moveTo>
                    <a:lnTo>
                      <a:pt x="236458" y="125730"/>
                    </a:lnTo>
                    <a:lnTo>
                      <a:pt x="236458" y="341728"/>
                    </a:lnTo>
                    <a:lnTo>
                      <a:pt x="333300" y="360265"/>
                    </a:lnTo>
                    <a:close/>
                    <a:moveTo>
                      <a:pt x="397862" y="21761"/>
                    </a:moveTo>
                    <a:cubicBezTo>
                      <a:pt x="392213" y="21761"/>
                      <a:pt x="387371" y="26596"/>
                      <a:pt x="387371" y="32238"/>
                    </a:cubicBezTo>
                    <a:cubicBezTo>
                      <a:pt x="387371" y="37880"/>
                      <a:pt x="392213" y="42716"/>
                      <a:pt x="397862" y="42716"/>
                    </a:cubicBezTo>
                    <a:cubicBezTo>
                      <a:pt x="404318" y="42716"/>
                      <a:pt x="409160" y="37880"/>
                      <a:pt x="409160" y="32238"/>
                    </a:cubicBezTo>
                    <a:cubicBezTo>
                      <a:pt x="409160" y="26596"/>
                      <a:pt x="404318" y="21761"/>
                      <a:pt x="397862" y="21761"/>
                    </a:cubicBezTo>
                    <a:close/>
                    <a:moveTo>
                      <a:pt x="397862" y="0"/>
                    </a:moveTo>
                    <a:cubicBezTo>
                      <a:pt x="415616" y="0"/>
                      <a:pt x="430143" y="14507"/>
                      <a:pt x="430143" y="32238"/>
                    </a:cubicBezTo>
                    <a:cubicBezTo>
                      <a:pt x="430143" y="45940"/>
                      <a:pt x="421266" y="58029"/>
                      <a:pt x="409160" y="62865"/>
                    </a:cubicBezTo>
                    <a:lnTo>
                      <a:pt x="409160" y="100745"/>
                    </a:lnTo>
                    <a:lnTo>
                      <a:pt x="498740" y="137819"/>
                    </a:lnTo>
                    <a:cubicBezTo>
                      <a:pt x="502775" y="139431"/>
                      <a:pt x="506003" y="143461"/>
                      <a:pt x="506003" y="147491"/>
                    </a:cubicBezTo>
                    <a:lnTo>
                      <a:pt x="506003" y="569815"/>
                    </a:lnTo>
                    <a:lnTo>
                      <a:pt x="591547" y="569815"/>
                    </a:lnTo>
                    <a:lnTo>
                      <a:pt x="591547" y="590770"/>
                    </a:lnTo>
                    <a:lnTo>
                      <a:pt x="494705" y="590770"/>
                    </a:lnTo>
                    <a:lnTo>
                      <a:pt x="344598" y="590770"/>
                    </a:lnTo>
                    <a:lnTo>
                      <a:pt x="193685" y="590770"/>
                    </a:lnTo>
                    <a:lnTo>
                      <a:pt x="64562" y="590770"/>
                    </a:lnTo>
                    <a:lnTo>
                      <a:pt x="0" y="590770"/>
                    </a:lnTo>
                    <a:lnTo>
                      <a:pt x="0" y="569815"/>
                    </a:lnTo>
                    <a:lnTo>
                      <a:pt x="54070" y="569815"/>
                    </a:lnTo>
                    <a:lnTo>
                      <a:pt x="54070" y="373160"/>
                    </a:lnTo>
                    <a:cubicBezTo>
                      <a:pt x="54070" y="368324"/>
                      <a:pt x="57298" y="364294"/>
                      <a:pt x="62141" y="362683"/>
                    </a:cubicBezTo>
                    <a:lnTo>
                      <a:pt x="191264" y="333668"/>
                    </a:lnTo>
                    <a:cubicBezTo>
                      <a:pt x="192878" y="332862"/>
                      <a:pt x="194492" y="332862"/>
                      <a:pt x="195299" y="333668"/>
                    </a:cubicBezTo>
                    <a:cubicBezTo>
                      <a:pt x="196106" y="333668"/>
                      <a:pt x="196106" y="333668"/>
                      <a:pt x="196106" y="333668"/>
                    </a:cubicBezTo>
                    <a:lnTo>
                      <a:pt x="215475" y="336892"/>
                    </a:lnTo>
                    <a:lnTo>
                      <a:pt x="215475" y="116864"/>
                    </a:lnTo>
                    <a:cubicBezTo>
                      <a:pt x="215475" y="112028"/>
                      <a:pt x="218703" y="107999"/>
                      <a:pt x="223545" y="106387"/>
                    </a:cubicBezTo>
                    <a:lnTo>
                      <a:pt x="341370" y="75760"/>
                    </a:lnTo>
                    <a:cubicBezTo>
                      <a:pt x="342177" y="75760"/>
                      <a:pt x="342177" y="75760"/>
                      <a:pt x="342984" y="75760"/>
                    </a:cubicBezTo>
                    <a:cubicBezTo>
                      <a:pt x="343791" y="75760"/>
                      <a:pt x="344598" y="74954"/>
                      <a:pt x="345405" y="75760"/>
                    </a:cubicBezTo>
                    <a:cubicBezTo>
                      <a:pt x="346213" y="75760"/>
                      <a:pt x="347020" y="75760"/>
                      <a:pt x="347020" y="75760"/>
                    </a:cubicBezTo>
                    <a:cubicBezTo>
                      <a:pt x="347827" y="75760"/>
                      <a:pt x="347827" y="75760"/>
                      <a:pt x="348634" y="75760"/>
                    </a:cubicBezTo>
                    <a:lnTo>
                      <a:pt x="387371" y="91879"/>
                    </a:lnTo>
                    <a:lnTo>
                      <a:pt x="387371" y="62865"/>
                    </a:lnTo>
                    <a:cubicBezTo>
                      <a:pt x="375265" y="58029"/>
                      <a:pt x="365581" y="45940"/>
                      <a:pt x="365581" y="32238"/>
                    </a:cubicBezTo>
                    <a:cubicBezTo>
                      <a:pt x="365581" y="14507"/>
                      <a:pt x="380107" y="0"/>
                      <a:pt x="397862" y="0"/>
                    </a:cubicBezTo>
                    <a:close/>
                  </a:path>
                </a:pathLst>
              </a:custGeom>
              <a:solidFill>
                <a:srgbClr val="FFFFFF"/>
              </a:solidFill>
              <a:ln>
                <a:noFill/>
              </a:ln>
            </p:spPr>
            <p:txBody>
              <a:bodyPr wrap="square" lIns="91440" tIns="45720" rIns="91440" bIns="4572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i="0" u="none" strike="noStrike" kern="0" cap="none" spc="0" normalizeH="0" baseline="0" noProof="0">
                  <a:ln>
                    <a:noFill/>
                  </a:ln>
                  <a:solidFill>
                    <a:srgbClr val="000000"/>
                  </a:solidFill>
                  <a:effectLst/>
                  <a:uLnTx/>
                  <a:uFillTx/>
                  <a:cs typeface="+mn-ea"/>
                  <a:sym typeface="+mn-lt"/>
                </a:endParaRPr>
              </a:p>
            </p:txBody>
          </p:sp>
        </p:grpSp>
        <p:sp>
          <p:nvSpPr>
            <p:cNvPr id="40" name="文本框 39">
              <a:extLst>
                <a:ext uri="{FF2B5EF4-FFF2-40B4-BE49-F238E27FC236}">
                  <a16:creationId xmlns:a16="http://schemas.microsoft.com/office/drawing/2014/main" id="{4DB4E563-180E-4B6D-A10F-6D663BF07B53}"/>
                </a:ext>
              </a:extLst>
            </p:cNvPr>
            <p:cNvSpPr txBox="1"/>
            <p:nvPr/>
          </p:nvSpPr>
          <p:spPr>
            <a:xfrm>
              <a:off x="6711992" y="3996281"/>
              <a:ext cx="2121460" cy="898900"/>
            </a:xfrm>
            <a:prstGeom prst="rect">
              <a:avLst/>
            </a:prstGeom>
            <a:noFill/>
          </p:spPr>
          <p:txBody>
            <a:bodyPr wrap="square" rtlCol="0">
              <a:spAutoFit/>
            </a:bodyPr>
            <a:lstStyle/>
            <a:p>
              <a:pPr algn="ctr" defTabSz="457200">
                <a:lnSpc>
                  <a:spcPct val="150000"/>
                </a:lnSpc>
              </a:pPr>
              <a:r>
                <a:rPr lang="zh-CN" altLang="en-US" sz="1200" dirty="0">
                  <a:solidFill>
                    <a:schemeClr val="bg1">
                      <a:lumMod val="50000"/>
                    </a:schemeClr>
                  </a:solidFill>
                  <a:cs typeface="+mn-ea"/>
                  <a:sym typeface="+mn-lt"/>
                </a:rPr>
                <a:t>在这里添加你的详细小段落文本内容，与标题相关并符合整体语言风格内容请简洁。</a:t>
              </a:r>
            </a:p>
          </p:txBody>
        </p:sp>
        <p:sp>
          <p:nvSpPr>
            <p:cNvPr id="41" name="文本框 40">
              <a:extLst>
                <a:ext uri="{FF2B5EF4-FFF2-40B4-BE49-F238E27FC236}">
                  <a16:creationId xmlns:a16="http://schemas.microsoft.com/office/drawing/2014/main" id="{26EC7309-0E9C-49CB-AABA-85B7FD78537A}"/>
                </a:ext>
              </a:extLst>
            </p:cNvPr>
            <p:cNvSpPr txBox="1"/>
            <p:nvPr/>
          </p:nvSpPr>
          <p:spPr>
            <a:xfrm>
              <a:off x="6961108" y="3584704"/>
              <a:ext cx="1872344" cy="369332"/>
            </a:xfrm>
            <a:prstGeom prst="rect">
              <a:avLst/>
            </a:prstGeom>
            <a:noFill/>
          </p:spPr>
          <p:txBody>
            <a:bodyPr wrap="square" rtlCol="0">
              <a:spAutoFit/>
            </a:bodyPr>
            <a:lstStyle/>
            <a:p>
              <a:pPr marL="0" marR="0" lvl="0" indent="0" defTabSz="1219170" eaLnBrk="1" fontAlgn="auto" latinLnBrk="0" hangingPunct="1">
                <a:lnSpc>
                  <a:spcPct val="100000"/>
                </a:lnSpc>
                <a:spcBef>
                  <a:spcPts val="0"/>
                </a:spcBef>
                <a:spcAft>
                  <a:spcPts val="0"/>
                </a:spcAft>
                <a:buClrTx/>
                <a:buSzTx/>
                <a:buFontTx/>
                <a:buNone/>
                <a:tabLst/>
                <a:defRPr/>
              </a:pPr>
              <a:r>
                <a:rPr kumimoji="0" lang="zh-CN" altLang="en-US" sz="1800" i="0" u="none" strike="noStrike" kern="0" cap="none" spc="0" normalizeH="0" baseline="0" noProof="0" dirty="0">
                  <a:ln>
                    <a:noFill/>
                  </a:ln>
                  <a:solidFill>
                    <a:srgbClr val="F0F0F0">
                      <a:lumMod val="25000"/>
                    </a:srgbClr>
                  </a:solidFill>
                  <a:effectLst/>
                  <a:uLnTx/>
                  <a:uFillTx/>
                  <a:cs typeface="+mn-ea"/>
                  <a:sym typeface="+mn-lt"/>
                </a:rPr>
                <a:t>添加标题文字</a:t>
              </a:r>
            </a:p>
          </p:txBody>
        </p:sp>
      </p:grpSp>
      <p:grpSp>
        <p:nvGrpSpPr>
          <p:cNvPr id="44" name="组合 43">
            <a:extLst>
              <a:ext uri="{FF2B5EF4-FFF2-40B4-BE49-F238E27FC236}">
                <a16:creationId xmlns:a16="http://schemas.microsoft.com/office/drawing/2014/main" id="{661B4CFC-6AA0-4655-9832-3C1CDF605BC9}"/>
              </a:ext>
            </a:extLst>
          </p:cNvPr>
          <p:cNvGrpSpPr/>
          <p:nvPr/>
        </p:nvGrpSpPr>
        <p:grpSpPr>
          <a:xfrm>
            <a:off x="9099098" y="2563318"/>
            <a:ext cx="2182293" cy="2296526"/>
            <a:chOff x="9099098" y="2201368"/>
            <a:chExt cx="2182293" cy="2296526"/>
          </a:xfrm>
        </p:grpSpPr>
        <p:grpSp>
          <p:nvGrpSpPr>
            <p:cNvPr id="45" name="i$líḍê" title="MJ8JxobmQhO5YsZmEcy6DZVp0AZTfE39zvT5PAyas4bMl">
              <a:extLst>
                <a:ext uri="{FF2B5EF4-FFF2-40B4-BE49-F238E27FC236}">
                  <a16:creationId xmlns:a16="http://schemas.microsoft.com/office/drawing/2014/main" id="{812BE315-600B-4233-8B23-5B12DC2134BE}"/>
                </a:ext>
              </a:extLst>
            </p:cNvPr>
            <p:cNvGrpSpPr/>
            <p:nvPr/>
          </p:nvGrpSpPr>
          <p:grpSpPr>
            <a:xfrm>
              <a:off x="9777181" y="2201368"/>
              <a:ext cx="792088" cy="792085"/>
              <a:chOff x="2406923" y="2845390"/>
              <a:chExt cx="571222" cy="571221"/>
            </a:xfrm>
          </p:grpSpPr>
          <p:sp>
            <p:nvSpPr>
              <p:cNvPr id="48" name="îṩľíḓê">
                <a:extLst>
                  <a:ext uri="{FF2B5EF4-FFF2-40B4-BE49-F238E27FC236}">
                    <a16:creationId xmlns:a16="http://schemas.microsoft.com/office/drawing/2014/main" id="{DD81FEF6-3648-4886-AA74-5BEE82AA2467}"/>
                  </a:ext>
                </a:extLst>
              </p:cNvPr>
              <p:cNvSpPr/>
              <p:nvPr/>
            </p:nvSpPr>
            <p:spPr>
              <a:xfrm>
                <a:off x="2406923" y="2845390"/>
                <a:ext cx="571222" cy="571221"/>
              </a:xfrm>
              <a:prstGeom prst="ellipse">
                <a:avLst/>
              </a:prstGeom>
              <a:solidFill>
                <a:schemeClr val="accent2"/>
              </a:solidFill>
              <a:ln w="38100" cap="flat" cmpd="sng" algn="ctr">
                <a:solidFill>
                  <a:srgbClr val="FFFFFF"/>
                </a:solidFill>
                <a:prstDash val="solid"/>
              </a:ln>
              <a:effectLst/>
            </p:spPr>
            <p:txBody>
              <a:bodyPr wrap="square" lIns="91440" tIns="45720" rIns="91440" bIns="4572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i="0" u="none" strike="noStrike" kern="0" cap="none" spc="0" normalizeH="0" baseline="0" noProof="0">
                  <a:ln>
                    <a:noFill/>
                  </a:ln>
                  <a:solidFill>
                    <a:srgbClr val="000000"/>
                  </a:solidFill>
                  <a:effectLst/>
                  <a:uLnTx/>
                  <a:uFillTx/>
                  <a:cs typeface="+mn-ea"/>
                  <a:sym typeface="+mn-lt"/>
                </a:endParaRPr>
              </a:p>
            </p:txBody>
          </p:sp>
          <p:sp>
            <p:nvSpPr>
              <p:cNvPr id="49" name="îs1îḍê" title="ry6MHxwOH8WsTKLSa514qPVJnvhhWFnRDjZGIbRZNsFBp">
                <a:extLst>
                  <a:ext uri="{FF2B5EF4-FFF2-40B4-BE49-F238E27FC236}">
                    <a16:creationId xmlns:a16="http://schemas.microsoft.com/office/drawing/2014/main" id="{DB9BC205-3A8E-43AA-811C-F01C4B01F12E}"/>
                  </a:ext>
                </a:extLst>
              </p:cNvPr>
              <p:cNvSpPr/>
              <p:nvPr/>
            </p:nvSpPr>
            <p:spPr bwMode="auto">
              <a:xfrm>
                <a:off x="2540113" y="2998523"/>
                <a:ext cx="304843" cy="264949"/>
              </a:xfrm>
              <a:custGeom>
                <a:avLst/>
                <a:gdLst>
                  <a:gd name="connsiteX0" fmla="*/ 427885 w 601094"/>
                  <a:gd name="connsiteY0" fmla="*/ 274980 h 522431"/>
                  <a:gd name="connsiteX1" fmla="*/ 432269 w 601094"/>
                  <a:gd name="connsiteY1" fmla="*/ 321660 h 522431"/>
                  <a:gd name="connsiteX2" fmla="*/ 431295 w 601094"/>
                  <a:gd name="connsiteY2" fmla="*/ 429121 h 522431"/>
                  <a:gd name="connsiteX3" fmla="*/ 453455 w 601094"/>
                  <a:gd name="connsiteY3" fmla="*/ 417208 h 522431"/>
                  <a:gd name="connsiteX4" fmla="*/ 448585 w 601094"/>
                  <a:gd name="connsiteY4" fmla="*/ 349619 h 522431"/>
                  <a:gd name="connsiteX5" fmla="*/ 448585 w 601094"/>
                  <a:gd name="connsiteY5" fmla="*/ 301238 h 522431"/>
                  <a:gd name="connsiteX6" fmla="*/ 427885 w 601094"/>
                  <a:gd name="connsiteY6" fmla="*/ 274980 h 522431"/>
                  <a:gd name="connsiteX7" fmla="*/ 352921 w 601094"/>
                  <a:gd name="connsiteY7" fmla="*/ 272822 h 522431"/>
                  <a:gd name="connsiteX8" fmla="*/ 354868 w 601094"/>
                  <a:gd name="connsiteY8" fmla="*/ 371774 h 522431"/>
                  <a:gd name="connsiteX9" fmla="*/ 351947 w 601094"/>
                  <a:gd name="connsiteY9" fmla="*/ 423317 h 522431"/>
                  <a:gd name="connsiteX10" fmla="*/ 378481 w 601094"/>
                  <a:gd name="connsiteY10" fmla="*/ 441065 h 522431"/>
                  <a:gd name="connsiteX11" fmla="*/ 386514 w 601094"/>
                  <a:gd name="connsiteY11" fmla="*/ 411647 h 522431"/>
                  <a:gd name="connsiteX12" fmla="*/ 385297 w 601094"/>
                  <a:gd name="connsiteY12" fmla="*/ 362535 h 522431"/>
                  <a:gd name="connsiteX13" fmla="*/ 388461 w 601094"/>
                  <a:gd name="connsiteY13" fmla="*/ 301511 h 522431"/>
                  <a:gd name="connsiteX14" fmla="*/ 356816 w 601094"/>
                  <a:gd name="connsiteY14" fmla="*/ 273795 h 522431"/>
                  <a:gd name="connsiteX15" fmla="*/ 352921 w 601094"/>
                  <a:gd name="connsiteY15" fmla="*/ 272822 h 522431"/>
                  <a:gd name="connsiteX16" fmla="*/ 276425 w 601094"/>
                  <a:gd name="connsiteY16" fmla="*/ 271096 h 522431"/>
                  <a:gd name="connsiteX17" fmla="*/ 279350 w 601094"/>
                  <a:gd name="connsiteY17" fmla="*/ 382676 h 522431"/>
                  <a:gd name="connsiteX18" fmla="*/ 278131 w 601094"/>
                  <a:gd name="connsiteY18" fmla="*/ 427892 h 522431"/>
                  <a:gd name="connsiteX19" fmla="*/ 302017 w 601094"/>
                  <a:gd name="connsiteY19" fmla="*/ 447096 h 522431"/>
                  <a:gd name="connsiteX20" fmla="*/ 308841 w 601094"/>
                  <a:gd name="connsiteY20" fmla="*/ 393859 h 522431"/>
                  <a:gd name="connsiteX21" fmla="*/ 309816 w 601094"/>
                  <a:gd name="connsiteY21" fmla="*/ 321660 h 522431"/>
                  <a:gd name="connsiteX22" fmla="*/ 313472 w 601094"/>
                  <a:gd name="connsiteY22" fmla="*/ 278875 h 522431"/>
                  <a:gd name="connsiteX23" fmla="*/ 281787 w 601094"/>
                  <a:gd name="connsiteY23" fmla="*/ 273041 h 522431"/>
                  <a:gd name="connsiteX24" fmla="*/ 276425 w 601094"/>
                  <a:gd name="connsiteY24" fmla="*/ 271096 h 522431"/>
                  <a:gd name="connsiteX25" fmla="*/ 207982 w 601094"/>
                  <a:gd name="connsiteY25" fmla="*/ 270139 h 522431"/>
                  <a:gd name="connsiteX26" fmla="*/ 212122 w 601094"/>
                  <a:gd name="connsiteY26" fmla="*/ 371024 h 522431"/>
                  <a:gd name="connsiteX27" fmla="*/ 213826 w 601094"/>
                  <a:gd name="connsiteY27" fmla="*/ 428880 h 522431"/>
                  <a:gd name="connsiteX28" fmla="*/ 219427 w 601094"/>
                  <a:gd name="connsiteY28" fmla="*/ 447842 h 522431"/>
                  <a:gd name="connsiteX29" fmla="*/ 237689 w 601094"/>
                  <a:gd name="connsiteY29" fmla="*/ 443709 h 522431"/>
                  <a:gd name="connsiteX30" fmla="*/ 236472 w 601094"/>
                  <a:gd name="connsiteY30" fmla="*/ 345013 h 522431"/>
                  <a:gd name="connsiteX31" fmla="*/ 237446 w 601094"/>
                  <a:gd name="connsiteY31" fmla="*/ 302228 h 522431"/>
                  <a:gd name="connsiteX32" fmla="*/ 213339 w 601094"/>
                  <a:gd name="connsiteY32" fmla="*/ 272570 h 522431"/>
                  <a:gd name="connsiteX33" fmla="*/ 207982 w 601094"/>
                  <a:gd name="connsiteY33" fmla="*/ 270139 h 522431"/>
                  <a:gd name="connsiteX34" fmla="*/ 167332 w 601094"/>
                  <a:gd name="connsiteY34" fmla="*/ 268198 h 522431"/>
                  <a:gd name="connsiteX35" fmla="*/ 141519 w 601094"/>
                  <a:gd name="connsiteY35" fmla="*/ 270872 h 522431"/>
                  <a:gd name="connsiteX36" fmla="*/ 136893 w 601094"/>
                  <a:gd name="connsiteY36" fmla="*/ 269657 h 522431"/>
                  <a:gd name="connsiteX37" fmla="*/ 141032 w 601094"/>
                  <a:gd name="connsiteY37" fmla="*/ 391464 h 522431"/>
                  <a:gd name="connsiteX38" fmla="*/ 138354 w 601094"/>
                  <a:gd name="connsiteY38" fmla="*/ 445924 h 522431"/>
                  <a:gd name="connsiteX39" fmla="*/ 167332 w 601094"/>
                  <a:gd name="connsiteY39" fmla="*/ 431823 h 522431"/>
                  <a:gd name="connsiteX40" fmla="*/ 168793 w 601094"/>
                  <a:gd name="connsiteY40" fmla="*/ 322172 h 522431"/>
                  <a:gd name="connsiteX41" fmla="*/ 167332 w 601094"/>
                  <a:gd name="connsiteY41" fmla="*/ 268198 h 522431"/>
                  <a:gd name="connsiteX42" fmla="*/ 424963 w 601094"/>
                  <a:gd name="connsiteY42" fmla="*/ 258205 h 522431"/>
                  <a:gd name="connsiteX43" fmla="*/ 470015 w 601094"/>
                  <a:gd name="connsiteY43" fmla="*/ 309504 h 522431"/>
                  <a:gd name="connsiteX44" fmla="*/ 468797 w 601094"/>
                  <a:gd name="connsiteY44" fmla="*/ 403836 h 522431"/>
                  <a:gd name="connsiteX45" fmla="*/ 467336 w 601094"/>
                  <a:gd name="connsiteY45" fmla="*/ 447112 h 522431"/>
                  <a:gd name="connsiteX46" fmla="*/ 417658 w 601094"/>
                  <a:gd name="connsiteY46" fmla="*/ 434469 h 522431"/>
                  <a:gd name="connsiteX47" fmla="*/ 418632 w 601094"/>
                  <a:gd name="connsiteY47" fmla="*/ 335761 h 522431"/>
                  <a:gd name="connsiteX48" fmla="*/ 415222 w 601094"/>
                  <a:gd name="connsiteY48" fmla="*/ 267687 h 522431"/>
                  <a:gd name="connsiteX49" fmla="*/ 419362 w 601094"/>
                  <a:gd name="connsiteY49" fmla="*/ 262824 h 522431"/>
                  <a:gd name="connsiteX50" fmla="*/ 424963 w 601094"/>
                  <a:gd name="connsiteY50" fmla="*/ 258205 h 522431"/>
                  <a:gd name="connsiteX51" fmla="*/ 356816 w 601094"/>
                  <a:gd name="connsiteY51" fmla="*/ 257749 h 522431"/>
                  <a:gd name="connsiteX52" fmla="*/ 392356 w 601094"/>
                  <a:gd name="connsiteY52" fmla="*/ 258478 h 522431"/>
                  <a:gd name="connsiteX53" fmla="*/ 398685 w 601094"/>
                  <a:gd name="connsiteY53" fmla="*/ 263340 h 522431"/>
                  <a:gd name="connsiteX54" fmla="*/ 400876 w 601094"/>
                  <a:gd name="connsiteY54" fmla="*/ 423803 h 522431"/>
                  <a:gd name="connsiteX55" fmla="*/ 366066 w 601094"/>
                  <a:gd name="connsiteY55" fmla="*/ 455652 h 522431"/>
                  <a:gd name="connsiteX56" fmla="*/ 340019 w 601094"/>
                  <a:gd name="connsiteY56" fmla="*/ 412133 h 522431"/>
                  <a:gd name="connsiteX57" fmla="*/ 344401 w 601094"/>
                  <a:gd name="connsiteY57" fmla="*/ 260909 h 522431"/>
                  <a:gd name="connsiteX58" fmla="*/ 352434 w 601094"/>
                  <a:gd name="connsiteY58" fmla="*/ 258964 h 522431"/>
                  <a:gd name="connsiteX59" fmla="*/ 356816 w 601094"/>
                  <a:gd name="connsiteY59" fmla="*/ 257749 h 522431"/>
                  <a:gd name="connsiteX60" fmla="*/ 213339 w 601094"/>
                  <a:gd name="connsiteY60" fmla="*/ 256040 h 522431"/>
                  <a:gd name="connsiteX61" fmla="*/ 252787 w 601094"/>
                  <a:gd name="connsiteY61" fmla="*/ 302228 h 522431"/>
                  <a:gd name="connsiteX62" fmla="*/ 250595 w 601094"/>
                  <a:gd name="connsiteY62" fmla="*/ 454405 h 522431"/>
                  <a:gd name="connsiteX63" fmla="*/ 243290 w 601094"/>
                  <a:gd name="connsiteY63" fmla="*/ 461455 h 522431"/>
                  <a:gd name="connsiteX64" fmla="*/ 207738 w 601094"/>
                  <a:gd name="connsiteY64" fmla="*/ 461455 h 522431"/>
                  <a:gd name="connsiteX65" fmla="*/ 201164 w 601094"/>
                  <a:gd name="connsiteY65" fmla="*/ 454891 h 522431"/>
                  <a:gd name="connsiteX66" fmla="*/ 199459 w 601094"/>
                  <a:gd name="connsiteY66" fmla="*/ 342825 h 522431"/>
                  <a:gd name="connsiteX67" fmla="*/ 198972 w 601094"/>
                  <a:gd name="connsiteY67" fmla="*/ 265277 h 522431"/>
                  <a:gd name="connsiteX68" fmla="*/ 205790 w 601094"/>
                  <a:gd name="connsiteY68" fmla="*/ 262360 h 522431"/>
                  <a:gd name="connsiteX69" fmla="*/ 213339 w 601094"/>
                  <a:gd name="connsiteY69" fmla="*/ 256040 h 522431"/>
                  <a:gd name="connsiteX70" fmla="*/ 281787 w 601094"/>
                  <a:gd name="connsiteY70" fmla="*/ 255781 h 522431"/>
                  <a:gd name="connsiteX71" fmla="*/ 327608 w 601094"/>
                  <a:gd name="connsiteY71" fmla="*/ 286897 h 522431"/>
                  <a:gd name="connsiteX72" fmla="*/ 323708 w 601094"/>
                  <a:gd name="connsiteY72" fmla="*/ 451472 h 522431"/>
                  <a:gd name="connsiteX73" fmla="*/ 316884 w 601094"/>
                  <a:gd name="connsiteY73" fmla="*/ 458279 h 522431"/>
                  <a:gd name="connsiteX74" fmla="*/ 262533 w 601094"/>
                  <a:gd name="connsiteY74" fmla="*/ 435914 h 522431"/>
                  <a:gd name="connsiteX75" fmla="*/ 267895 w 601094"/>
                  <a:gd name="connsiteY75" fmla="*/ 264289 h 522431"/>
                  <a:gd name="connsiteX76" fmla="*/ 273744 w 601094"/>
                  <a:gd name="connsiteY76" fmla="*/ 262831 h 522431"/>
                  <a:gd name="connsiteX77" fmla="*/ 281787 w 601094"/>
                  <a:gd name="connsiteY77" fmla="*/ 255781 h 522431"/>
                  <a:gd name="connsiteX78" fmla="*/ 163192 w 601094"/>
                  <a:gd name="connsiteY78" fmla="*/ 253367 h 522431"/>
                  <a:gd name="connsiteX79" fmla="*/ 179751 w 601094"/>
                  <a:gd name="connsiteY79" fmla="*/ 264794 h 522431"/>
                  <a:gd name="connsiteX80" fmla="*/ 176829 w 601094"/>
                  <a:gd name="connsiteY80" fmla="*/ 354508 h 522431"/>
                  <a:gd name="connsiteX81" fmla="*/ 177073 w 601094"/>
                  <a:gd name="connsiteY81" fmla="*/ 422341 h 522431"/>
                  <a:gd name="connsiteX82" fmla="*/ 176099 w 601094"/>
                  <a:gd name="connsiteY82" fmla="*/ 457108 h 522431"/>
                  <a:gd name="connsiteX83" fmla="*/ 132996 w 601094"/>
                  <a:gd name="connsiteY83" fmla="*/ 460755 h 522431"/>
                  <a:gd name="connsiteX84" fmla="*/ 130074 w 601094"/>
                  <a:gd name="connsiteY84" fmla="*/ 457838 h 522431"/>
                  <a:gd name="connsiteX85" fmla="*/ 132266 w 601094"/>
                  <a:gd name="connsiteY85" fmla="*/ 255312 h 522431"/>
                  <a:gd name="connsiteX86" fmla="*/ 136406 w 601094"/>
                  <a:gd name="connsiteY86" fmla="*/ 255798 h 522431"/>
                  <a:gd name="connsiteX87" fmla="*/ 141519 w 601094"/>
                  <a:gd name="connsiteY87" fmla="*/ 253610 h 522431"/>
                  <a:gd name="connsiteX88" fmla="*/ 163192 w 601094"/>
                  <a:gd name="connsiteY88" fmla="*/ 253367 h 522431"/>
                  <a:gd name="connsiteX89" fmla="*/ 15157 w 601094"/>
                  <a:gd name="connsiteY89" fmla="*/ 218612 h 522431"/>
                  <a:gd name="connsiteX90" fmla="*/ 20027 w 601094"/>
                  <a:gd name="connsiteY90" fmla="*/ 391686 h 522431"/>
                  <a:gd name="connsiteX91" fmla="*/ 17592 w 601094"/>
                  <a:gd name="connsiteY91" fmla="*/ 493293 h 522431"/>
                  <a:gd name="connsiteX92" fmla="*/ 79445 w 601094"/>
                  <a:gd name="connsiteY92" fmla="*/ 475791 h 522431"/>
                  <a:gd name="connsiteX93" fmla="*/ 83585 w 601094"/>
                  <a:gd name="connsiteY93" fmla="*/ 475548 h 522431"/>
                  <a:gd name="connsiteX94" fmla="*/ 373855 w 601094"/>
                  <a:gd name="connsiteY94" fmla="*/ 479438 h 522431"/>
                  <a:gd name="connsiteX95" fmla="*/ 582061 w 601094"/>
                  <a:gd name="connsiteY95" fmla="*/ 507149 h 522431"/>
                  <a:gd name="connsiteX96" fmla="*/ 588879 w 601094"/>
                  <a:gd name="connsiteY96" fmla="*/ 508607 h 522431"/>
                  <a:gd name="connsiteX97" fmla="*/ 582791 w 601094"/>
                  <a:gd name="connsiteY97" fmla="*/ 365433 h 522431"/>
                  <a:gd name="connsiteX98" fmla="*/ 581817 w 601094"/>
                  <a:gd name="connsiteY98" fmla="*/ 243893 h 522431"/>
                  <a:gd name="connsiteX99" fmla="*/ 479541 w 601094"/>
                  <a:gd name="connsiteY99" fmla="*/ 244622 h 522431"/>
                  <a:gd name="connsiteX100" fmla="*/ 471505 w 601094"/>
                  <a:gd name="connsiteY100" fmla="*/ 233683 h 522431"/>
                  <a:gd name="connsiteX101" fmla="*/ 471992 w 601094"/>
                  <a:gd name="connsiteY101" fmla="*/ 232711 h 522431"/>
                  <a:gd name="connsiteX102" fmla="*/ 265734 w 601094"/>
                  <a:gd name="connsiteY102" fmla="*/ 227849 h 522431"/>
                  <a:gd name="connsiteX103" fmla="*/ 119138 w 601094"/>
                  <a:gd name="connsiteY103" fmla="*/ 222988 h 522431"/>
                  <a:gd name="connsiteX104" fmla="*/ 126200 w 601094"/>
                  <a:gd name="connsiteY104" fmla="*/ 240003 h 522431"/>
                  <a:gd name="connsiteX105" fmla="*/ 126687 w 601094"/>
                  <a:gd name="connsiteY105" fmla="*/ 242920 h 522431"/>
                  <a:gd name="connsiteX106" fmla="*/ 126200 w 601094"/>
                  <a:gd name="connsiteY106" fmla="*/ 248268 h 522431"/>
                  <a:gd name="connsiteX107" fmla="*/ 69461 w 601094"/>
                  <a:gd name="connsiteY107" fmla="*/ 258721 h 522431"/>
                  <a:gd name="connsiteX108" fmla="*/ 15157 w 601094"/>
                  <a:gd name="connsiteY108" fmla="*/ 218612 h 522431"/>
                  <a:gd name="connsiteX109" fmla="*/ 300922 w 601094"/>
                  <a:gd name="connsiteY109" fmla="*/ 127898 h 522431"/>
                  <a:gd name="connsiteX110" fmla="*/ 259890 w 601094"/>
                  <a:gd name="connsiteY110" fmla="*/ 137666 h 522431"/>
                  <a:gd name="connsiteX111" fmla="*/ 169546 w 601094"/>
                  <a:gd name="connsiteY111" fmla="*/ 180449 h 522431"/>
                  <a:gd name="connsiteX112" fmla="*/ 119138 w 601094"/>
                  <a:gd name="connsiteY112" fmla="*/ 208160 h 522431"/>
                  <a:gd name="connsiteX113" fmla="*/ 288868 w 601094"/>
                  <a:gd name="connsiteY113" fmla="*/ 212292 h 522431"/>
                  <a:gd name="connsiteX114" fmla="*/ 479541 w 601094"/>
                  <a:gd name="connsiteY114" fmla="*/ 214966 h 522431"/>
                  <a:gd name="connsiteX115" fmla="*/ 420367 w 601094"/>
                  <a:gd name="connsiteY115" fmla="*/ 166593 h 522431"/>
                  <a:gd name="connsiteX116" fmla="*/ 300922 w 601094"/>
                  <a:gd name="connsiteY116" fmla="*/ 127898 h 522431"/>
                  <a:gd name="connsiteX117" fmla="*/ 304940 w 601094"/>
                  <a:gd name="connsiteY117" fmla="*/ 19043 h 522431"/>
                  <a:gd name="connsiteX118" fmla="*/ 305671 w 601094"/>
                  <a:gd name="connsiteY118" fmla="*/ 25606 h 522431"/>
                  <a:gd name="connsiteX119" fmla="*/ 320282 w 601094"/>
                  <a:gd name="connsiteY119" fmla="*/ 28766 h 522431"/>
                  <a:gd name="connsiteX120" fmla="*/ 311271 w 601094"/>
                  <a:gd name="connsiteY120" fmla="*/ 22932 h 522431"/>
                  <a:gd name="connsiteX121" fmla="*/ 304940 w 601094"/>
                  <a:gd name="connsiteY121" fmla="*/ 19043 h 522431"/>
                  <a:gd name="connsiteX122" fmla="*/ 296417 w 601094"/>
                  <a:gd name="connsiteY122" fmla="*/ 113 h 522431"/>
                  <a:gd name="connsiteX123" fmla="*/ 302992 w 601094"/>
                  <a:gd name="connsiteY123" fmla="*/ 4458 h 522431"/>
                  <a:gd name="connsiteX124" fmla="*/ 302992 w 601094"/>
                  <a:gd name="connsiteY124" fmla="*/ 4701 h 522431"/>
                  <a:gd name="connsiteX125" fmla="*/ 323691 w 601094"/>
                  <a:gd name="connsiteY125" fmla="*/ 12723 h 522431"/>
                  <a:gd name="connsiteX126" fmla="*/ 355835 w 601094"/>
                  <a:gd name="connsiteY126" fmla="*/ 31197 h 522431"/>
                  <a:gd name="connsiteX127" fmla="*/ 351451 w 601094"/>
                  <a:gd name="connsiteY127" fmla="*/ 47727 h 522431"/>
                  <a:gd name="connsiteX128" fmla="*/ 306888 w 601094"/>
                  <a:gd name="connsiteY128" fmla="*/ 47970 h 522431"/>
                  <a:gd name="connsiteX129" fmla="*/ 302018 w 601094"/>
                  <a:gd name="connsiteY129" fmla="*/ 104851 h 522431"/>
                  <a:gd name="connsiteX130" fmla="*/ 388222 w 601094"/>
                  <a:gd name="connsiteY130" fmla="*/ 131832 h 522431"/>
                  <a:gd name="connsiteX131" fmla="*/ 491960 w 601094"/>
                  <a:gd name="connsiteY131" fmla="*/ 235385 h 522431"/>
                  <a:gd name="connsiteX132" fmla="*/ 583035 w 601094"/>
                  <a:gd name="connsiteY132" fmla="*/ 217640 h 522431"/>
                  <a:gd name="connsiteX133" fmla="*/ 596185 w 601094"/>
                  <a:gd name="connsiteY133" fmla="*/ 224203 h 522431"/>
                  <a:gd name="connsiteX134" fmla="*/ 598376 w 601094"/>
                  <a:gd name="connsiteY134" fmla="*/ 229551 h 522431"/>
                  <a:gd name="connsiteX135" fmla="*/ 599107 w 601094"/>
                  <a:gd name="connsiteY135" fmla="*/ 403840 h 522431"/>
                  <a:gd name="connsiteX136" fmla="*/ 591558 w 601094"/>
                  <a:gd name="connsiteY136" fmla="*/ 516629 h 522431"/>
                  <a:gd name="connsiteX137" fmla="*/ 585470 w 601094"/>
                  <a:gd name="connsiteY137" fmla="*/ 519546 h 522431"/>
                  <a:gd name="connsiteX138" fmla="*/ 577677 w 601094"/>
                  <a:gd name="connsiteY138" fmla="*/ 522220 h 522431"/>
                  <a:gd name="connsiteX139" fmla="*/ 449101 w 601094"/>
                  <a:gd name="connsiteY139" fmla="*/ 489890 h 522431"/>
                  <a:gd name="connsiteX140" fmla="*/ 323934 w 601094"/>
                  <a:gd name="connsiteY140" fmla="*/ 501558 h 522431"/>
                  <a:gd name="connsiteX141" fmla="*/ 89429 w 601094"/>
                  <a:gd name="connsiteY141" fmla="*/ 487459 h 522431"/>
                  <a:gd name="connsiteX142" fmla="*/ 84072 w 601094"/>
                  <a:gd name="connsiteY142" fmla="*/ 492564 h 522431"/>
                  <a:gd name="connsiteX143" fmla="*/ 12966 w 601094"/>
                  <a:gd name="connsiteY143" fmla="*/ 518817 h 522431"/>
                  <a:gd name="connsiteX144" fmla="*/ 4686 w 601094"/>
                  <a:gd name="connsiteY144" fmla="*/ 512497 h 522431"/>
                  <a:gd name="connsiteX145" fmla="*/ 7121 w 601094"/>
                  <a:gd name="connsiteY145" fmla="*/ 310497 h 522431"/>
                  <a:gd name="connsiteX146" fmla="*/ 6878 w 601094"/>
                  <a:gd name="connsiteY146" fmla="*/ 210834 h 522431"/>
                  <a:gd name="connsiteX147" fmla="*/ 15888 w 601094"/>
                  <a:gd name="connsiteY147" fmla="*/ 212535 h 522431"/>
                  <a:gd name="connsiteX148" fmla="*/ 66782 w 601094"/>
                  <a:gd name="connsiteY148" fmla="*/ 247296 h 522431"/>
                  <a:gd name="connsiteX149" fmla="*/ 115485 w 601094"/>
                  <a:gd name="connsiteY149" fmla="*/ 242434 h 522431"/>
                  <a:gd name="connsiteX150" fmla="*/ 85046 w 601094"/>
                  <a:gd name="connsiteY150" fmla="*/ 211806 h 522431"/>
                  <a:gd name="connsiteX151" fmla="*/ 88212 w 601094"/>
                  <a:gd name="connsiteY151" fmla="*/ 200138 h 522431"/>
                  <a:gd name="connsiteX152" fmla="*/ 274014 w 601094"/>
                  <a:gd name="connsiteY152" fmla="*/ 111171 h 522431"/>
                  <a:gd name="connsiteX153" fmla="*/ 292521 w 601094"/>
                  <a:gd name="connsiteY153" fmla="*/ 105580 h 522431"/>
                  <a:gd name="connsiteX154" fmla="*/ 290329 w 601094"/>
                  <a:gd name="connsiteY154" fmla="*/ 40434 h 522431"/>
                  <a:gd name="connsiteX155" fmla="*/ 290086 w 601094"/>
                  <a:gd name="connsiteY155" fmla="*/ 29009 h 522431"/>
                  <a:gd name="connsiteX156" fmla="*/ 290573 w 601094"/>
                  <a:gd name="connsiteY156" fmla="*/ 6160 h 522431"/>
                  <a:gd name="connsiteX157" fmla="*/ 296417 w 601094"/>
                  <a:gd name="connsiteY157" fmla="*/ 113 h 52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Lst>
                <a:rect l="l" t="t" r="r" b="b"/>
                <a:pathLst>
                  <a:path w="601094" h="522431">
                    <a:moveTo>
                      <a:pt x="427885" y="274980"/>
                    </a:moveTo>
                    <a:cubicBezTo>
                      <a:pt x="432025" y="289568"/>
                      <a:pt x="431782" y="309261"/>
                      <a:pt x="432269" y="321660"/>
                    </a:cubicBezTo>
                    <a:cubicBezTo>
                      <a:pt x="433730" y="357156"/>
                      <a:pt x="437139" y="394111"/>
                      <a:pt x="431295" y="429121"/>
                    </a:cubicBezTo>
                    <a:cubicBezTo>
                      <a:pt x="427885" y="449300"/>
                      <a:pt x="455403" y="436171"/>
                      <a:pt x="453455" y="417208"/>
                    </a:cubicBezTo>
                    <a:cubicBezTo>
                      <a:pt x="451020" y="394840"/>
                      <a:pt x="449802" y="372230"/>
                      <a:pt x="448585" y="349619"/>
                    </a:cubicBezTo>
                    <a:cubicBezTo>
                      <a:pt x="447611" y="333330"/>
                      <a:pt x="446637" y="317527"/>
                      <a:pt x="448585" y="301238"/>
                    </a:cubicBezTo>
                    <a:cubicBezTo>
                      <a:pt x="450533" y="282760"/>
                      <a:pt x="446880" y="275224"/>
                      <a:pt x="427885" y="274980"/>
                    </a:cubicBezTo>
                    <a:close/>
                    <a:moveTo>
                      <a:pt x="352921" y="272822"/>
                    </a:moveTo>
                    <a:cubicBezTo>
                      <a:pt x="351217" y="305158"/>
                      <a:pt x="355112" y="339439"/>
                      <a:pt x="354868" y="371774"/>
                    </a:cubicBezTo>
                    <a:cubicBezTo>
                      <a:pt x="354868" y="389279"/>
                      <a:pt x="353651" y="405812"/>
                      <a:pt x="351947" y="423317"/>
                    </a:cubicBezTo>
                    <a:cubicBezTo>
                      <a:pt x="350000" y="446170"/>
                      <a:pt x="359980" y="444468"/>
                      <a:pt x="378481" y="441065"/>
                    </a:cubicBezTo>
                    <a:cubicBezTo>
                      <a:pt x="393817" y="438390"/>
                      <a:pt x="387488" y="426477"/>
                      <a:pt x="386514" y="411647"/>
                    </a:cubicBezTo>
                    <a:cubicBezTo>
                      <a:pt x="385540" y="395357"/>
                      <a:pt x="384323" y="378825"/>
                      <a:pt x="385297" y="362535"/>
                    </a:cubicBezTo>
                    <a:cubicBezTo>
                      <a:pt x="386514" y="342356"/>
                      <a:pt x="388948" y="321690"/>
                      <a:pt x="388461" y="301511"/>
                    </a:cubicBezTo>
                    <a:cubicBezTo>
                      <a:pt x="387974" y="273552"/>
                      <a:pt x="380428" y="274038"/>
                      <a:pt x="356816" y="273795"/>
                    </a:cubicBezTo>
                    <a:cubicBezTo>
                      <a:pt x="355112" y="273795"/>
                      <a:pt x="353895" y="273309"/>
                      <a:pt x="352921" y="272822"/>
                    </a:cubicBezTo>
                    <a:close/>
                    <a:moveTo>
                      <a:pt x="276425" y="271096"/>
                    </a:moveTo>
                    <a:cubicBezTo>
                      <a:pt x="286174" y="306831"/>
                      <a:pt x="280325" y="345969"/>
                      <a:pt x="279350" y="382676"/>
                    </a:cubicBezTo>
                    <a:cubicBezTo>
                      <a:pt x="278862" y="397748"/>
                      <a:pt x="278131" y="413063"/>
                      <a:pt x="278131" y="427892"/>
                    </a:cubicBezTo>
                    <a:cubicBezTo>
                      <a:pt x="278131" y="449041"/>
                      <a:pt x="279350" y="450986"/>
                      <a:pt x="302017" y="447096"/>
                    </a:cubicBezTo>
                    <a:cubicBezTo>
                      <a:pt x="317128" y="444422"/>
                      <a:pt x="309085" y="407715"/>
                      <a:pt x="308841" y="393859"/>
                    </a:cubicBezTo>
                    <a:cubicBezTo>
                      <a:pt x="308841" y="369792"/>
                      <a:pt x="308353" y="345483"/>
                      <a:pt x="309816" y="321660"/>
                    </a:cubicBezTo>
                    <a:cubicBezTo>
                      <a:pt x="310547" y="308289"/>
                      <a:pt x="314690" y="291759"/>
                      <a:pt x="313472" y="278875"/>
                    </a:cubicBezTo>
                    <a:cubicBezTo>
                      <a:pt x="312497" y="266477"/>
                      <a:pt x="288855" y="273041"/>
                      <a:pt x="281787" y="273041"/>
                    </a:cubicBezTo>
                    <a:cubicBezTo>
                      <a:pt x="279594" y="273041"/>
                      <a:pt x="277888" y="272068"/>
                      <a:pt x="276425" y="271096"/>
                    </a:cubicBezTo>
                    <a:close/>
                    <a:moveTo>
                      <a:pt x="207982" y="270139"/>
                    </a:moveTo>
                    <a:cubicBezTo>
                      <a:pt x="205060" y="301985"/>
                      <a:pt x="210174" y="339421"/>
                      <a:pt x="212122" y="371024"/>
                    </a:cubicBezTo>
                    <a:cubicBezTo>
                      <a:pt x="213339" y="390471"/>
                      <a:pt x="214800" y="409433"/>
                      <a:pt x="213826" y="428880"/>
                    </a:cubicBezTo>
                    <a:cubicBezTo>
                      <a:pt x="209687" y="437632"/>
                      <a:pt x="211635" y="443952"/>
                      <a:pt x="219427" y="447842"/>
                    </a:cubicBezTo>
                    <a:cubicBezTo>
                      <a:pt x="226732" y="450030"/>
                      <a:pt x="232576" y="448571"/>
                      <a:pt x="237689" y="443709"/>
                    </a:cubicBezTo>
                    <a:cubicBezTo>
                      <a:pt x="237933" y="410891"/>
                      <a:pt x="236472" y="377830"/>
                      <a:pt x="236472" y="345013"/>
                    </a:cubicBezTo>
                    <a:cubicBezTo>
                      <a:pt x="236228" y="330670"/>
                      <a:pt x="236715" y="316570"/>
                      <a:pt x="237446" y="302228"/>
                    </a:cubicBezTo>
                    <a:cubicBezTo>
                      <a:pt x="238663" y="279620"/>
                      <a:pt x="232819" y="274515"/>
                      <a:pt x="213339" y="272570"/>
                    </a:cubicBezTo>
                    <a:cubicBezTo>
                      <a:pt x="211148" y="272327"/>
                      <a:pt x="209200" y="271355"/>
                      <a:pt x="207982" y="270139"/>
                    </a:cubicBezTo>
                    <a:close/>
                    <a:moveTo>
                      <a:pt x="167332" y="268198"/>
                    </a:moveTo>
                    <a:cubicBezTo>
                      <a:pt x="169037" y="272817"/>
                      <a:pt x="147120" y="270629"/>
                      <a:pt x="141519" y="270872"/>
                    </a:cubicBezTo>
                    <a:cubicBezTo>
                      <a:pt x="139571" y="270872"/>
                      <a:pt x="138110" y="270386"/>
                      <a:pt x="136893" y="269657"/>
                    </a:cubicBezTo>
                    <a:cubicBezTo>
                      <a:pt x="138354" y="310259"/>
                      <a:pt x="141276" y="350861"/>
                      <a:pt x="141032" y="391464"/>
                    </a:cubicBezTo>
                    <a:cubicBezTo>
                      <a:pt x="141032" y="409698"/>
                      <a:pt x="141763" y="428176"/>
                      <a:pt x="138354" y="445924"/>
                    </a:cubicBezTo>
                    <a:cubicBezTo>
                      <a:pt x="134701" y="464645"/>
                      <a:pt x="170011" y="452002"/>
                      <a:pt x="167332" y="431823"/>
                    </a:cubicBezTo>
                    <a:cubicBezTo>
                      <a:pt x="162705" y="395354"/>
                      <a:pt x="165384" y="358641"/>
                      <a:pt x="168793" y="322172"/>
                    </a:cubicBezTo>
                    <a:cubicBezTo>
                      <a:pt x="170498" y="304910"/>
                      <a:pt x="173907" y="284974"/>
                      <a:pt x="167332" y="268198"/>
                    </a:cubicBezTo>
                    <a:close/>
                    <a:moveTo>
                      <a:pt x="424963" y="258205"/>
                    </a:moveTo>
                    <a:cubicBezTo>
                      <a:pt x="464414" y="252613"/>
                      <a:pt x="474155" y="272063"/>
                      <a:pt x="470015" y="309504"/>
                    </a:cubicBezTo>
                    <a:cubicBezTo>
                      <a:pt x="466362" y="340137"/>
                      <a:pt x="467336" y="372959"/>
                      <a:pt x="468797" y="403836"/>
                    </a:cubicBezTo>
                    <a:cubicBezTo>
                      <a:pt x="469284" y="414047"/>
                      <a:pt x="476346" y="438116"/>
                      <a:pt x="467336" y="447112"/>
                    </a:cubicBezTo>
                    <a:cubicBezTo>
                      <a:pt x="455160" y="459511"/>
                      <a:pt x="414248" y="458782"/>
                      <a:pt x="417658" y="434469"/>
                    </a:cubicBezTo>
                    <a:cubicBezTo>
                      <a:pt x="422528" y="402377"/>
                      <a:pt x="418875" y="368097"/>
                      <a:pt x="418632" y="335761"/>
                    </a:cubicBezTo>
                    <a:cubicBezTo>
                      <a:pt x="418632" y="314123"/>
                      <a:pt x="420823" y="288838"/>
                      <a:pt x="415222" y="267687"/>
                    </a:cubicBezTo>
                    <a:cubicBezTo>
                      <a:pt x="414492" y="264526"/>
                      <a:pt x="416927" y="262581"/>
                      <a:pt x="419362" y="262824"/>
                    </a:cubicBezTo>
                    <a:cubicBezTo>
                      <a:pt x="420336" y="260393"/>
                      <a:pt x="422041" y="258691"/>
                      <a:pt x="424963" y="258205"/>
                    </a:cubicBezTo>
                    <a:close/>
                    <a:moveTo>
                      <a:pt x="356816" y="257749"/>
                    </a:moveTo>
                    <a:cubicBezTo>
                      <a:pt x="368500" y="258235"/>
                      <a:pt x="380428" y="258478"/>
                      <a:pt x="392356" y="258478"/>
                    </a:cubicBezTo>
                    <a:cubicBezTo>
                      <a:pt x="395034" y="258478"/>
                      <a:pt x="398198" y="260423"/>
                      <a:pt x="398685" y="263340"/>
                    </a:cubicBezTo>
                    <a:cubicBezTo>
                      <a:pt x="408179" y="315126"/>
                      <a:pt x="399415" y="371045"/>
                      <a:pt x="400876" y="423803"/>
                    </a:cubicBezTo>
                    <a:cubicBezTo>
                      <a:pt x="401606" y="455652"/>
                      <a:pt x="396738" y="452248"/>
                      <a:pt x="366066" y="455652"/>
                    </a:cubicBezTo>
                    <a:cubicBezTo>
                      <a:pt x="335638" y="459299"/>
                      <a:pt x="336611" y="437418"/>
                      <a:pt x="340019" y="412133"/>
                    </a:cubicBezTo>
                    <a:cubicBezTo>
                      <a:pt x="346835" y="362292"/>
                      <a:pt x="337585" y="310507"/>
                      <a:pt x="344401" y="260909"/>
                    </a:cubicBezTo>
                    <a:cubicBezTo>
                      <a:pt x="344888" y="257019"/>
                      <a:pt x="350000" y="256776"/>
                      <a:pt x="352434" y="258964"/>
                    </a:cubicBezTo>
                    <a:cubicBezTo>
                      <a:pt x="353651" y="258235"/>
                      <a:pt x="354868" y="257749"/>
                      <a:pt x="356816" y="257749"/>
                    </a:cubicBezTo>
                    <a:close/>
                    <a:moveTo>
                      <a:pt x="213339" y="256040"/>
                    </a:moveTo>
                    <a:cubicBezTo>
                      <a:pt x="251569" y="254095"/>
                      <a:pt x="255709" y="265277"/>
                      <a:pt x="252787" y="302228"/>
                    </a:cubicBezTo>
                    <a:cubicBezTo>
                      <a:pt x="248891" y="352548"/>
                      <a:pt x="257170" y="404571"/>
                      <a:pt x="250595" y="454405"/>
                    </a:cubicBezTo>
                    <a:cubicBezTo>
                      <a:pt x="249865" y="458052"/>
                      <a:pt x="247673" y="461212"/>
                      <a:pt x="243290" y="461455"/>
                    </a:cubicBezTo>
                    <a:cubicBezTo>
                      <a:pt x="231602" y="461455"/>
                      <a:pt x="219670" y="461455"/>
                      <a:pt x="207738" y="461455"/>
                    </a:cubicBezTo>
                    <a:cubicBezTo>
                      <a:pt x="203842" y="461698"/>
                      <a:pt x="201407" y="458538"/>
                      <a:pt x="201164" y="454891"/>
                    </a:cubicBezTo>
                    <a:cubicBezTo>
                      <a:pt x="197755" y="418184"/>
                      <a:pt x="199216" y="379775"/>
                      <a:pt x="199459" y="342825"/>
                    </a:cubicBezTo>
                    <a:cubicBezTo>
                      <a:pt x="199459" y="318758"/>
                      <a:pt x="192885" y="288371"/>
                      <a:pt x="198972" y="265277"/>
                    </a:cubicBezTo>
                    <a:cubicBezTo>
                      <a:pt x="199703" y="262117"/>
                      <a:pt x="203355" y="261388"/>
                      <a:pt x="205790" y="262360"/>
                    </a:cubicBezTo>
                    <a:cubicBezTo>
                      <a:pt x="206521" y="259200"/>
                      <a:pt x="208956" y="256283"/>
                      <a:pt x="213339" y="256040"/>
                    </a:cubicBezTo>
                    <a:close/>
                    <a:moveTo>
                      <a:pt x="281787" y="255781"/>
                    </a:moveTo>
                    <a:cubicBezTo>
                      <a:pt x="310303" y="255052"/>
                      <a:pt x="331264" y="253107"/>
                      <a:pt x="327608" y="286897"/>
                    </a:cubicBezTo>
                    <a:cubicBezTo>
                      <a:pt x="322002" y="341350"/>
                      <a:pt x="323464" y="396533"/>
                      <a:pt x="323708" y="451472"/>
                    </a:cubicBezTo>
                    <a:cubicBezTo>
                      <a:pt x="323708" y="455605"/>
                      <a:pt x="320540" y="457793"/>
                      <a:pt x="316884" y="458279"/>
                    </a:cubicBezTo>
                    <a:cubicBezTo>
                      <a:pt x="292755" y="461196"/>
                      <a:pt x="262533" y="469461"/>
                      <a:pt x="262533" y="435914"/>
                    </a:cubicBezTo>
                    <a:cubicBezTo>
                      <a:pt x="262533" y="379030"/>
                      <a:pt x="264726" y="321173"/>
                      <a:pt x="267895" y="264289"/>
                    </a:cubicBezTo>
                    <a:cubicBezTo>
                      <a:pt x="268138" y="260886"/>
                      <a:pt x="272038" y="260157"/>
                      <a:pt x="273744" y="262831"/>
                    </a:cubicBezTo>
                    <a:cubicBezTo>
                      <a:pt x="274475" y="259184"/>
                      <a:pt x="277156" y="255781"/>
                      <a:pt x="281787" y="255781"/>
                    </a:cubicBezTo>
                    <a:close/>
                    <a:moveTo>
                      <a:pt x="163192" y="253367"/>
                    </a:moveTo>
                    <a:cubicBezTo>
                      <a:pt x="171289" y="254339"/>
                      <a:pt x="178534" y="257257"/>
                      <a:pt x="179751" y="264794"/>
                    </a:cubicBezTo>
                    <a:cubicBezTo>
                      <a:pt x="184135" y="295428"/>
                      <a:pt x="177560" y="323631"/>
                      <a:pt x="176829" y="354508"/>
                    </a:cubicBezTo>
                    <a:cubicBezTo>
                      <a:pt x="176342" y="377119"/>
                      <a:pt x="174151" y="399730"/>
                      <a:pt x="177073" y="422341"/>
                    </a:cubicBezTo>
                    <a:cubicBezTo>
                      <a:pt x="178534" y="434254"/>
                      <a:pt x="180482" y="445438"/>
                      <a:pt x="176099" y="457108"/>
                    </a:cubicBezTo>
                    <a:cubicBezTo>
                      <a:pt x="171472" y="470237"/>
                      <a:pt x="141276" y="461484"/>
                      <a:pt x="132996" y="460755"/>
                    </a:cubicBezTo>
                    <a:cubicBezTo>
                      <a:pt x="131535" y="460755"/>
                      <a:pt x="130074" y="459539"/>
                      <a:pt x="130074" y="457838"/>
                    </a:cubicBezTo>
                    <a:cubicBezTo>
                      <a:pt x="132266" y="392193"/>
                      <a:pt x="117168" y="319255"/>
                      <a:pt x="132266" y="255312"/>
                    </a:cubicBezTo>
                    <a:cubicBezTo>
                      <a:pt x="132996" y="253124"/>
                      <a:pt x="136162" y="253610"/>
                      <a:pt x="136406" y="255798"/>
                    </a:cubicBezTo>
                    <a:cubicBezTo>
                      <a:pt x="137623" y="254583"/>
                      <a:pt x="139328" y="253853"/>
                      <a:pt x="141519" y="253610"/>
                    </a:cubicBezTo>
                    <a:cubicBezTo>
                      <a:pt x="146146" y="253367"/>
                      <a:pt x="155096" y="252394"/>
                      <a:pt x="163192" y="253367"/>
                    </a:cubicBezTo>
                    <a:close/>
                    <a:moveTo>
                      <a:pt x="15157" y="218612"/>
                    </a:moveTo>
                    <a:cubicBezTo>
                      <a:pt x="5904" y="271847"/>
                      <a:pt x="21002" y="337722"/>
                      <a:pt x="20027" y="391686"/>
                    </a:cubicBezTo>
                    <a:cubicBezTo>
                      <a:pt x="19297" y="425474"/>
                      <a:pt x="17592" y="459505"/>
                      <a:pt x="17592" y="493293"/>
                    </a:cubicBezTo>
                    <a:cubicBezTo>
                      <a:pt x="17592" y="505933"/>
                      <a:pt x="71653" y="478222"/>
                      <a:pt x="79445" y="475791"/>
                    </a:cubicBezTo>
                    <a:cubicBezTo>
                      <a:pt x="80906" y="475305"/>
                      <a:pt x="82367" y="475305"/>
                      <a:pt x="83585" y="475548"/>
                    </a:cubicBezTo>
                    <a:cubicBezTo>
                      <a:pt x="180991" y="476278"/>
                      <a:pt x="276205" y="489890"/>
                      <a:pt x="373855" y="479438"/>
                    </a:cubicBezTo>
                    <a:cubicBezTo>
                      <a:pt x="455920" y="470687"/>
                      <a:pt x="510954" y="465825"/>
                      <a:pt x="582061" y="507149"/>
                    </a:cubicBezTo>
                    <a:cubicBezTo>
                      <a:pt x="584252" y="505933"/>
                      <a:pt x="586931" y="506177"/>
                      <a:pt x="588879" y="508607"/>
                    </a:cubicBezTo>
                    <a:cubicBezTo>
                      <a:pt x="566232" y="478708"/>
                      <a:pt x="581817" y="399707"/>
                      <a:pt x="582791" y="365433"/>
                    </a:cubicBezTo>
                    <a:cubicBezTo>
                      <a:pt x="584009" y="324839"/>
                      <a:pt x="584009" y="284487"/>
                      <a:pt x="581817" y="243893"/>
                    </a:cubicBezTo>
                    <a:cubicBezTo>
                      <a:pt x="554300" y="264068"/>
                      <a:pt x="507302" y="259936"/>
                      <a:pt x="479541" y="244622"/>
                    </a:cubicBezTo>
                    <a:cubicBezTo>
                      <a:pt x="473940" y="246080"/>
                      <a:pt x="467365" y="238788"/>
                      <a:pt x="471505" y="233683"/>
                    </a:cubicBezTo>
                    <a:cubicBezTo>
                      <a:pt x="471748" y="233197"/>
                      <a:pt x="471748" y="232954"/>
                      <a:pt x="471992" y="232711"/>
                    </a:cubicBezTo>
                    <a:cubicBezTo>
                      <a:pt x="405512" y="223717"/>
                      <a:pt x="332944" y="230766"/>
                      <a:pt x="265734" y="227849"/>
                    </a:cubicBezTo>
                    <a:cubicBezTo>
                      <a:pt x="217762" y="225662"/>
                      <a:pt x="167598" y="221043"/>
                      <a:pt x="119138" y="222988"/>
                    </a:cubicBezTo>
                    <a:cubicBezTo>
                      <a:pt x="120599" y="227849"/>
                      <a:pt x="122791" y="233440"/>
                      <a:pt x="126200" y="240003"/>
                    </a:cubicBezTo>
                    <a:cubicBezTo>
                      <a:pt x="126687" y="240976"/>
                      <a:pt x="126687" y="241948"/>
                      <a:pt x="126687" y="242920"/>
                    </a:cubicBezTo>
                    <a:cubicBezTo>
                      <a:pt x="127661" y="244379"/>
                      <a:pt x="127905" y="246566"/>
                      <a:pt x="126200" y="248268"/>
                    </a:cubicBezTo>
                    <a:cubicBezTo>
                      <a:pt x="112563" y="261151"/>
                      <a:pt x="86994" y="262610"/>
                      <a:pt x="69461" y="258721"/>
                    </a:cubicBezTo>
                    <a:cubicBezTo>
                      <a:pt x="45110" y="253616"/>
                      <a:pt x="31473" y="235871"/>
                      <a:pt x="15157" y="218612"/>
                    </a:cubicBezTo>
                    <a:close/>
                    <a:moveTo>
                      <a:pt x="300922" y="127898"/>
                    </a:moveTo>
                    <a:cubicBezTo>
                      <a:pt x="287057" y="128201"/>
                      <a:pt x="273283" y="131103"/>
                      <a:pt x="259890" y="137666"/>
                    </a:cubicBezTo>
                    <a:cubicBezTo>
                      <a:pt x="230181" y="152251"/>
                      <a:pt x="200229" y="167808"/>
                      <a:pt x="169546" y="180449"/>
                    </a:cubicBezTo>
                    <a:cubicBezTo>
                      <a:pt x="143490" y="191144"/>
                      <a:pt x="124008" y="195276"/>
                      <a:pt x="119138" y="208160"/>
                    </a:cubicBezTo>
                    <a:cubicBezTo>
                      <a:pt x="173198" y="199409"/>
                      <a:pt x="235782" y="209618"/>
                      <a:pt x="288868" y="212292"/>
                    </a:cubicBezTo>
                    <a:cubicBezTo>
                      <a:pt x="351451" y="215209"/>
                      <a:pt x="417932" y="207431"/>
                      <a:pt x="479541" y="214966"/>
                    </a:cubicBezTo>
                    <a:cubicBezTo>
                      <a:pt x="481732" y="190415"/>
                      <a:pt x="443501" y="177532"/>
                      <a:pt x="420367" y="166593"/>
                    </a:cubicBezTo>
                    <a:cubicBezTo>
                      <a:pt x="384935" y="149456"/>
                      <a:pt x="342518" y="126986"/>
                      <a:pt x="300922" y="127898"/>
                    </a:cubicBezTo>
                    <a:close/>
                    <a:moveTo>
                      <a:pt x="304940" y="19043"/>
                    </a:moveTo>
                    <a:cubicBezTo>
                      <a:pt x="305184" y="21231"/>
                      <a:pt x="305427" y="23419"/>
                      <a:pt x="305671" y="25606"/>
                    </a:cubicBezTo>
                    <a:cubicBezTo>
                      <a:pt x="310541" y="27308"/>
                      <a:pt x="315411" y="28280"/>
                      <a:pt x="320282" y="28766"/>
                    </a:cubicBezTo>
                    <a:cubicBezTo>
                      <a:pt x="317359" y="26822"/>
                      <a:pt x="314194" y="24877"/>
                      <a:pt x="311271" y="22932"/>
                    </a:cubicBezTo>
                    <a:cubicBezTo>
                      <a:pt x="309567" y="21717"/>
                      <a:pt x="307132" y="20502"/>
                      <a:pt x="304940" y="19043"/>
                    </a:cubicBezTo>
                    <a:close/>
                    <a:moveTo>
                      <a:pt x="296417" y="113"/>
                    </a:moveTo>
                    <a:cubicBezTo>
                      <a:pt x="299339" y="-403"/>
                      <a:pt x="302383" y="812"/>
                      <a:pt x="302992" y="4458"/>
                    </a:cubicBezTo>
                    <a:cubicBezTo>
                      <a:pt x="302992" y="4701"/>
                      <a:pt x="302992" y="4701"/>
                      <a:pt x="302992" y="4701"/>
                    </a:cubicBezTo>
                    <a:cubicBezTo>
                      <a:pt x="310054" y="5431"/>
                      <a:pt x="318090" y="10535"/>
                      <a:pt x="323691" y="12723"/>
                    </a:cubicBezTo>
                    <a:cubicBezTo>
                      <a:pt x="335136" y="17585"/>
                      <a:pt x="346338" y="23176"/>
                      <a:pt x="355835" y="31197"/>
                    </a:cubicBezTo>
                    <a:cubicBezTo>
                      <a:pt x="361192" y="35816"/>
                      <a:pt x="358757" y="46511"/>
                      <a:pt x="351451" y="47727"/>
                    </a:cubicBezTo>
                    <a:cubicBezTo>
                      <a:pt x="338302" y="49914"/>
                      <a:pt x="321499" y="51130"/>
                      <a:pt x="306888" y="47970"/>
                    </a:cubicBezTo>
                    <a:cubicBezTo>
                      <a:pt x="307375" y="67173"/>
                      <a:pt x="306158" y="86863"/>
                      <a:pt x="302018" y="104851"/>
                    </a:cubicBezTo>
                    <a:cubicBezTo>
                      <a:pt x="331727" y="105337"/>
                      <a:pt x="365819" y="122109"/>
                      <a:pt x="388222" y="131832"/>
                    </a:cubicBezTo>
                    <a:cubicBezTo>
                      <a:pt x="429620" y="149577"/>
                      <a:pt x="547238" y="184095"/>
                      <a:pt x="491960" y="235385"/>
                    </a:cubicBezTo>
                    <a:cubicBezTo>
                      <a:pt x="524348" y="245108"/>
                      <a:pt x="554300" y="233926"/>
                      <a:pt x="583035" y="217640"/>
                    </a:cubicBezTo>
                    <a:cubicBezTo>
                      <a:pt x="588879" y="214480"/>
                      <a:pt x="595454" y="218855"/>
                      <a:pt x="596185" y="224203"/>
                    </a:cubicBezTo>
                    <a:cubicBezTo>
                      <a:pt x="597402" y="225662"/>
                      <a:pt x="598376" y="227363"/>
                      <a:pt x="598376" y="229551"/>
                    </a:cubicBezTo>
                    <a:cubicBezTo>
                      <a:pt x="600811" y="287404"/>
                      <a:pt x="600081" y="345987"/>
                      <a:pt x="599107" y="403840"/>
                    </a:cubicBezTo>
                    <a:cubicBezTo>
                      <a:pt x="598620" y="440302"/>
                      <a:pt x="607386" y="482841"/>
                      <a:pt x="591558" y="516629"/>
                    </a:cubicBezTo>
                    <a:cubicBezTo>
                      <a:pt x="590584" y="518817"/>
                      <a:pt x="587905" y="519789"/>
                      <a:pt x="585470" y="519546"/>
                    </a:cubicBezTo>
                    <a:cubicBezTo>
                      <a:pt x="583765" y="521734"/>
                      <a:pt x="581087" y="522949"/>
                      <a:pt x="577677" y="522220"/>
                    </a:cubicBezTo>
                    <a:cubicBezTo>
                      <a:pt x="532871" y="510795"/>
                      <a:pt x="499996" y="485515"/>
                      <a:pt x="449101" y="489890"/>
                    </a:cubicBezTo>
                    <a:cubicBezTo>
                      <a:pt x="407460" y="493293"/>
                      <a:pt x="365819" y="499856"/>
                      <a:pt x="323934" y="501558"/>
                    </a:cubicBezTo>
                    <a:cubicBezTo>
                      <a:pt x="248445" y="504718"/>
                      <a:pt x="163458" y="506177"/>
                      <a:pt x="89429" y="487459"/>
                    </a:cubicBezTo>
                    <a:cubicBezTo>
                      <a:pt x="88455" y="489647"/>
                      <a:pt x="86751" y="491592"/>
                      <a:pt x="84072" y="492564"/>
                    </a:cubicBezTo>
                    <a:cubicBezTo>
                      <a:pt x="58990" y="501072"/>
                      <a:pt x="39265" y="515171"/>
                      <a:pt x="12966" y="518817"/>
                    </a:cubicBezTo>
                    <a:cubicBezTo>
                      <a:pt x="8582" y="519303"/>
                      <a:pt x="5173" y="517115"/>
                      <a:pt x="4686" y="512497"/>
                    </a:cubicBezTo>
                    <a:cubicBezTo>
                      <a:pt x="-915" y="445406"/>
                      <a:pt x="12235" y="377830"/>
                      <a:pt x="7121" y="310497"/>
                    </a:cubicBezTo>
                    <a:cubicBezTo>
                      <a:pt x="5173" y="283758"/>
                      <a:pt x="-7733" y="235628"/>
                      <a:pt x="6878" y="210834"/>
                    </a:cubicBezTo>
                    <a:cubicBezTo>
                      <a:pt x="9556" y="206458"/>
                      <a:pt x="15157" y="208403"/>
                      <a:pt x="15888" y="212535"/>
                    </a:cubicBezTo>
                    <a:cubicBezTo>
                      <a:pt x="32203" y="223960"/>
                      <a:pt x="46571" y="243406"/>
                      <a:pt x="66782" y="247296"/>
                    </a:cubicBezTo>
                    <a:cubicBezTo>
                      <a:pt x="84559" y="250699"/>
                      <a:pt x="99170" y="246323"/>
                      <a:pt x="115485" y="242434"/>
                    </a:cubicBezTo>
                    <a:cubicBezTo>
                      <a:pt x="103797" y="232711"/>
                      <a:pt x="94300" y="224446"/>
                      <a:pt x="85046" y="211806"/>
                    </a:cubicBezTo>
                    <a:cubicBezTo>
                      <a:pt x="82367" y="208160"/>
                      <a:pt x="84315" y="202326"/>
                      <a:pt x="88212" y="200138"/>
                    </a:cubicBezTo>
                    <a:cubicBezTo>
                      <a:pt x="148116" y="166836"/>
                      <a:pt x="213622" y="144473"/>
                      <a:pt x="274014" y="111171"/>
                    </a:cubicBezTo>
                    <a:cubicBezTo>
                      <a:pt x="279858" y="108011"/>
                      <a:pt x="285946" y="106309"/>
                      <a:pt x="292521" y="105580"/>
                    </a:cubicBezTo>
                    <a:cubicBezTo>
                      <a:pt x="292521" y="83946"/>
                      <a:pt x="290816" y="62068"/>
                      <a:pt x="290329" y="40434"/>
                    </a:cubicBezTo>
                    <a:cubicBezTo>
                      <a:pt x="287894" y="37031"/>
                      <a:pt x="288138" y="32656"/>
                      <a:pt x="290086" y="29009"/>
                    </a:cubicBezTo>
                    <a:cubicBezTo>
                      <a:pt x="289842" y="21474"/>
                      <a:pt x="290086" y="13695"/>
                      <a:pt x="290573" y="6160"/>
                    </a:cubicBezTo>
                    <a:cubicBezTo>
                      <a:pt x="290695" y="2878"/>
                      <a:pt x="293495" y="630"/>
                      <a:pt x="296417" y="113"/>
                    </a:cubicBezTo>
                    <a:close/>
                  </a:path>
                </a:pathLst>
              </a:custGeom>
              <a:solidFill>
                <a:srgbClr val="FFFFFF"/>
              </a:solidFill>
              <a:ln>
                <a:noFill/>
              </a:ln>
            </p:spPr>
            <p:txBody>
              <a:bodyPr wrap="square" lIns="91440" tIns="45720" rIns="91440" bIns="4572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sz="1800" i="0" u="none" strike="noStrike" kern="0" cap="none" spc="0" normalizeH="0" baseline="0" noProof="0">
                  <a:ln>
                    <a:noFill/>
                  </a:ln>
                  <a:solidFill>
                    <a:srgbClr val="000000"/>
                  </a:solidFill>
                  <a:effectLst/>
                  <a:uLnTx/>
                  <a:uFillTx/>
                  <a:cs typeface="+mn-ea"/>
                  <a:sym typeface="+mn-lt"/>
                </a:endParaRPr>
              </a:p>
            </p:txBody>
          </p:sp>
        </p:grpSp>
        <p:sp>
          <p:nvSpPr>
            <p:cNvPr id="46" name="文本框 45">
              <a:extLst>
                <a:ext uri="{FF2B5EF4-FFF2-40B4-BE49-F238E27FC236}">
                  <a16:creationId xmlns:a16="http://schemas.microsoft.com/office/drawing/2014/main" id="{8D4D69DE-CC20-4392-A70A-8EAEC2823D48}"/>
                </a:ext>
              </a:extLst>
            </p:cNvPr>
            <p:cNvSpPr txBox="1"/>
            <p:nvPr/>
          </p:nvSpPr>
          <p:spPr>
            <a:xfrm>
              <a:off x="9099098" y="3598994"/>
              <a:ext cx="2121460" cy="898900"/>
            </a:xfrm>
            <a:prstGeom prst="rect">
              <a:avLst/>
            </a:prstGeom>
            <a:noFill/>
          </p:spPr>
          <p:txBody>
            <a:bodyPr wrap="square" rtlCol="0">
              <a:spAutoFit/>
            </a:bodyPr>
            <a:lstStyle/>
            <a:p>
              <a:pPr algn="ctr" defTabSz="457200">
                <a:lnSpc>
                  <a:spcPct val="150000"/>
                </a:lnSpc>
              </a:pPr>
              <a:r>
                <a:rPr lang="zh-CN" altLang="en-US" sz="1200" dirty="0">
                  <a:solidFill>
                    <a:schemeClr val="bg1">
                      <a:lumMod val="50000"/>
                    </a:schemeClr>
                  </a:solidFill>
                  <a:cs typeface="+mn-ea"/>
                  <a:sym typeface="+mn-lt"/>
                </a:rPr>
                <a:t>在这里添加你的详细小段落文本内容，与标题相关并符合整体语言风格内容请简洁。</a:t>
              </a:r>
            </a:p>
          </p:txBody>
        </p:sp>
        <p:sp>
          <p:nvSpPr>
            <p:cNvPr id="47" name="文本框 46">
              <a:extLst>
                <a:ext uri="{FF2B5EF4-FFF2-40B4-BE49-F238E27FC236}">
                  <a16:creationId xmlns:a16="http://schemas.microsoft.com/office/drawing/2014/main" id="{6A64F5E4-6ED0-4CAE-BCA2-7B0F2D229129}"/>
                </a:ext>
              </a:extLst>
            </p:cNvPr>
            <p:cNvSpPr txBox="1"/>
            <p:nvPr/>
          </p:nvSpPr>
          <p:spPr>
            <a:xfrm>
              <a:off x="9409047" y="3187417"/>
              <a:ext cx="1872344" cy="369332"/>
            </a:xfrm>
            <a:prstGeom prst="rect">
              <a:avLst/>
            </a:prstGeom>
            <a:noFill/>
          </p:spPr>
          <p:txBody>
            <a:bodyPr wrap="square" rtlCol="0">
              <a:spAutoFit/>
            </a:bodyPr>
            <a:lstStyle/>
            <a:p>
              <a:pPr marL="0" marR="0" lvl="0" indent="0" defTabSz="1219170" eaLnBrk="1" fontAlgn="auto" latinLnBrk="0" hangingPunct="1">
                <a:lnSpc>
                  <a:spcPct val="100000"/>
                </a:lnSpc>
                <a:spcBef>
                  <a:spcPts val="0"/>
                </a:spcBef>
                <a:spcAft>
                  <a:spcPts val="0"/>
                </a:spcAft>
                <a:buClrTx/>
                <a:buSzTx/>
                <a:buFontTx/>
                <a:buNone/>
                <a:tabLst/>
                <a:defRPr/>
              </a:pPr>
              <a:r>
                <a:rPr kumimoji="0" lang="zh-CN" altLang="en-US" sz="1800" i="0" u="none" strike="noStrike" kern="0" cap="none" spc="0" normalizeH="0" baseline="0" noProof="0" dirty="0">
                  <a:ln>
                    <a:noFill/>
                  </a:ln>
                  <a:solidFill>
                    <a:srgbClr val="F0F0F0">
                      <a:lumMod val="25000"/>
                    </a:srgbClr>
                  </a:solidFill>
                  <a:effectLst/>
                  <a:uLnTx/>
                  <a:uFillTx/>
                  <a:cs typeface="+mn-ea"/>
                  <a:sym typeface="+mn-lt"/>
                </a:rPr>
                <a:t>添加标题文字</a:t>
              </a:r>
            </a:p>
          </p:txBody>
        </p:sp>
      </p:grpSp>
    </p:spTree>
    <p:extLst>
      <p:ext uri="{BB962C8B-B14F-4D97-AF65-F5344CB8AC3E}">
        <p14:creationId xmlns:p14="http://schemas.microsoft.com/office/powerpoint/2010/main" val="2351498805"/>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randombar(horizontal)">
                                      <p:cBhvr>
                                        <p:cTn id="7" dur="500"/>
                                        <p:tgtEl>
                                          <p:spTgt spid="16"/>
                                        </p:tgtEl>
                                      </p:cBhvr>
                                    </p:animEffect>
                                  </p:childTnLst>
                                </p:cTn>
                              </p:par>
                            </p:childTnLst>
                          </p:cTn>
                        </p:par>
                        <p:par>
                          <p:cTn id="8" fill="hold">
                            <p:stCondLst>
                              <p:cond delay="500"/>
                            </p:stCondLst>
                            <p:childTnLst>
                              <p:par>
                                <p:cTn id="9" presetID="16" presetClass="entr" presetSubtype="42" fill="hold"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barn(outHorizontal)">
                                      <p:cBhvr>
                                        <p:cTn id="11" dur="500"/>
                                        <p:tgtEl>
                                          <p:spTgt spid="17"/>
                                        </p:tgtEl>
                                      </p:cBhvr>
                                    </p:animEffect>
                                  </p:childTnLst>
                                </p:cTn>
                              </p:par>
                              <p:par>
                                <p:cTn id="12" presetID="42" presetClass="entr" presetSubtype="0" fill="hold" nodeType="withEffect">
                                  <p:stCondLst>
                                    <p:cond delay="50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1000"/>
                                        <p:tgtEl>
                                          <p:spTgt spid="20"/>
                                        </p:tgtEl>
                                      </p:cBhvr>
                                    </p:animEffect>
                                    <p:anim calcmode="lin" valueType="num">
                                      <p:cBhvr>
                                        <p:cTn id="15" dur="1000" fill="hold"/>
                                        <p:tgtEl>
                                          <p:spTgt spid="20"/>
                                        </p:tgtEl>
                                        <p:attrNameLst>
                                          <p:attrName>ppt_x</p:attrName>
                                        </p:attrNameLst>
                                      </p:cBhvr>
                                      <p:tavLst>
                                        <p:tav tm="0">
                                          <p:val>
                                            <p:strVal val="#ppt_x"/>
                                          </p:val>
                                        </p:tav>
                                        <p:tav tm="100000">
                                          <p:val>
                                            <p:strVal val="#ppt_x"/>
                                          </p:val>
                                        </p:tav>
                                      </p:tavLst>
                                    </p:anim>
                                    <p:anim calcmode="lin" valueType="num">
                                      <p:cBhvr>
                                        <p:cTn id="16" dur="1000" fill="hold"/>
                                        <p:tgtEl>
                                          <p:spTgt spid="20"/>
                                        </p:tgtEl>
                                        <p:attrNameLst>
                                          <p:attrName>ppt_y</p:attrName>
                                        </p:attrNameLst>
                                      </p:cBhvr>
                                      <p:tavLst>
                                        <p:tav tm="0">
                                          <p:val>
                                            <p:strVal val="#ppt_y+.1"/>
                                          </p:val>
                                        </p:tav>
                                        <p:tav tm="100000">
                                          <p:val>
                                            <p:strVal val="#ppt_y"/>
                                          </p:val>
                                        </p:tav>
                                      </p:tavLst>
                                    </p:anim>
                                  </p:childTnLst>
                                </p:cTn>
                              </p:par>
                              <p:par>
                                <p:cTn id="17" presetID="47" presetClass="entr" presetSubtype="0" fill="hold" nodeType="withEffect">
                                  <p:stCondLst>
                                    <p:cond delay="50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1000"/>
                                        <p:tgtEl>
                                          <p:spTgt spid="31"/>
                                        </p:tgtEl>
                                      </p:cBhvr>
                                    </p:animEffect>
                                    <p:anim calcmode="lin" valueType="num">
                                      <p:cBhvr>
                                        <p:cTn id="20" dur="1000" fill="hold"/>
                                        <p:tgtEl>
                                          <p:spTgt spid="31"/>
                                        </p:tgtEl>
                                        <p:attrNameLst>
                                          <p:attrName>ppt_x</p:attrName>
                                        </p:attrNameLst>
                                      </p:cBhvr>
                                      <p:tavLst>
                                        <p:tav tm="0">
                                          <p:val>
                                            <p:strVal val="#ppt_x"/>
                                          </p:val>
                                        </p:tav>
                                        <p:tav tm="100000">
                                          <p:val>
                                            <p:strVal val="#ppt_x"/>
                                          </p:val>
                                        </p:tav>
                                      </p:tavLst>
                                    </p:anim>
                                    <p:anim calcmode="lin" valueType="num">
                                      <p:cBhvr>
                                        <p:cTn id="21" dur="1000" fill="hold"/>
                                        <p:tgtEl>
                                          <p:spTgt spid="31"/>
                                        </p:tgtEl>
                                        <p:attrNameLst>
                                          <p:attrName>ppt_y</p:attrName>
                                        </p:attrNameLst>
                                      </p:cBhvr>
                                      <p:tavLst>
                                        <p:tav tm="0">
                                          <p:val>
                                            <p:strVal val="#ppt_y-.1"/>
                                          </p:val>
                                        </p:tav>
                                        <p:tav tm="100000">
                                          <p:val>
                                            <p:strVal val="#ppt_y"/>
                                          </p:val>
                                        </p:tav>
                                      </p:tavLst>
                                    </p:anim>
                                  </p:childTnLst>
                                </p:cTn>
                              </p:par>
                            </p:childTnLst>
                          </p:cTn>
                        </p:par>
                        <p:par>
                          <p:cTn id="22" fill="hold">
                            <p:stCondLst>
                              <p:cond delay="2000"/>
                            </p:stCondLst>
                            <p:childTnLst>
                              <p:par>
                                <p:cTn id="23" presetID="14" presetClass="entr" presetSubtype="10" fill="hold" grpId="0" nodeType="after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randombar(horizontal)">
                                      <p:cBhvr>
                                        <p:cTn id="25" dur="500"/>
                                        <p:tgtEl>
                                          <p:spTgt spid="18"/>
                                        </p:tgtEl>
                                      </p:cBhvr>
                                    </p:animEffect>
                                  </p:childTnLst>
                                </p:cTn>
                              </p:par>
                            </p:childTnLst>
                          </p:cTn>
                        </p:par>
                        <p:par>
                          <p:cTn id="26" fill="hold">
                            <p:stCondLst>
                              <p:cond delay="2500"/>
                            </p:stCondLst>
                            <p:childTnLst>
                              <p:par>
                                <p:cTn id="27" presetID="16" presetClass="entr" presetSubtype="42" fill="hold" nodeType="afterEffect">
                                  <p:stCondLst>
                                    <p:cond delay="0"/>
                                  </p:stCondLst>
                                  <p:childTnLst>
                                    <p:set>
                                      <p:cBhvr>
                                        <p:cTn id="28" dur="1" fill="hold">
                                          <p:stCondLst>
                                            <p:cond delay="0"/>
                                          </p:stCondLst>
                                        </p:cTn>
                                        <p:tgtEl>
                                          <p:spTgt spid="37"/>
                                        </p:tgtEl>
                                        <p:attrNameLst>
                                          <p:attrName>style.visibility</p:attrName>
                                        </p:attrNameLst>
                                      </p:cBhvr>
                                      <p:to>
                                        <p:strVal val="visible"/>
                                      </p:to>
                                    </p:set>
                                    <p:animEffect transition="in" filter="barn(outHorizontal)">
                                      <p:cBhvr>
                                        <p:cTn id="29" dur="500"/>
                                        <p:tgtEl>
                                          <p:spTgt spid="37"/>
                                        </p:tgtEl>
                                      </p:cBhvr>
                                    </p:animEffect>
                                  </p:childTnLst>
                                </p:cTn>
                              </p:par>
                              <p:par>
                                <p:cTn id="30" presetID="42" presetClass="entr" presetSubtype="0" fill="hold" nodeType="withEffect">
                                  <p:stCondLst>
                                    <p:cond delay="50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1000"/>
                                        <p:tgtEl>
                                          <p:spTgt spid="38"/>
                                        </p:tgtEl>
                                      </p:cBhvr>
                                    </p:animEffect>
                                    <p:anim calcmode="lin" valueType="num">
                                      <p:cBhvr>
                                        <p:cTn id="33" dur="1000" fill="hold"/>
                                        <p:tgtEl>
                                          <p:spTgt spid="38"/>
                                        </p:tgtEl>
                                        <p:attrNameLst>
                                          <p:attrName>ppt_x</p:attrName>
                                        </p:attrNameLst>
                                      </p:cBhvr>
                                      <p:tavLst>
                                        <p:tav tm="0">
                                          <p:val>
                                            <p:strVal val="#ppt_x"/>
                                          </p:val>
                                        </p:tav>
                                        <p:tav tm="100000">
                                          <p:val>
                                            <p:strVal val="#ppt_x"/>
                                          </p:val>
                                        </p:tav>
                                      </p:tavLst>
                                    </p:anim>
                                    <p:anim calcmode="lin" valueType="num">
                                      <p:cBhvr>
                                        <p:cTn id="34" dur="1000" fill="hold"/>
                                        <p:tgtEl>
                                          <p:spTgt spid="38"/>
                                        </p:tgtEl>
                                        <p:attrNameLst>
                                          <p:attrName>ppt_y</p:attrName>
                                        </p:attrNameLst>
                                      </p:cBhvr>
                                      <p:tavLst>
                                        <p:tav tm="0">
                                          <p:val>
                                            <p:strVal val="#ppt_y+.1"/>
                                          </p:val>
                                        </p:tav>
                                        <p:tav tm="100000">
                                          <p:val>
                                            <p:strVal val="#ppt_y"/>
                                          </p:val>
                                        </p:tav>
                                      </p:tavLst>
                                    </p:anim>
                                  </p:childTnLst>
                                </p:cTn>
                              </p:par>
                              <p:par>
                                <p:cTn id="35" presetID="47" presetClass="entr" presetSubtype="0" fill="hold" nodeType="withEffect">
                                  <p:stCondLst>
                                    <p:cond delay="50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1000"/>
                                        <p:tgtEl>
                                          <p:spTgt spid="44"/>
                                        </p:tgtEl>
                                      </p:cBhvr>
                                    </p:animEffect>
                                    <p:anim calcmode="lin" valueType="num">
                                      <p:cBhvr>
                                        <p:cTn id="38" dur="1000" fill="hold"/>
                                        <p:tgtEl>
                                          <p:spTgt spid="44"/>
                                        </p:tgtEl>
                                        <p:attrNameLst>
                                          <p:attrName>ppt_x</p:attrName>
                                        </p:attrNameLst>
                                      </p:cBhvr>
                                      <p:tavLst>
                                        <p:tav tm="0">
                                          <p:val>
                                            <p:strVal val="#ppt_x"/>
                                          </p:val>
                                        </p:tav>
                                        <p:tav tm="100000">
                                          <p:val>
                                            <p:strVal val="#ppt_x"/>
                                          </p:val>
                                        </p:tav>
                                      </p:tavLst>
                                    </p:anim>
                                    <p:anim calcmode="lin" valueType="num">
                                      <p:cBhvr>
                                        <p:cTn id="39" dur="1000" fill="hold"/>
                                        <p:tgtEl>
                                          <p:spTgt spid="44"/>
                                        </p:tgtEl>
                                        <p:attrNameLst>
                                          <p:attrName>ppt_y</p:attrName>
                                        </p:attrNameLst>
                                      </p:cBhvr>
                                      <p:tavLst>
                                        <p:tav tm="0">
                                          <p:val>
                                            <p:strVal val="#ppt_y-.1"/>
                                          </p:val>
                                        </p:tav>
                                        <p:tav tm="100000">
                                          <p:val>
                                            <p:strVal val="#ppt_y"/>
                                          </p:val>
                                        </p:tav>
                                      </p:tavLst>
                                    </p:anim>
                                  </p:childTnLst>
                                </p:cTn>
                              </p:par>
                            </p:childTnLst>
                          </p:cTn>
                        </p:par>
                        <p:par>
                          <p:cTn id="40" fill="hold">
                            <p:stCondLst>
                              <p:cond delay="4000"/>
                            </p:stCondLst>
                            <p:childTnLst>
                              <p:par>
                                <p:cTn id="41" presetID="14" presetClass="entr" presetSubtype="10" fill="hold" grpId="0" nodeType="after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randombar(horizontal)">
                                      <p:cBhvr>
                                        <p:cTn id="4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1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12" name="矩形 11"/>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13" name="组合 12"/>
          <p:cNvGrpSpPr/>
          <p:nvPr/>
        </p:nvGrpSpPr>
        <p:grpSpPr>
          <a:xfrm rot="10800000">
            <a:off x="0" y="304408"/>
            <a:ext cx="1010103" cy="857396"/>
            <a:chOff x="-39567" y="0"/>
            <a:chExt cx="1677745" cy="1424104"/>
          </a:xfrm>
        </p:grpSpPr>
        <p:sp>
          <p:nvSpPr>
            <p:cNvPr id="14"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15"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17" name="矩形: 圆角 2">
            <a:extLst>
              <a:ext uri="{FF2B5EF4-FFF2-40B4-BE49-F238E27FC236}">
                <a16:creationId xmlns:a16="http://schemas.microsoft.com/office/drawing/2014/main" id="{42F17F97-C9C2-49BE-B396-CBA70900F58B}"/>
              </a:ext>
            </a:extLst>
          </p:cNvPr>
          <p:cNvSpPr/>
          <p:nvPr/>
        </p:nvSpPr>
        <p:spPr>
          <a:xfrm>
            <a:off x="519659" y="2148589"/>
            <a:ext cx="2448393" cy="3357796"/>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cs typeface="+mn-ea"/>
              <a:sym typeface="+mn-lt"/>
            </a:endParaRPr>
          </a:p>
        </p:txBody>
      </p:sp>
      <p:sp>
        <p:nvSpPr>
          <p:cNvPr id="18" name="矩形: 圆角 17">
            <a:extLst>
              <a:ext uri="{FF2B5EF4-FFF2-40B4-BE49-F238E27FC236}">
                <a16:creationId xmlns:a16="http://schemas.microsoft.com/office/drawing/2014/main" id="{C84846F8-3DED-427B-BD8F-B33B13A8C1FD}"/>
              </a:ext>
            </a:extLst>
          </p:cNvPr>
          <p:cNvSpPr/>
          <p:nvPr/>
        </p:nvSpPr>
        <p:spPr>
          <a:xfrm>
            <a:off x="3421088" y="2148589"/>
            <a:ext cx="2448393" cy="3357796"/>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cs typeface="+mn-ea"/>
              <a:sym typeface="+mn-lt"/>
            </a:endParaRPr>
          </a:p>
        </p:txBody>
      </p:sp>
      <p:sp>
        <p:nvSpPr>
          <p:cNvPr id="19" name="矩形: 圆角 18">
            <a:extLst>
              <a:ext uri="{FF2B5EF4-FFF2-40B4-BE49-F238E27FC236}">
                <a16:creationId xmlns:a16="http://schemas.microsoft.com/office/drawing/2014/main" id="{5DEB00C1-3E1A-4BC8-A93B-31F8C09BD401}"/>
              </a:ext>
            </a:extLst>
          </p:cNvPr>
          <p:cNvSpPr/>
          <p:nvPr/>
        </p:nvSpPr>
        <p:spPr>
          <a:xfrm>
            <a:off x="6322517" y="2148589"/>
            <a:ext cx="2448393" cy="3357796"/>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cs typeface="+mn-ea"/>
              <a:sym typeface="+mn-lt"/>
            </a:endParaRPr>
          </a:p>
        </p:txBody>
      </p:sp>
      <p:sp>
        <p:nvSpPr>
          <p:cNvPr id="20" name="矩形: 圆角 19">
            <a:extLst>
              <a:ext uri="{FF2B5EF4-FFF2-40B4-BE49-F238E27FC236}">
                <a16:creationId xmlns:a16="http://schemas.microsoft.com/office/drawing/2014/main" id="{B1BFD9DA-BD27-49BB-9A15-96F92972EB64}"/>
              </a:ext>
            </a:extLst>
          </p:cNvPr>
          <p:cNvSpPr/>
          <p:nvPr/>
        </p:nvSpPr>
        <p:spPr>
          <a:xfrm>
            <a:off x="9223948" y="2148589"/>
            <a:ext cx="2448393" cy="3357796"/>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dirty="0">
              <a:cs typeface="+mn-ea"/>
              <a:sym typeface="+mn-lt"/>
            </a:endParaRPr>
          </a:p>
        </p:txBody>
      </p:sp>
      <p:sp>
        <p:nvSpPr>
          <p:cNvPr id="21" name="矩形 20" descr="e7d195523061f1c09e9d68d7cf438b91ef959ecb14fc25d26BBA7F7DBC18E55DFF4014AF651F0BF2569D4B6C1DA7F1A4683A481403BD872FC687266AD13265C1DE7C373772FD8728ABDD69ADD03BFF5BE2862BC891DBB79ED9A64E36B760F04717825CA1B175CEA4ADF1757C5F6972E159830655E44B4550EA1D996165CF5BB730B85CA0F0A8227A550C067FE8CB48054934EB960F2C1710">
            <a:extLst>
              <a:ext uri="{FF2B5EF4-FFF2-40B4-BE49-F238E27FC236}">
                <a16:creationId xmlns:a16="http://schemas.microsoft.com/office/drawing/2014/main" id="{D57020BB-9F05-48DD-AD55-77DF27639A49}"/>
              </a:ext>
            </a:extLst>
          </p:cNvPr>
          <p:cNvSpPr/>
          <p:nvPr/>
        </p:nvSpPr>
        <p:spPr>
          <a:xfrm>
            <a:off x="862844" y="3326204"/>
            <a:ext cx="1762021" cy="400110"/>
          </a:xfrm>
          <a:prstGeom prst="rect">
            <a:avLst/>
          </a:prstGeom>
        </p:spPr>
        <p:txBody>
          <a:bodyPr wrap="none">
            <a:spAutoFit/>
          </a:bodyPr>
          <a:lstStyle/>
          <a:p>
            <a:pPr algn="ctr"/>
            <a:r>
              <a:rPr lang="zh-CN" altLang="en-US" sz="2000" b="1" dirty="0">
                <a:solidFill>
                  <a:schemeClr val="bg1"/>
                </a:solidFill>
                <a:cs typeface="+mn-ea"/>
                <a:sym typeface="+mn-lt"/>
              </a:rPr>
              <a:t>添加文字内容</a:t>
            </a:r>
          </a:p>
        </p:txBody>
      </p:sp>
      <p:sp>
        <p:nvSpPr>
          <p:cNvPr id="22" name="文本框 21" descr="e7d195523061f1c09e9d68d7cf438b91ef959ecb14fc25d26BBA7F7DBC18E55DFF4014AF651F0BF2569D4B6C1DA7F1A4683A481403BD872FC687266AD13265C1DE7C373772FD8728ABDD69ADD03BFF5BE2862BC891DBB79ED9A64E36B760F04717825CA1B175CEA4ADF1757C5F6972E159830655E44B4550EA1D996165CF5BB730B85CA0F0A8227A550C067FE8CB48054934EB960F2C1710">
            <a:extLst>
              <a:ext uri="{FF2B5EF4-FFF2-40B4-BE49-F238E27FC236}">
                <a16:creationId xmlns:a16="http://schemas.microsoft.com/office/drawing/2014/main" id="{11F3E0CF-1130-4978-A857-63246B5A8D82}"/>
              </a:ext>
            </a:extLst>
          </p:cNvPr>
          <p:cNvSpPr txBox="1"/>
          <p:nvPr/>
        </p:nvSpPr>
        <p:spPr>
          <a:xfrm>
            <a:off x="605589" y="3777609"/>
            <a:ext cx="2276532" cy="1383665"/>
          </a:xfrm>
          <a:prstGeom prst="rect">
            <a:avLst/>
          </a:prstGeom>
          <a:noFill/>
        </p:spPr>
        <p:txBody>
          <a:bodyPr wrap="square" rtlCol="0">
            <a:spAutoFit/>
          </a:bodyPr>
          <a:lstStyle/>
          <a:p>
            <a:pPr algn="ctr">
              <a:lnSpc>
                <a:spcPct val="150000"/>
              </a:lnSpc>
            </a:pPr>
            <a:r>
              <a:rPr lang="zh-CN" altLang="en-US" sz="1400" dirty="0">
                <a:solidFill>
                  <a:schemeClr val="bg1"/>
                </a:solidFill>
                <a:cs typeface="+mn-ea"/>
                <a:sym typeface="+mn-lt"/>
              </a:rPr>
              <a:t>您的内容打在这里，或者通过复制您的文本后，在此框中选择粘贴，并选择只保留文字。</a:t>
            </a:r>
          </a:p>
        </p:txBody>
      </p:sp>
      <p:sp>
        <p:nvSpPr>
          <p:cNvPr id="23" name="矩形 22" descr="e7d195523061f1c09e9d68d7cf438b91ef959ecb14fc25d26BBA7F7DBC18E55DFF4014AF651F0BF2569D4B6C1DA7F1A4683A481403BD872FC687266AD13265C1DE7C373772FD8728ABDD69ADD03BFF5BE2862BC891DBB79ED9A64E36B760F04717825CA1B175CEA4ADF1757C5F6972E159830655E44B4550EA1D996165CF5BB730B85CA0F0A8227A550C067FE8CB48054934EB960F2C1710">
            <a:extLst>
              <a:ext uri="{FF2B5EF4-FFF2-40B4-BE49-F238E27FC236}">
                <a16:creationId xmlns:a16="http://schemas.microsoft.com/office/drawing/2014/main" id="{93C011B9-925C-495A-8335-EEA8032BF589}"/>
              </a:ext>
            </a:extLst>
          </p:cNvPr>
          <p:cNvSpPr/>
          <p:nvPr/>
        </p:nvSpPr>
        <p:spPr>
          <a:xfrm>
            <a:off x="3764273" y="3326204"/>
            <a:ext cx="1762021" cy="400110"/>
          </a:xfrm>
          <a:prstGeom prst="rect">
            <a:avLst/>
          </a:prstGeom>
        </p:spPr>
        <p:txBody>
          <a:bodyPr wrap="none">
            <a:spAutoFit/>
          </a:bodyPr>
          <a:lstStyle/>
          <a:p>
            <a:pPr algn="ctr"/>
            <a:r>
              <a:rPr lang="zh-CN" altLang="en-US" sz="2000" b="1" dirty="0">
                <a:solidFill>
                  <a:schemeClr val="bg1"/>
                </a:solidFill>
                <a:cs typeface="+mn-ea"/>
                <a:sym typeface="+mn-lt"/>
              </a:rPr>
              <a:t>添加文字内容</a:t>
            </a:r>
          </a:p>
        </p:txBody>
      </p:sp>
      <p:sp>
        <p:nvSpPr>
          <p:cNvPr id="24" name="文本框 23" descr="e7d195523061f1c09e9d68d7cf438b91ef959ecb14fc25d26BBA7F7DBC18E55DFF4014AF651F0BF2569D4B6C1DA7F1A4683A481403BD872FC687266AD13265C1DE7C373772FD8728ABDD69ADD03BFF5BE2862BC891DBB79ED9A64E36B760F04717825CA1B175CEA4ADF1757C5F6972E159830655E44B4550EA1D996165CF5BB730B85CA0F0A8227A550C067FE8CB48054934EB960F2C1710">
            <a:extLst>
              <a:ext uri="{FF2B5EF4-FFF2-40B4-BE49-F238E27FC236}">
                <a16:creationId xmlns:a16="http://schemas.microsoft.com/office/drawing/2014/main" id="{D8F78F9F-1CA6-4411-9AAF-8A4F3396F4C5}"/>
              </a:ext>
            </a:extLst>
          </p:cNvPr>
          <p:cNvSpPr txBox="1"/>
          <p:nvPr/>
        </p:nvSpPr>
        <p:spPr>
          <a:xfrm>
            <a:off x="3507019" y="3777609"/>
            <a:ext cx="2276532" cy="1383665"/>
          </a:xfrm>
          <a:prstGeom prst="rect">
            <a:avLst/>
          </a:prstGeom>
          <a:noFill/>
        </p:spPr>
        <p:txBody>
          <a:bodyPr wrap="square" rtlCol="0">
            <a:spAutoFit/>
          </a:bodyPr>
          <a:lstStyle/>
          <a:p>
            <a:pPr algn="ctr">
              <a:lnSpc>
                <a:spcPct val="150000"/>
              </a:lnSpc>
            </a:pPr>
            <a:r>
              <a:rPr lang="zh-CN" altLang="en-US" sz="1400" dirty="0">
                <a:solidFill>
                  <a:schemeClr val="bg1"/>
                </a:solidFill>
                <a:cs typeface="+mn-ea"/>
                <a:sym typeface="+mn-lt"/>
              </a:rPr>
              <a:t>您的内容打在这里，或者通过复制您的文本后，在此框中选择粘贴，并选择只保留文字。</a:t>
            </a:r>
          </a:p>
        </p:txBody>
      </p:sp>
      <p:sp>
        <p:nvSpPr>
          <p:cNvPr id="25" name="矩形 24" descr="e7d195523061f1c09e9d68d7cf438b91ef959ecb14fc25d26BBA7F7DBC18E55DFF4014AF651F0BF2569D4B6C1DA7F1A4683A481403BD872FC687266AD13265C1DE7C373772FD8728ABDD69ADD03BFF5BE2862BC891DBB79ED9A64E36B760F04717825CA1B175CEA4ADF1757C5F6972E159830655E44B4550EA1D996165CF5BB730B85CA0F0A8227A550C067FE8CB48054934EB960F2C1710">
            <a:extLst>
              <a:ext uri="{FF2B5EF4-FFF2-40B4-BE49-F238E27FC236}">
                <a16:creationId xmlns:a16="http://schemas.microsoft.com/office/drawing/2014/main" id="{76B60350-2DE1-4C87-AE48-6E985FE970C5}"/>
              </a:ext>
            </a:extLst>
          </p:cNvPr>
          <p:cNvSpPr/>
          <p:nvPr/>
        </p:nvSpPr>
        <p:spPr>
          <a:xfrm>
            <a:off x="6665702" y="3350631"/>
            <a:ext cx="1762021" cy="400110"/>
          </a:xfrm>
          <a:prstGeom prst="rect">
            <a:avLst/>
          </a:prstGeom>
        </p:spPr>
        <p:txBody>
          <a:bodyPr wrap="none">
            <a:spAutoFit/>
          </a:bodyPr>
          <a:lstStyle/>
          <a:p>
            <a:pPr algn="ctr"/>
            <a:r>
              <a:rPr lang="zh-CN" altLang="en-US" sz="2000" b="1" dirty="0">
                <a:solidFill>
                  <a:schemeClr val="bg1"/>
                </a:solidFill>
                <a:cs typeface="+mn-ea"/>
                <a:sym typeface="+mn-lt"/>
              </a:rPr>
              <a:t>添加文字内容</a:t>
            </a:r>
          </a:p>
        </p:txBody>
      </p:sp>
      <p:sp>
        <p:nvSpPr>
          <p:cNvPr id="26" name="文本框 25" descr="e7d195523061f1c09e9d68d7cf438b91ef959ecb14fc25d26BBA7F7DBC18E55DFF4014AF651F0BF2569D4B6C1DA7F1A4683A481403BD872FC687266AD13265C1DE7C373772FD8728ABDD69ADD03BFF5BE2862BC891DBB79ED9A64E36B760F04717825CA1B175CEA4ADF1757C5F6972E159830655E44B4550EA1D996165CF5BB730B85CA0F0A8227A550C067FE8CB48054934EB960F2C1710">
            <a:extLst>
              <a:ext uri="{FF2B5EF4-FFF2-40B4-BE49-F238E27FC236}">
                <a16:creationId xmlns:a16="http://schemas.microsoft.com/office/drawing/2014/main" id="{F7C64117-3BE6-4DEB-AEAE-C12CA79EA476}"/>
              </a:ext>
            </a:extLst>
          </p:cNvPr>
          <p:cNvSpPr txBox="1"/>
          <p:nvPr/>
        </p:nvSpPr>
        <p:spPr>
          <a:xfrm>
            <a:off x="6408448" y="3802036"/>
            <a:ext cx="2276532" cy="1383665"/>
          </a:xfrm>
          <a:prstGeom prst="rect">
            <a:avLst/>
          </a:prstGeom>
          <a:noFill/>
        </p:spPr>
        <p:txBody>
          <a:bodyPr wrap="square" rtlCol="0">
            <a:spAutoFit/>
          </a:bodyPr>
          <a:lstStyle/>
          <a:p>
            <a:pPr algn="ctr">
              <a:lnSpc>
                <a:spcPct val="150000"/>
              </a:lnSpc>
            </a:pPr>
            <a:r>
              <a:rPr lang="zh-CN" altLang="en-US" sz="1400" dirty="0">
                <a:solidFill>
                  <a:schemeClr val="bg1"/>
                </a:solidFill>
                <a:cs typeface="+mn-ea"/>
                <a:sym typeface="+mn-lt"/>
              </a:rPr>
              <a:t>您的内容打在这里，或者通过复制您的文本后，在此框中选择粘贴，并选择只保留文字。</a:t>
            </a:r>
          </a:p>
        </p:txBody>
      </p:sp>
      <p:sp>
        <p:nvSpPr>
          <p:cNvPr id="27" name="矩形 26" descr="e7d195523061f1c09e9d68d7cf438b91ef959ecb14fc25d26BBA7F7DBC18E55DFF4014AF651F0BF2569D4B6C1DA7F1A4683A481403BD872FC687266AD13265C1DE7C373772FD8728ABDD69ADD03BFF5BE2862BC891DBB79ED9A64E36B760F04717825CA1B175CEA4ADF1757C5F6972E159830655E44B4550EA1D996165CF5BB730B85CA0F0A8227A550C067FE8CB48054934EB960F2C1710">
            <a:extLst>
              <a:ext uri="{FF2B5EF4-FFF2-40B4-BE49-F238E27FC236}">
                <a16:creationId xmlns:a16="http://schemas.microsoft.com/office/drawing/2014/main" id="{AE8A40E8-2EBB-45AC-A06F-9C0AA5FC50A1}"/>
              </a:ext>
            </a:extLst>
          </p:cNvPr>
          <p:cNvSpPr/>
          <p:nvPr/>
        </p:nvSpPr>
        <p:spPr>
          <a:xfrm>
            <a:off x="9567133" y="3350631"/>
            <a:ext cx="1762021" cy="400110"/>
          </a:xfrm>
          <a:prstGeom prst="rect">
            <a:avLst/>
          </a:prstGeom>
        </p:spPr>
        <p:txBody>
          <a:bodyPr wrap="none">
            <a:spAutoFit/>
          </a:bodyPr>
          <a:lstStyle/>
          <a:p>
            <a:pPr algn="ctr"/>
            <a:r>
              <a:rPr lang="zh-CN" altLang="en-US" sz="2000" b="1" dirty="0">
                <a:solidFill>
                  <a:schemeClr val="bg1"/>
                </a:solidFill>
                <a:cs typeface="+mn-ea"/>
                <a:sym typeface="+mn-lt"/>
              </a:rPr>
              <a:t>添加文字内容</a:t>
            </a:r>
          </a:p>
        </p:txBody>
      </p:sp>
      <p:sp>
        <p:nvSpPr>
          <p:cNvPr id="28" name="文本框 27" descr="e7d195523061f1c09e9d68d7cf438b91ef959ecb14fc25d26BBA7F7DBC18E55DFF4014AF651F0BF2569D4B6C1DA7F1A4683A481403BD872FC687266AD13265C1DE7C373772FD8728ABDD69ADD03BFF5BE2862BC891DBB79ED9A64E36B760F04717825CA1B175CEA4ADF1757C5F6972E159830655E44B4550EA1D996165CF5BB730B85CA0F0A8227A550C067FE8CB48054934EB960F2C1710">
            <a:extLst>
              <a:ext uri="{FF2B5EF4-FFF2-40B4-BE49-F238E27FC236}">
                <a16:creationId xmlns:a16="http://schemas.microsoft.com/office/drawing/2014/main" id="{189851AA-B216-4884-BEE4-3381758306C4}"/>
              </a:ext>
            </a:extLst>
          </p:cNvPr>
          <p:cNvSpPr txBox="1"/>
          <p:nvPr/>
        </p:nvSpPr>
        <p:spPr>
          <a:xfrm>
            <a:off x="9309879" y="3802036"/>
            <a:ext cx="2276532" cy="1383665"/>
          </a:xfrm>
          <a:prstGeom prst="rect">
            <a:avLst/>
          </a:prstGeom>
          <a:noFill/>
        </p:spPr>
        <p:txBody>
          <a:bodyPr wrap="square" rtlCol="0">
            <a:spAutoFit/>
          </a:bodyPr>
          <a:lstStyle/>
          <a:p>
            <a:pPr algn="ctr">
              <a:lnSpc>
                <a:spcPct val="150000"/>
              </a:lnSpc>
            </a:pPr>
            <a:r>
              <a:rPr lang="zh-CN" altLang="en-US" sz="1400" dirty="0">
                <a:solidFill>
                  <a:schemeClr val="bg1"/>
                </a:solidFill>
                <a:cs typeface="+mn-ea"/>
                <a:sym typeface="+mn-lt"/>
              </a:rPr>
              <a:t>您的内容打在这里，或者通过复制您的文本后，在此框中选择粘贴，并选择只保留文字。</a:t>
            </a:r>
          </a:p>
        </p:txBody>
      </p:sp>
      <p:sp>
        <p:nvSpPr>
          <p:cNvPr id="29" name="AutoShape 59">
            <a:extLst>
              <a:ext uri="{FF2B5EF4-FFF2-40B4-BE49-F238E27FC236}">
                <a16:creationId xmlns:a16="http://schemas.microsoft.com/office/drawing/2014/main" id="{D6EEF1F7-1205-4DD0-9950-141614959337}"/>
              </a:ext>
            </a:extLst>
          </p:cNvPr>
          <p:cNvSpPr/>
          <p:nvPr/>
        </p:nvSpPr>
        <p:spPr bwMode="auto">
          <a:xfrm>
            <a:off x="10125511" y="2611201"/>
            <a:ext cx="645268" cy="642427"/>
          </a:xfrm>
          <a:custGeom>
            <a:avLst/>
            <a:gdLst>
              <a:gd name="T0" fmla="+- 0 10794 23"/>
              <a:gd name="T1" fmla="*/ T0 w 21543"/>
              <a:gd name="T2" fmla="*/ 10800 h 21600"/>
              <a:gd name="T3" fmla="+- 0 10794 23"/>
              <a:gd name="T4" fmla="*/ T3 w 21543"/>
              <a:gd name="T5" fmla="*/ 10800 h 21600"/>
              <a:gd name="T6" fmla="+- 0 10794 23"/>
              <a:gd name="T7" fmla="*/ T6 w 21543"/>
              <a:gd name="T8" fmla="*/ 10800 h 21600"/>
              <a:gd name="T9" fmla="+- 0 10794 23"/>
              <a:gd name="T10" fmla="*/ T9 w 21543"/>
              <a:gd name="T11" fmla="*/ 10800 h 21600"/>
            </a:gdLst>
            <a:ahLst/>
            <a:cxnLst>
              <a:cxn ang="0">
                <a:pos x="T1" y="T2"/>
              </a:cxn>
              <a:cxn ang="0">
                <a:pos x="T4" y="T5"/>
              </a:cxn>
              <a:cxn ang="0">
                <a:pos x="T7" y="T8"/>
              </a:cxn>
              <a:cxn ang="0">
                <a:pos x="T10" y="T11"/>
              </a:cxn>
            </a:cxnLst>
            <a:rect l="0" t="0" r="r" b="b"/>
            <a:pathLst>
              <a:path w="21543" h="21600">
                <a:moveTo>
                  <a:pt x="16976" y="19986"/>
                </a:moveTo>
                <a:lnTo>
                  <a:pt x="11226" y="17680"/>
                </a:lnTo>
                <a:cubicBezTo>
                  <a:pt x="11088" y="17626"/>
                  <a:pt x="10946" y="17608"/>
                  <a:pt x="10806" y="17600"/>
                </a:cubicBezTo>
                <a:lnTo>
                  <a:pt x="19660" y="3837"/>
                </a:lnTo>
                <a:cubicBezTo>
                  <a:pt x="19660" y="3837"/>
                  <a:pt x="16976" y="19986"/>
                  <a:pt x="16976" y="19986"/>
                </a:cubicBezTo>
                <a:close/>
                <a:moveTo>
                  <a:pt x="6859" y="16244"/>
                </a:moveTo>
                <a:cubicBezTo>
                  <a:pt x="6858" y="16242"/>
                  <a:pt x="6855" y="16240"/>
                  <a:pt x="6854" y="16238"/>
                </a:cubicBezTo>
                <a:lnTo>
                  <a:pt x="19606" y="2552"/>
                </a:lnTo>
                <a:lnTo>
                  <a:pt x="8735" y="19536"/>
                </a:lnTo>
                <a:cubicBezTo>
                  <a:pt x="8735" y="19536"/>
                  <a:pt x="6859" y="16244"/>
                  <a:pt x="6859" y="16244"/>
                </a:cubicBezTo>
                <a:close/>
                <a:moveTo>
                  <a:pt x="2111" y="14024"/>
                </a:moveTo>
                <a:lnTo>
                  <a:pt x="17712" y="3595"/>
                </a:lnTo>
                <a:lnTo>
                  <a:pt x="6369" y="15770"/>
                </a:lnTo>
                <a:cubicBezTo>
                  <a:pt x="6309" y="15734"/>
                  <a:pt x="6256" y="15687"/>
                  <a:pt x="6190" y="15660"/>
                </a:cubicBezTo>
                <a:cubicBezTo>
                  <a:pt x="6190" y="15660"/>
                  <a:pt x="2111" y="14024"/>
                  <a:pt x="2111" y="14024"/>
                </a:cubicBezTo>
                <a:close/>
                <a:moveTo>
                  <a:pt x="21234" y="108"/>
                </a:moveTo>
                <a:cubicBezTo>
                  <a:pt x="21123" y="35"/>
                  <a:pt x="20996" y="0"/>
                  <a:pt x="20868" y="0"/>
                </a:cubicBezTo>
                <a:cubicBezTo>
                  <a:pt x="20738" y="0"/>
                  <a:pt x="20608" y="36"/>
                  <a:pt x="20495" y="113"/>
                </a:cubicBezTo>
                <a:lnTo>
                  <a:pt x="299" y="13613"/>
                </a:lnTo>
                <a:cubicBezTo>
                  <a:pt x="91" y="13751"/>
                  <a:pt x="-23" y="13995"/>
                  <a:pt x="3" y="14244"/>
                </a:cubicBezTo>
                <a:cubicBezTo>
                  <a:pt x="28" y="14494"/>
                  <a:pt x="190" y="14708"/>
                  <a:pt x="422" y="14801"/>
                </a:cubicBezTo>
                <a:lnTo>
                  <a:pt x="5689" y="16914"/>
                </a:lnTo>
                <a:lnTo>
                  <a:pt x="8166" y="21259"/>
                </a:lnTo>
                <a:cubicBezTo>
                  <a:pt x="8284" y="21468"/>
                  <a:pt x="8505" y="21597"/>
                  <a:pt x="8743" y="21599"/>
                </a:cubicBezTo>
                <a:lnTo>
                  <a:pt x="8751" y="21599"/>
                </a:lnTo>
                <a:cubicBezTo>
                  <a:pt x="8987" y="21599"/>
                  <a:pt x="9206" y="21474"/>
                  <a:pt x="9328" y="21271"/>
                </a:cubicBezTo>
                <a:lnTo>
                  <a:pt x="10726" y="18934"/>
                </a:lnTo>
                <a:lnTo>
                  <a:pt x="17253" y="21551"/>
                </a:lnTo>
                <a:cubicBezTo>
                  <a:pt x="17332" y="21584"/>
                  <a:pt x="17418" y="21599"/>
                  <a:pt x="17502" y="21599"/>
                </a:cubicBezTo>
                <a:cubicBezTo>
                  <a:pt x="17617" y="21599"/>
                  <a:pt x="17731" y="21571"/>
                  <a:pt x="17832" y="21512"/>
                </a:cubicBezTo>
                <a:cubicBezTo>
                  <a:pt x="18010" y="21412"/>
                  <a:pt x="18133" y="21238"/>
                  <a:pt x="18167" y="21035"/>
                </a:cubicBezTo>
                <a:lnTo>
                  <a:pt x="21533" y="785"/>
                </a:lnTo>
                <a:cubicBezTo>
                  <a:pt x="21576" y="520"/>
                  <a:pt x="21459" y="254"/>
                  <a:pt x="21234" y="108"/>
                </a:cubicBezTo>
              </a:path>
            </a:pathLst>
          </a:custGeom>
          <a:solidFill>
            <a:schemeClr val="bg1"/>
          </a:solidFill>
          <a:ln>
            <a:noFill/>
          </a:ln>
          <a:effectLst/>
        </p:spPr>
        <p:txBody>
          <a:bodyPr lIns="25400" tIns="25400" rIns="25400" bIns="25400" anchor="ctr"/>
          <a:lstStyle/>
          <a:p>
            <a:pPr marL="0" marR="0" lvl="0" indent="0" algn="ctr" defTabSz="228600" eaLnBrk="1" fontAlgn="base" latinLnBrk="0" hangingPunct="0">
              <a:lnSpc>
                <a:spcPct val="100000"/>
              </a:lnSpc>
              <a:spcBef>
                <a:spcPct val="0"/>
              </a:spcBef>
              <a:spcAft>
                <a:spcPct val="0"/>
              </a:spcAft>
              <a:buClrTx/>
              <a:buSzTx/>
              <a:buFontTx/>
              <a:buNone/>
              <a:defRPr/>
            </a:pPr>
            <a:endParaRPr kumimoji="0" lang="en-US" sz="2000" b="0" i="0" u="none" strike="noStrike" kern="0" cap="none" spc="0" normalizeH="0" baseline="0" noProof="0" dirty="0">
              <a:ln>
                <a:noFill/>
              </a:ln>
              <a:solidFill>
                <a:srgbClr val="FFFFFF"/>
              </a:solidFill>
              <a:effectLst>
                <a:outerShdw blurRad="38100" dist="38100" dir="2700000" algn="tl">
                  <a:srgbClr val="000000"/>
                </a:outerShdw>
              </a:effectLst>
              <a:uLnTx/>
              <a:uFillTx/>
              <a:cs typeface="+mn-ea"/>
              <a:sym typeface="+mn-lt"/>
            </a:endParaRPr>
          </a:p>
        </p:txBody>
      </p:sp>
      <p:grpSp>
        <p:nvGrpSpPr>
          <p:cNvPr id="30" name="Group 112">
            <a:extLst>
              <a:ext uri="{FF2B5EF4-FFF2-40B4-BE49-F238E27FC236}">
                <a16:creationId xmlns:a16="http://schemas.microsoft.com/office/drawing/2014/main" id="{ED286730-794A-4B21-B2C5-BF2C885B73B5}"/>
              </a:ext>
            </a:extLst>
          </p:cNvPr>
          <p:cNvGrpSpPr/>
          <p:nvPr/>
        </p:nvGrpSpPr>
        <p:grpSpPr>
          <a:xfrm>
            <a:off x="7224601" y="2630641"/>
            <a:ext cx="644224" cy="603548"/>
            <a:chOff x="5368132" y="3540125"/>
            <a:chExt cx="465138" cy="435769"/>
          </a:xfrm>
          <a:solidFill>
            <a:schemeClr val="bg1"/>
          </a:solidFill>
        </p:grpSpPr>
        <p:sp>
          <p:nvSpPr>
            <p:cNvPr id="31" name="AutoShape 110">
              <a:extLst>
                <a:ext uri="{FF2B5EF4-FFF2-40B4-BE49-F238E27FC236}">
                  <a16:creationId xmlns:a16="http://schemas.microsoft.com/office/drawing/2014/main" id="{8A9E6598-9CC2-4E57-9DC8-FC216A2D6552}"/>
                </a:ext>
              </a:extLst>
            </p:cNvPr>
            <p:cNvSpPr/>
            <p:nvPr/>
          </p:nvSpPr>
          <p:spPr bwMode="auto">
            <a:xfrm>
              <a:off x="5426869" y="3598069"/>
              <a:ext cx="347663" cy="232569"/>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20699" y="20255"/>
                  </a:moveTo>
                  <a:lnTo>
                    <a:pt x="899" y="20255"/>
                  </a:lnTo>
                  <a:lnTo>
                    <a:pt x="899" y="1350"/>
                  </a:lnTo>
                  <a:lnTo>
                    <a:pt x="20699" y="1350"/>
                  </a:lnTo>
                  <a:cubicBezTo>
                    <a:pt x="20699" y="1350"/>
                    <a:pt x="20699" y="20255"/>
                    <a:pt x="20699" y="20255"/>
                  </a:cubicBezTo>
                  <a:close/>
                  <a:moveTo>
                    <a:pt x="20699" y="0"/>
                  </a:moveTo>
                  <a:lnTo>
                    <a:pt x="899" y="5"/>
                  </a:lnTo>
                  <a:cubicBezTo>
                    <a:pt x="402" y="5"/>
                    <a:pt x="0" y="603"/>
                    <a:pt x="0" y="1350"/>
                  </a:cubicBezTo>
                  <a:lnTo>
                    <a:pt x="0" y="20249"/>
                  </a:lnTo>
                  <a:cubicBezTo>
                    <a:pt x="0" y="20996"/>
                    <a:pt x="402" y="21599"/>
                    <a:pt x="899" y="21599"/>
                  </a:cubicBezTo>
                  <a:lnTo>
                    <a:pt x="20699" y="21599"/>
                  </a:lnTo>
                  <a:cubicBezTo>
                    <a:pt x="21197" y="21599"/>
                    <a:pt x="21600" y="20996"/>
                    <a:pt x="21600" y="20249"/>
                  </a:cubicBezTo>
                  <a:lnTo>
                    <a:pt x="21600" y="1350"/>
                  </a:lnTo>
                  <a:cubicBezTo>
                    <a:pt x="21600" y="603"/>
                    <a:pt x="21197" y="0"/>
                    <a:pt x="20699" y="0"/>
                  </a:cubicBezTo>
                </a:path>
              </a:pathLst>
            </a:custGeom>
            <a:grpFill/>
            <a:ln>
              <a:noFill/>
            </a:ln>
            <a:effectLst/>
          </p:spPr>
          <p:txBody>
            <a:bodyPr lIns="25400" tIns="25400" rIns="25400" bIns="25400" anchor="ctr"/>
            <a:lstStyle/>
            <a:p>
              <a:pPr marL="0" marR="0" lvl="0" indent="0" algn="ctr" defTabSz="228600" eaLnBrk="1" fontAlgn="base" latinLnBrk="0" hangingPunct="0">
                <a:lnSpc>
                  <a:spcPct val="100000"/>
                </a:lnSpc>
                <a:spcBef>
                  <a:spcPct val="0"/>
                </a:spcBef>
                <a:spcAft>
                  <a:spcPct val="0"/>
                </a:spcAft>
                <a:buClrTx/>
                <a:buSzTx/>
                <a:buFontTx/>
                <a:buNone/>
                <a:defRPr/>
              </a:pPr>
              <a:endParaRPr kumimoji="0" lang="en-US" sz="2000" b="0" i="0" u="none" strike="noStrike" kern="0" cap="none" spc="0" normalizeH="0" baseline="0" noProof="0" dirty="0">
                <a:ln>
                  <a:noFill/>
                </a:ln>
                <a:solidFill>
                  <a:srgbClr val="FFFFFF"/>
                </a:solidFill>
                <a:effectLst>
                  <a:outerShdw blurRad="38100" dist="38100" dir="2700000" algn="tl">
                    <a:srgbClr val="000000"/>
                  </a:outerShdw>
                </a:effectLst>
                <a:uLnTx/>
                <a:uFillTx/>
                <a:cs typeface="+mn-ea"/>
                <a:sym typeface="+mn-lt"/>
              </a:endParaRPr>
            </a:p>
          </p:txBody>
        </p:sp>
        <p:sp>
          <p:nvSpPr>
            <p:cNvPr id="32" name="AutoShape 111">
              <a:extLst>
                <a:ext uri="{FF2B5EF4-FFF2-40B4-BE49-F238E27FC236}">
                  <a16:creationId xmlns:a16="http://schemas.microsoft.com/office/drawing/2014/main" id="{1F4E9662-0BE3-4DBD-9573-17A11AEFAFBE}"/>
                </a:ext>
              </a:extLst>
            </p:cNvPr>
            <p:cNvSpPr/>
            <p:nvPr/>
          </p:nvSpPr>
          <p:spPr bwMode="auto">
            <a:xfrm>
              <a:off x="5368132" y="3540125"/>
              <a:ext cx="465138" cy="435769"/>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20249" y="16562"/>
                  </a:moveTo>
                  <a:cubicBezTo>
                    <a:pt x="20249" y="16959"/>
                    <a:pt x="19946" y="17282"/>
                    <a:pt x="19575" y="17282"/>
                  </a:cubicBezTo>
                  <a:lnTo>
                    <a:pt x="13499" y="17282"/>
                  </a:lnTo>
                  <a:lnTo>
                    <a:pt x="8099" y="17282"/>
                  </a:lnTo>
                  <a:lnTo>
                    <a:pt x="2024" y="17282"/>
                  </a:lnTo>
                  <a:cubicBezTo>
                    <a:pt x="1651" y="17282"/>
                    <a:pt x="1349" y="16959"/>
                    <a:pt x="1349" y="16562"/>
                  </a:cubicBezTo>
                  <a:lnTo>
                    <a:pt x="1349" y="2160"/>
                  </a:lnTo>
                  <a:cubicBezTo>
                    <a:pt x="1349" y="1762"/>
                    <a:pt x="1651" y="1440"/>
                    <a:pt x="2024" y="1440"/>
                  </a:cubicBezTo>
                  <a:lnTo>
                    <a:pt x="19575" y="1440"/>
                  </a:lnTo>
                  <a:cubicBezTo>
                    <a:pt x="19946" y="1440"/>
                    <a:pt x="20249" y="1762"/>
                    <a:pt x="20249" y="2160"/>
                  </a:cubicBezTo>
                  <a:cubicBezTo>
                    <a:pt x="20249" y="2160"/>
                    <a:pt x="20249" y="16562"/>
                    <a:pt x="20249" y="16562"/>
                  </a:cubicBezTo>
                  <a:close/>
                  <a:moveTo>
                    <a:pt x="19575" y="0"/>
                  </a:moveTo>
                  <a:lnTo>
                    <a:pt x="2024" y="0"/>
                  </a:lnTo>
                  <a:cubicBezTo>
                    <a:pt x="905" y="0"/>
                    <a:pt x="0" y="966"/>
                    <a:pt x="0" y="2160"/>
                  </a:cubicBezTo>
                  <a:lnTo>
                    <a:pt x="0" y="16562"/>
                  </a:lnTo>
                  <a:cubicBezTo>
                    <a:pt x="0" y="17753"/>
                    <a:pt x="903" y="18718"/>
                    <a:pt x="2018" y="18721"/>
                  </a:cubicBezTo>
                  <a:lnTo>
                    <a:pt x="8774" y="18721"/>
                  </a:lnTo>
                  <a:lnTo>
                    <a:pt x="8774" y="19597"/>
                  </a:lnTo>
                  <a:lnTo>
                    <a:pt x="4561" y="20181"/>
                  </a:lnTo>
                  <a:cubicBezTo>
                    <a:pt x="4260" y="20262"/>
                    <a:pt x="4049" y="20549"/>
                    <a:pt x="4049" y="20879"/>
                  </a:cubicBezTo>
                  <a:cubicBezTo>
                    <a:pt x="4049" y="21277"/>
                    <a:pt x="4351" y="21599"/>
                    <a:pt x="4724" y="21599"/>
                  </a:cubicBezTo>
                  <a:lnTo>
                    <a:pt x="16874" y="21599"/>
                  </a:lnTo>
                  <a:cubicBezTo>
                    <a:pt x="17248" y="21599"/>
                    <a:pt x="17549" y="21277"/>
                    <a:pt x="17549" y="20879"/>
                  </a:cubicBezTo>
                  <a:cubicBezTo>
                    <a:pt x="17549" y="20549"/>
                    <a:pt x="17339" y="20262"/>
                    <a:pt x="17038" y="20181"/>
                  </a:cubicBezTo>
                  <a:lnTo>
                    <a:pt x="12824" y="19597"/>
                  </a:lnTo>
                  <a:lnTo>
                    <a:pt x="12824" y="18721"/>
                  </a:lnTo>
                  <a:lnTo>
                    <a:pt x="19581" y="18721"/>
                  </a:lnTo>
                  <a:cubicBezTo>
                    <a:pt x="20696" y="18718"/>
                    <a:pt x="21600" y="17753"/>
                    <a:pt x="21600" y="16562"/>
                  </a:cubicBezTo>
                  <a:lnTo>
                    <a:pt x="21600" y="2160"/>
                  </a:lnTo>
                  <a:cubicBezTo>
                    <a:pt x="21600" y="966"/>
                    <a:pt x="20692" y="0"/>
                    <a:pt x="19575" y="0"/>
                  </a:cubicBezTo>
                </a:path>
              </a:pathLst>
            </a:custGeom>
            <a:grpFill/>
            <a:ln>
              <a:noFill/>
            </a:ln>
            <a:effectLst/>
          </p:spPr>
          <p:txBody>
            <a:bodyPr lIns="25400" tIns="25400" rIns="25400" bIns="25400" anchor="ctr"/>
            <a:lstStyle/>
            <a:p>
              <a:pPr marL="0" marR="0" lvl="0" indent="0" algn="ctr" defTabSz="228600" eaLnBrk="1" fontAlgn="base" latinLnBrk="0" hangingPunct="0">
                <a:lnSpc>
                  <a:spcPct val="100000"/>
                </a:lnSpc>
                <a:spcBef>
                  <a:spcPct val="0"/>
                </a:spcBef>
                <a:spcAft>
                  <a:spcPct val="0"/>
                </a:spcAft>
                <a:buClrTx/>
                <a:buSzTx/>
                <a:buFontTx/>
                <a:buNone/>
                <a:defRPr/>
              </a:pPr>
              <a:endParaRPr kumimoji="0" lang="en-US" sz="2000" b="0" i="0" u="none" strike="noStrike" kern="0" cap="none" spc="0" normalizeH="0" baseline="0" noProof="0" dirty="0">
                <a:ln>
                  <a:noFill/>
                </a:ln>
                <a:solidFill>
                  <a:srgbClr val="FFFFFF"/>
                </a:solidFill>
                <a:effectLst>
                  <a:outerShdw blurRad="38100" dist="38100" dir="2700000" algn="tl">
                    <a:srgbClr val="000000"/>
                  </a:outerShdw>
                </a:effectLst>
                <a:uLnTx/>
                <a:uFillTx/>
                <a:cs typeface="+mn-ea"/>
                <a:sym typeface="+mn-lt"/>
              </a:endParaRPr>
            </a:p>
          </p:txBody>
        </p:sp>
      </p:grpSp>
      <p:sp>
        <p:nvSpPr>
          <p:cNvPr id="33" name="AutoShape 112">
            <a:extLst>
              <a:ext uri="{FF2B5EF4-FFF2-40B4-BE49-F238E27FC236}">
                <a16:creationId xmlns:a16="http://schemas.microsoft.com/office/drawing/2014/main" id="{A85D167B-78D8-4244-8A42-733A15C60B73}"/>
              </a:ext>
            </a:extLst>
          </p:cNvPr>
          <p:cNvSpPr/>
          <p:nvPr/>
        </p:nvSpPr>
        <p:spPr bwMode="auto">
          <a:xfrm>
            <a:off x="4322649" y="2611201"/>
            <a:ext cx="645271" cy="642427"/>
          </a:xfrm>
          <a:custGeom>
            <a:avLst/>
            <a:gdLst>
              <a:gd name="T0" fmla="*/ 10510 w 21020"/>
              <a:gd name="T1" fmla="*/ 10800 h 21600"/>
              <a:gd name="T2" fmla="*/ 10510 w 21020"/>
              <a:gd name="T3" fmla="*/ 10800 h 21600"/>
              <a:gd name="T4" fmla="*/ 10510 w 21020"/>
              <a:gd name="T5" fmla="*/ 10800 h 21600"/>
              <a:gd name="T6" fmla="*/ 10510 w 21020"/>
              <a:gd name="T7" fmla="*/ 10800 h 21600"/>
            </a:gdLst>
            <a:ahLst/>
            <a:cxnLst>
              <a:cxn ang="0">
                <a:pos x="T0" y="T1"/>
              </a:cxn>
              <a:cxn ang="0">
                <a:pos x="T2" y="T3"/>
              </a:cxn>
              <a:cxn ang="0">
                <a:pos x="T4" y="T5"/>
              </a:cxn>
              <a:cxn ang="0">
                <a:pos x="T6" y="T7"/>
              </a:cxn>
            </a:cxnLst>
            <a:rect l="0" t="0" r="r" b="b"/>
            <a:pathLst>
              <a:path w="21020" h="21600">
                <a:moveTo>
                  <a:pt x="18846" y="7946"/>
                </a:moveTo>
                <a:lnTo>
                  <a:pt x="17740" y="9091"/>
                </a:lnTo>
                <a:cubicBezTo>
                  <a:pt x="17740" y="8939"/>
                  <a:pt x="17758" y="8792"/>
                  <a:pt x="17744" y="8636"/>
                </a:cubicBezTo>
                <a:cubicBezTo>
                  <a:pt x="17629" y="7331"/>
                  <a:pt x="17036" y="6068"/>
                  <a:pt x="16074" y="5080"/>
                </a:cubicBezTo>
                <a:cubicBezTo>
                  <a:pt x="15004" y="3980"/>
                  <a:pt x="13585" y="3348"/>
                  <a:pt x="12180" y="3345"/>
                </a:cubicBezTo>
                <a:lnTo>
                  <a:pt x="13268" y="2218"/>
                </a:lnTo>
                <a:cubicBezTo>
                  <a:pt x="13812" y="1659"/>
                  <a:pt x="14572" y="1350"/>
                  <a:pt x="15403" y="1350"/>
                </a:cubicBezTo>
                <a:cubicBezTo>
                  <a:pt x="16460" y="1350"/>
                  <a:pt x="17546" y="1840"/>
                  <a:pt x="18381" y="2696"/>
                </a:cubicBezTo>
                <a:cubicBezTo>
                  <a:pt x="19165" y="3500"/>
                  <a:pt x="19631" y="4499"/>
                  <a:pt x="19698" y="5510"/>
                </a:cubicBezTo>
                <a:cubicBezTo>
                  <a:pt x="19760" y="6453"/>
                  <a:pt x="19457" y="7317"/>
                  <a:pt x="18846" y="7946"/>
                </a:cubicBezTo>
                <a:moveTo>
                  <a:pt x="5828" y="19329"/>
                </a:moveTo>
                <a:cubicBezTo>
                  <a:pt x="5813" y="18424"/>
                  <a:pt x="5454" y="17481"/>
                  <a:pt x="4730" y="16739"/>
                </a:cubicBezTo>
                <a:cubicBezTo>
                  <a:pt x="4046" y="16034"/>
                  <a:pt x="3150" y="15628"/>
                  <a:pt x="2257" y="15592"/>
                </a:cubicBezTo>
                <a:lnTo>
                  <a:pt x="2911" y="13157"/>
                </a:lnTo>
                <a:cubicBezTo>
                  <a:pt x="2959" y="12995"/>
                  <a:pt x="3052" y="12835"/>
                  <a:pt x="3168" y="12695"/>
                </a:cubicBezTo>
                <a:cubicBezTo>
                  <a:pt x="4485" y="11726"/>
                  <a:pt x="6512" y="12012"/>
                  <a:pt x="7920" y="13460"/>
                </a:cubicBezTo>
                <a:cubicBezTo>
                  <a:pt x="9409" y="14990"/>
                  <a:pt x="9639" y="17230"/>
                  <a:pt x="8492" y="18568"/>
                </a:cubicBezTo>
                <a:cubicBezTo>
                  <a:pt x="8416" y="18609"/>
                  <a:pt x="8339" y="18648"/>
                  <a:pt x="8256" y="18675"/>
                </a:cubicBezTo>
                <a:cubicBezTo>
                  <a:pt x="8256" y="18675"/>
                  <a:pt x="5828" y="19329"/>
                  <a:pt x="5828" y="19329"/>
                </a:cubicBezTo>
                <a:close/>
                <a:moveTo>
                  <a:pt x="2737" y="20164"/>
                </a:moveTo>
                <a:cubicBezTo>
                  <a:pt x="2665" y="20181"/>
                  <a:pt x="2443" y="20239"/>
                  <a:pt x="2291" y="20249"/>
                </a:cubicBezTo>
                <a:cubicBezTo>
                  <a:pt x="1751" y="20244"/>
                  <a:pt x="1313" y="19792"/>
                  <a:pt x="1313" y="19237"/>
                </a:cubicBezTo>
                <a:cubicBezTo>
                  <a:pt x="1321" y="19124"/>
                  <a:pt x="1365" y="18929"/>
                  <a:pt x="1380" y="18857"/>
                </a:cubicBezTo>
                <a:lnTo>
                  <a:pt x="2071" y="16283"/>
                </a:lnTo>
                <a:cubicBezTo>
                  <a:pt x="2822" y="16261"/>
                  <a:pt x="3630" y="16562"/>
                  <a:pt x="4265" y="17215"/>
                </a:cubicBezTo>
                <a:cubicBezTo>
                  <a:pt x="4911" y="17878"/>
                  <a:pt x="5214" y="18725"/>
                  <a:pt x="5181" y="19504"/>
                </a:cubicBezTo>
                <a:cubicBezTo>
                  <a:pt x="5181" y="19504"/>
                  <a:pt x="2737" y="20164"/>
                  <a:pt x="2737" y="20164"/>
                </a:cubicBezTo>
                <a:close/>
                <a:moveTo>
                  <a:pt x="6888" y="11179"/>
                </a:moveTo>
                <a:cubicBezTo>
                  <a:pt x="6280" y="10927"/>
                  <a:pt x="5642" y="10783"/>
                  <a:pt x="5004" y="10774"/>
                </a:cubicBezTo>
                <a:lnTo>
                  <a:pt x="10063" y="5536"/>
                </a:lnTo>
                <a:cubicBezTo>
                  <a:pt x="10838" y="4759"/>
                  <a:pt x="11966" y="4536"/>
                  <a:pt x="13077" y="4819"/>
                </a:cubicBezTo>
                <a:cubicBezTo>
                  <a:pt x="13077" y="4819"/>
                  <a:pt x="6888" y="11179"/>
                  <a:pt x="6888" y="11179"/>
                </a:cubicBezTo>
                <a:close/>
                <a:moveTo>
                  <a:pt x="9717" y="13672"/>
                </a:moveTo>
                <a:cubicBezTo>
                  <a:pt x="9473" y="13258"/>
                  <a:pt x="9194" y="12859"/>
                  <a:pt x="8848" y="12505"/>
                </a:cubicBezTo>
                <a:cubicBezTo>
                  <a:pt x="8447" y="12093"/>
                  <a:pt x="7986" y="11770"/>
                  <a:pt x="7507" y="11498"/>
                </a:cubicBezTo>
                <a:lnTo>
                  <a:pt x="13767" y="5064"/>
                </a:lnTo>
                <a:cubicBezTo>
                  <a:pt x="14259" y="5288"/>
                  <a:pt x="14729" y="5607"/>
                  <a:pt x="15145" y="6035"/>
                </a:cubicBezTo>
                <a:cubicBezTo>
                  <a:pt x="15500" y="6398"/>
                  <a:pt x="15775" y="6806"/>
                  <a:pt x="15987" y="7229"/>
                </a:cubicBezTo>
                <a:cubicBezTo>
                  <a:pt x="15987" y="7229"/>
                  <a:pt x="9717" y="13672"/>
                  <a:pt x="9717" y="13672"/>
                </a:cubicBezTo>
                <a:close/>
                <a:moveTo>
                  <a:pt x="10519" y="16061"/>
                </a:moveTo>
                <a:cubicBezTo>
                  <a:pt x="10465" y="15452"/>
                  <a:pt x="10298" y="14854"/>
                  <a:pt x="10047" y="14288"/>
                </a:cubicBezTo>
                <a:lnTo>
                  <a:pt x="16257" y="7906"/>
                </a:lnTo>
                <a:cubicBezTo>
                  <a:pt x="16637" y="9140"/>
                  <a:pt x="16442" y="10429"/>
                  <a:pt x="15610" y="11284"/>
                </a:cubicBezTo>
                <a:cubicBezTo>
                  <a:pt x="15604" y="11290"/>
                  <a:pt x="15598" y="11293"/>
                  <a:pt x="15593" y="11298"/>
                </a:cubicBezTo>
                <a:lnTo>
                  <a:pt x="15602" y="11306"/>
                </a:lnTo>
                <a:lnTo>
                  <a:pt x="10525" y="16565"/>
                </a:lnTo>
                <a:cubicBezTo>
                  <a:pt x="10527" y="16397"/>
                  <a:pt x="10534" y="16232"/>
                  <a:pt x="10519" y="16061"/>
                </a:cubicBezTo>
                <a:moveTo>
                  <a:pt x="19308" y="1741"/>
                </a:moveTo>
                <a:cubicBezTo>
                  <a:pt x="18228" y="632"/>
                  <a:pt x="16805" y="0"/>
                  <a:pt x="15403" y="0"/>
                </a:cubicBezTo>
                <a:cubicBezTo>
                  <a:pt x="14220" y="0"/>
                  <a:pt x="13131" y="450"/>
                  <a:pt x="12335" y="1266"/>
                </a:cubicBezTo>
                <a:lnTo>
                  <a:pt x="9138" y="4577"/>
                </a:lnTo>
                <a:cubicBezTo>
                  <a:pt x="9129" y="4585"/>
                  <a:pt x="9118" y="4592"/>
                  <a:pt x="9108" y="4602"/>
                </a:cubicBezTo>
                <a:cubicBezTo>
                  <a:pt x="9103" y="4608"/>
                  <a:pt x="9100" y="4614"/>
                  <a:pt x="9095" y="4620"/>
                </a:cubicBezTo>
                <a:lnTo>
                  <a:pt x="9096" y="4621"/>
                </a:lnTo>
                <a:lnTo>
                  <a:pt x="2310" y="11647"/>
                </a:lnTo>
                <a:cubicBezTo>
                  <a:pt x="1998" y="11966"/>
                  <a:pt x="1771" y="12364"/>
                  <a:pt x="1645" y="12797"/>
                </a:cubicBezTo>
                <a:lnTo>
                  <a:pt x="102" y="18541"/>
                </a:lnTo>
                <a:cubicBezTo>
                  <a:pt x="100" y="18557"/>
                  <a:pt x="0" y="19008"/>
                  <a:pt x="0" y="19237"/>
                </a:cubicBezTo>
                <a:cubicBezTo>
                  <a:pt x="0" y="20541"/>
                  <a:pt x="1030" y="21599"/>
                  <a:pt x="2302" y="21599"/>
                </a:cubicBezTo>
                <a:cubicBezTo>
                  <a:pt x="2554" y="21599"/>
                  <a:pt x="3044" y="21475"/>
                  <a:pt x="3062" y="21473"/>
                </a:cubicBezTo>
                <a:lnTo>
                  <a:pt x="8630" y="19969"/>
                </a:lnTo>
                <a:cubicBezTo>
                  <a:pt x="9054" y="19839"/>
                  <a:pt x="9439" y="19604"/>
                  <a:pt x="9750" y="19283"/>
                </a:cubicBezTo>
                <a:lnTo>
                  <a:pt x="19776" y="8899"/>
                </a:lnTo>
                <a:cubicBezTo>
                  <a:pt x="21600" y="7023"/>
                  <a:pt x="21394" y="3881"/>
                  <a:pt x="19308" y="1741"/>
                </a:cubicBezTo>
              </a:path>
            </a:pathLst>
          </a:custGeom>
          <a:solidFill>
            <a:schemeClr val="bg1"/>
          </a:solidFill>
          <a:ln>
            <a:noFill/>
          </a:ln>
          <a:effectLst/>
        </p:spPr>
        <p:txBody>
          <a:bodyPr lIns="25400" tIns="25400" rIns="25400" bIns="25400" anchor="ctr"/>
          <a:lstStyle/>
          <a:p>
            <a:pPr marL="0" marR="0" lvl="0" indent="0" algn="ctr" defTabSz="228600" eaLnBrk="1" fontAlgn="base" latinLnBrk="0" hangingPunct="0">
              <a:lnSpc>
                <a:spcPct val="100000"/>
              </a:lnSpc>
              <a:spcBef>
                <a:spcPct val="0"/>
              </a:spcBef>
              <a:spcAft>
                <a:spcPct val="0"/>
              </a:spcAft>
              <a:buClrTx/>
              <a:buSzTx/>
              <a:buFontTx/>
              <a:buNone/>
              <a:defRPr/>
            </a:pPr>
            <a:endParaRPr kumimoji="0" lang="en-US" sz="2000" b="0" i="0" u="none" strike="noStrike" kern="0" cap="none" spc="0" normalizeH="0" baseline="0" noProof="0" dirty="0">
              <a:ln>
                <a:noFill/>
              </a:ln>
              <a:solidFill>
                <a:srgbClr val="FFFFFF"/>
              </a:solidFill>
              <a:effectLst>
                <a:outerShdw blurRad="38100" dist="38100" dir="2700000" algn="tl">
                  <a:srgbClr val="000000"/>
                </a:outerShdw>
              </a:effectLst>
              <a:uLnTx/>
              <a:uFillTx/>
              <a:cs typeface="+mn-ea"/>
              <a:sym typeface="+mn-lt"/>
            </a:endParaRPr>
          </a:p>
        </p:txBody>
      </p:sp>
      <p:grpSp>
        <p:nvGrpSpPr>
          <p:cNvPr id="34" name="组合 33">
            <a:extLst>
              <a:ext uri="{FF2B5EF4-FFF2-40B4-BE49-F238E27FC236}">
                <a16:creationId xmlns:a16="http://schemas.microsoft.com/office/drawing/2014/main" id="{A372FFEF-B669-42D0-8639-D37ADDB7671F}"/>
              </a:ext>
            </a:extLst>
          </p:cNvPr>
          <p:cNvGrpSpPr/>
          <p:nvPr/>
        </p:nvGrpSpPr>
        <p:grpSpPr>
          <a:xfrm>
            <a:off x="1522884" y="2610303"/>
            <a:ext cx="441943" cy="644224"/>
            <a:chOff x="2528974" y="2863357"/>
            <a:chExt cx="246811" cy="359779"/>
          </a:xfrm>
          <a:solidFill>
            <a:schemeClr val="bg1"/>
          </a:solidFill>
        </p:grpSpPr>
        <p:sp>
          <p:nvSpPr>
            <p:cNvPr id="35" name="AutoShape 113">
              <a:extLst>
                <a:ext uri="{FF2B5EF4-FFF2-40B4-BE49-F238E27FC236}">
                  <a16:creationId xmlns:a16="http://schemas.microsoft.com/office/drawing/2014/main" id="{3C2E5D68-39EF-4426-A4AD-C956905CA350}"/>
                </a:ext>
              </a:extLst>
            </p:cNvPr>
            <p:cNvSpPr/>
            <p:nvPr/>
          </p:nvSpPr>
          <p:spPr bwMode="auto">
            <a:xfrm>
              <a:off x="2528974" y="2863357"/>
              <a:ext cx="246811" cy="359779"/>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15386" y="14175"/>
                  </a:moveTo>
                  <a:lnTo>
                    <a:pt x="6223" y="14175"/>
                  </a:lnTo>
                  <a:cubicBezTo>
                    <a:pt x="5734" y="13446"/>
                    <a:pt x="5147" y="12716"/>
                    <a:pt x="4568" y="12003"/>
                  </a:cubicBezTo>
                  <a:cubicBezTo>
                    <a:pt x="3287" y="10427"/>
                    <a:pt x="1963" y="8797"/>
                    <a:pt x="1963" y="7425"/>
                  </a:cubicBezTo>
                  <a:cubicBezTo>
                    <a:pt x="1963" y="4075"/>
                    <a:pt x="5927" y="1350"/>
                    <a:pt x="10800" y="1350"/>
                  </a:cubicBezTo>
                  <a:cubicBezTo>
                    <a:pt x="15672" y="1350"/>
                    <a:pt x="19636" y="4075"/>
                    <a:pt x="19636" y="7425"/>
                  </a:cubicBezTo>
                  <a:cubicBezTo>
                    <a:pt x="19636" y="8787"/>
                    <a:pt x="18312" y="10425"/>
                    <a:pt x="17029" y="12011"/>
                  </a:cubicBezTo>
                  <a:cubicBezTo>
                    <a:pt x="16455" y="12723"/>
                    <a:pt x="15873" y="13449"/>
                    <a:pt x="15386" y="14175"/>
                  </a:cubicBezTo>
                  <a:moveTo>
                    <a:pt x="10800" y="20249"/>
                  </a:moveTo>
                  <a:cubicBezTo>
                    <a:pt x="9805" y="20249"/>
                    <a:pt x="9347" y="20171"/>
                    <a:pt x="8839" y="19406"/>
                  </a:cubicBezTo>
                  <a:lnTo>
                    <a:pt x="13000" y="19048"/>
                  </a:lnTo>
                  <a:cubicBezTo>
                    <a:pt x="12398" y="20164"/>
                    <a:pt x="11959" y="20249"/>
                    <a:pt x="10800" y="20249"/>
                  </a:cubicBezTo>
                  <a:moveTo>
                    <a:pt x="7595" y="16813"/>
                  </a:moveTo>
                  <a:cubicBezTo>
                    <a:pt x="7417" y="16407"/>
                    <a:pt x="7215" y="15978"/>
                    <a:pt x="6991" y="15525"/>
                  </a:cubicBezTo>
                  <a:lnTo>
                    <a:pt x="14616" y="15525"/>
                  </a:lnTo>
                  <a:cubicBezTo>
                    <a:pt x="14496" y="15767"/>
                    <a:pt x="14375" y="16010"/>
                    <a:pt x="14270" y="16239"/>
                  </a:cubicBezTo>
                  <a:cubicBezTo>
                    <a:pt x="14270" y="16239"/>
                    <a:pt x="7595" y="16813"/>
                    <a:pt x="7595" y="16813"/>
                  </a:cubicBezTo>
                  <a:close/>
                  <a:moveTo>
                    <a:pt x="13345" y="18343"/>
                  </a:moveTo>
                  <a:lnTo>
                    <a:pt x="8476" y="18762"/>
                  </a:lnTo>
                  <a:cubicBezTo>
                    <a:pt x="8303" y="18416"/>
                    <a:pt x="8116" y="18011"/>
                    <a:pt x="7890" y="17483"/>
                  </a:cubicBezTo>
                  <a:cubicBezTo>
                    <a:pt x="7887" y="17477"/>
                    <a:pt x="7883" y="17469"/>
                    <a:pt x="7881" y="17462"/>
                  </a:cubicBezTo>
                  <a:lnTo>
                    <a:pt x="13957" y="16941"/>
                  </a:lnTo>
                  <a:cubicBezTo>
                    <a:pt x="13871" y="17140"/>
                    <a:pt x="13778" y="17350"/>
                    <a:pt x="13698" y="17537"/>
                  </a:cubicBezTo>
                  <a:cubicBezTo>
                    <a:pt x="13569" y="17841"/>
                    <a:pt x="13453" y="18104"/>
                    <a:pt x="13345" y="18343"/>
                  </a:cubicBezTo>
                  <a:moveTo>
                    <a:pt x="10800" y="0"/>
                  </a:moveTo>
                  <a:cubicBezTo>
                    <a:pt x="4835" y="0"/>
                    <a:pt x="0" y="3324"/>
                    <a:pt x="0" y="7425"/>
                  </a:cubicBezTo>
                  <a:cubicBezTo>
                    <a:pt x="0" y="10146"/>
                    <a:pt x="3621" y="13029"/>
                    <a:pt x="4939" y="15562"/>
                  </a:cubicBezTo>
                  <a:cubicBezTo>
                    <a:pt x="6906" y="19339"/>
                    <a:pt x="6688" y="21599"/>
                    <a:pt x="10800" y="21599"/>
                  </a:cubicBezTo>
                  <a:cubicBezTo>
                    <a:pt x="14972" y="21599"/>
                    <a:pt x="14692" y="19349"/>
                    <a:pt x="16660" y="15577"/>
                  </a:cubicBezTo>
                  <a:cubicBezTo>
                    <a:pt x="17983" y="13039"/>
                    <a:pt x="21600" y="10124"/>
                    <a:pt x="21600" y="7425"/>
                  </a:cubicBezTo>
                  <a:cubicBezTo>
                    <a:pt x="21600" y="3324"/>
                    <a:pt x="16764" y="0"/>
                    <a:pt x="10800" y="0"/>
                  </a:cubicBezTo>
                </a:path>
              </a:pathLst>
            </a:custGeom>
            <a:grpFill/>
            <a:ln>
              <a:noFill/>
            </a:ln>
            <a:effectLst/>
          </p:spPr>
          <p:txBody>
            <a:bodyPr lIns="25400" tIns="25400" rIns="25400" bIns="25400" anchor="ctr"/>
            <a:lstStyle/>
            <a:p>
              <a:pPr marL="0" marR="0" lvl="0" indent="0" algn="ctr" defTabSz="228600" eaLnBrk="1" fontAlgn="base" latinLnBrk="0" hangingPunct="0">
                <a:lnSpc>
                  <a:spcPct val="100000"/>
                </a:lnSpc>
                <a:spcBef>
                  <a:spcPct val="0"/>
                </a:spcBef>
                <a:spcAft>
                  <a:spcPct val="0"/>
                </a:spcAft>
                <a:buClrTx/>
                <a:buSzTx/>
                <a:buFontTx/>
                <a:buNone/>
                <a:defRPr/>
              </a:pPr>
              <a:endParaRPr kumimoji="0" lang="en-US" sz="2000" b="0" i="0" u="none" strike="noStrike" kern="0" cap="none" spc="0" normalizeH="0" baseline="0" noProof="0" dirty="0">
                <a:ln>
                  <a:noFill/>
                </a:ln>
                <a:solidFill>
                  <a:srgbClr val="FFFFFF"/>
                </a:solidFill>
                <a:effectLst>
                  <a:outerShdw blurRad="38100" dist="38100" dir="2700000" algn="tl">
                    <a:srgbClr val="000000"/>
                  </a:outerShdw>
                </a:effectLst>
                <a:uLnTx/>
                <a:uFillTx/>
                <a:cs typeface="+mn-ea"/>
                <a:sym typeface="+mn-lt"/>
              </a:endParaRPr>
            </a:p>
          </p:txBody>
        </p:sp>
        <p:sp>
          <p:nvSpPr>
            <p:cNvPr id="36" name="AutoShape 114">
              <a:extLst>
                <a:ext uri="{FF2B5EF4-FFF2-40B4-BE49-F238E27FC236}">
                  <a16:creationId xmlns:a16="http://schemas.microsoft.com/office/drawing/2014/main" id="{BB34E973-5C1D-4BF7-9F0E-C040C95DB5CF}"/>
                </a:ext>
              </a:extLst>
            </p:cNvPr>
            <p:cNvSpPr/>
            <p:nvPr/>
          </p:nvSpPr>
          <p:spPr bwMode="auto">
            <a:xfrm>
              <a:off x="2584843" y="2919841"/>
              <a:ext cx="73061" cy="73061"/>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19938" y="0"/>
                  </a:moveTo>
                  <a:cubicBezTo>
                    <a:pt x="8943" y="0"/>
                    <a:pt x="0" y="8942"/>
                    <a:pt x="0" y="19938"/>
                  </a:cubicBezTo>
                  <a:cubicBezTo>
                    <a:pt x="0" y="20855"/>
                    <a:pt x="743" y="21600"/>
                    <a:pt x="1661" y="21600"/>
                  </a:cubicBezTo>
                  <a:cubicBezTo>
                    <a:pt x="2579" y="21600"/>
                    <a:pt x="3323" y="20855"/>
                    <a:pt x="3323" y="19938"/>
                  </a:cubicBezTo>
                  <a:cubicBezTo>
                    <a:pt x="3323" y="10777"/>
                    <a:pt x="10777" y="3323"/>
                    <a:pt x="19938" y="3323"/>
                  </a:cubicBezTo>
                  <a:cubicBezTo>
                    <a:pt x="20856" y="3323"/>
                    <a:pt x="21600" y="2578"/>
                    <a:pt x="21600" y="1661"/>
                  </a:cubicBezTo>
                  <a:cubicBezTo>
                    <a:pt x="21600" y="744"/>
                    <a:pt x="20856" y="0"/>
                    <a:pt x="19938" y="0"/>
                  </a:cubicBezTo>
                </a:path>
              </a:pathLst>
            </a:custGeom>
            <a:grpFill/>
            <a:ln>
              <a:noFill/>
            </a:ln>
            <a:effectLst/>
          </p:spPr>
          <p:txBody>
            <a:bodyPr lIns="25400" tIns="25400" rIns="25400" bIns="25400" anchor="ctr"/>
            <a:lstStyle/>
            <a:p>
              <a:pPr marL="0" marR="0" lvl="0" indent="0" algn="ctr" defTabSz="228600" eaLnBrk="1" fontAlgn="base" latinLnBrk="0" hangingPunct="0">
                <a:lnSpc>
                  <a:spcPct val="100000"/>
                </a:lnSpc>
                <a:spcBef>
                  <a:spcPct val="0"/>
                </a:spcBef>
                <a:spcAft>
                  <a:spcPct val="0"/>
                </a:spcAft>
                <a:buClrTx/>
                <a:buSzTx/>
                <a:buFontTx/>
                <a:buNone/>
                <a:defRPr/>
              </a:pPr>
              <a:endParaRPr kumimoji="0" lang="en-US" sz="2000" b="0" i="0" u="none" strike="noStrike" kern="0" cap="none" spc="0" normalizeH="0" baseline="0" noProof="0" dirty="0">
                <a:ln>
                  <a:noFill/>
                </a:ln>
                <a:solidFill>
                  <a:srgbClr val="FFFFFF"/>
                </a:solidFill>
                <a:effectLst>
                  <a:outerShdw blurRad="38100" dist="38100" dir="2700000" algn="tl">
                    <a:srgbClr val="000000"/>
                  </a:outerShdw>
                </a:effectLst>
                <a:uLnTx/>
                <a:uFillTx/>
                <a:cs typeface="+mn-ea"/>
                <a:sym typeface="+mn-lt"/>
              </a:endParaRPr>
            </a:p>
          </p:txBody>
        </p:sp>
      </p:grpSp>
    </p:spTree>
    <p:extLst>
      <p:ext uri="{BB962C8B-B14F-4D97-AF65-F5344CB8AC3E}">
        <p14:creationId xmlns:p14="http://schemas.microsoft.com/office/powerpoint/2010/main" val="2185529105"/>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500" fill="hold"/>
                                        <p:tgtEl>
                                          <p:spTgt spid="17"/>
                                        </p:tgtEl>
                                        <p:attrNameLst>
                                          <p:attrName>ppt_w</p:attrName>
                                        </p:attrNameLst>
                                      </p:cBhvr>
                                      <p:tavLst>
                                        <p:tav tm="0">
                                          <p:val>
                                            <p:fltVal val="0"/>
                                          </p:val>
                                        </p:tav>
                                        <p:tav tm="100000">
                                          <p:val>
                                            <p:strVal val="#ppt_w"/>
                                          </p:val>
                                        </p:tav>
                                      </p:tavLst>
                                    </p:anim>
                                    <p:anim calcmode="lin" valueType="num">
                                      <p:cBhvr>
                                        <p:cTn id="8" dur="500" fill="hold"/>
                                        <p:tgtEl>
                                          <p:spTgt spid="17"/>
                                        </p:tgtEl>
                                        <p:attrNameLst>
                                          <p:attrName>ppt_h</p:attrName>
                                        </p:attrNameLst>
                                      </p:cBhvr>
                                      <p:tavLst>
                                        <p:tav tm="0">
                                          <p:val>
                                            <p:fltVal val="0"/>
                                          </p:val>
                                        </p:tav>
                                        <p:tav tm="100000">
                                          <p:val>
                                            <p:strVal val="#ppt_h"/>
                                          </p:val>
                                        </p:tav>
                                      </p:tavLst>
                                    </p:anim>
                                    <p:animEffect transition="in" filter="fade">
                                      <p:cBhvr>
                                        <p:cTn id="9" dur="500"/>
                                        <p:tgtEl>
                                          <p:spTgt spid="1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8"/>
                                        </p:tgtEl>
                                        <p:attrNameLst>
                                          <p:attrName>style.visibility</p:attrName>
                                        </p:attrNameLst>
                                      </p:cBhvr>
                                      <p:to>
                                        <p:strVal val="visible"/>
                                      </p:to>
                                    </p:set>
                                    <p:anim calcmode="lin" valueType="num">
                                      <p:cBhvr>
                                        <p:cTn id="12" dur="500" fill="hold"/>
                                        <p:tgtEl>
                                          <p:spTgt spid="18"/>
                                        </p:tgtEl>
                                        <p:attrNameLst>
                                          <p:attrName>ppt_w</p:attrName>
                                        </p:attrNameLst>
                                      </p:cBhvr>
                                      <p:tavLst>
                                        <p:tav tm="0">
                                          <p:val>
                                            <p:fltVal val="0"/>
                                          </p:val>
                                        </p:tav>
                                        <p:tav tm="100000">
                                          <p:val>
                                            <p:strVal val="#ppt_w"/>
                                          </p:val>
                                        </p:tav>
                                      </p:tavLst>
                                    </p:anim>
                                    <p:anim calcmode="lin" valueType="num">
                                      <p:cBhvr>
                                        <p:cTn id="13" dur="500" fill="hold"/>
                                        <p:tgtEl>
                                          <p:spTgt spid="18"/>
                                        </p:tgtEl>
                                        <p:attrNameLst>
                                          <p:attrName>ppt_h</p:attrName>
                                        </p:attrNameLst>
                                      </p:cBhvr>
                                      <p:tavLst>
                                        <p:tav tm="0">
                                          <p:val>
                                            <p:fltVal val="0"/>
                                          </p:val>
                                        </p:tav>
                                        <p:tav tm="100000">
                                          <p:val>
                                            <p:strVal val="#ppt_h"/>
                                          </p:val>
                                        </p:tav>
                                      </p:tavLst>
                                    </p:anim>
                                    <p:animEffect transition="in" filter="fade">
                                      <p:cBhvr>
                                        <p:cTn id="14" dur="500"/>
                                        <p:tgtEl>
                                          <p:spTgt spid="1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anim calcmode="lin" valueType="num">
                                      <p:cBhvr>
                                        <p:cTn id="17" dur="500" fill="hold"/>
                                        <p:tgtEl>
                                          <p:spTgt spid="19"/>
                                        </p:tgtEl>
                                        <p:attrNameLst>
                                          <p:attrName>ppt_w</p:attrName>
                                        </p:attrNameLst>
                                      </p:cBhvr>
                                      <p:tavLst>
                                        <p:tav tm="0">
                                          <p:val>
                                            <p:fltVal val="0"/>
                                          </p:val>
                                        </p:tav>
                                        <p:tav tm="100000">
                                          <p:val>
                                            <p:strVal val="#ppt_w"/>
                                          </p:val>
                                        </p:tav>
                                      </p:tavLst>
                                    </p:anim>
                                    <p:anim calcmode="lin" valueType="num">
                                      <p:cBhvr>
                                        <p:cTn id="18" dur="500" fill="hold"/>
                                        <p:tgtEl>
                                          <p:spTgt spid="19"/>
                                        </p:tgtEl>
                                        <p:attrNameLst>
                                          <p:attrName>ppt_h</p:attrName>
                                        </p:attrNameLst>
                                      </p:cBhvr>
                                      <p:tavLst>
                                        <p:tav tm="0">
                                          <p:val>
                                            <p:fltVal val="0"/>
                                          </p:val>
                                        </p:tav>
                                        <p:tav tm="100000">
                                          <p:val>
                                            <p:strVal val="#ppt_h"/>
                                          </p:val>
                                        </p:tav>
                                      </p:tavLst>
                                    </p:anim>
                                    <p:animEffect transition="in" filter="fade">
                                      <p:cBhvr>
                                        <p:cTn id="19" dur="500"/>
                                        <p:tgtEl>
                                          <p:spTgt spid="1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 calcmode="lin" valueType="num">
                                      <p:cBhvr>
                                        <p:cTn id="22" dur="500" fill="hold"/>
                                        <p:tgtEl>
                                          <p:spTgt spid="20"/>
                                        </p:tgtEl>
                                        <p:attrNameLst>
                                          <p:attrName>ppt_w</p:attrName>
                                        </p:attrNameLst>
                                      </p:cBhvr>
                                      <p:tavLst>
                                        <p:tav tm="0">
                                          <p:val>
                                            <p:fltVal val="0"/>
                                          </p:val>
                                        </p:tav>
                                        <p:tav tm="100000">
                                          <p:val>
                                            <p:strVal val="#ppt_w"/>
                                          </p:val>
                                        </p:tav>
                                      </p:tavLst>
                                    </p:anim>
                                    <p:anim calcmode="lin" valueType="num">
                                      <p:cBhvr>
                                        <p:cTn id="23" dur="500" fill="hold"/>
                                        <p:tgtEl>
                                          <p:spTgt spid="20"/>
                                        </p:tgtEl>
                                        <p:attrNameLst>
                                          <p:attrName>ppt_h</p:attrName>
                                        </p:attrNameLst>
                                      </p:cBhvr>
                                      <p:tavLst>
                                        <p:tav tm="0">
                                          <p:val>
                                            <p:fltVal val="0"/>
                                          </p:val>
                                        </p:tav>
                                        <p:tav tm="100000">
                                          <p:val>
                                            <p:strVal val="#ppt_h"/>
                                          </p:val>
                                        </p:tav>
                                      </p:tavLst>
                                    </p:anim>
                                    <p:animEffect transition="in" filter="fade">
                                      <p:cBhvr>
                                        <p:cTn id="24" dur="500"/>
                                        <p:tgtEl>
                                          <p:spTgt spid="20"/>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 calcmode="lin" valueType="num">
                                      <p:cBhvr>
                                        <p:cTn id="27" dur="500" fill="hold"/>
                                        <p:tgtEl>
                                          <p:spTgt spid="21"/>
                                        </p:tgtEl>
                                        <p:attrNameLst>
                                          <p:attrName>ppt_w</p:attrName>
                                        </p:attrNameLst>
                                      </p:cBhvr>
                                      <p:tavLst>
                                        <p:tav tm="0">
                                          <p:val>
                                            <p:fltVal val="0"/>
                                          </p:val>
                                        </p:tav>
                                        <p:tav tm="100000">
                                          <p:val>
                                            <p:strVal val="#ppt_w"/>
                                          </p:val>
                                        </p:tav>
                                      </p:tavLst>
                                    </p:anim>
                                    <p:anim calcmode="lin" valueType="num">
                                      <p:cBhvr>
                                        <p:cTn id="28" dur="500" fill="hold"/>
                                        <p:tgtEl>
                                          <p:spTgt spid="21"/>
                                        </p:tgtEl>
                                        <p:attrNameLst>
                                          <p:attrName>ppt_h</p:attrName>
                                        </p:attrNameLst>
                                      </p:cBhvr>
                                      <p:tavLst>
                                        <p:tav tm="0">
                                          <p:val>
                                            <p:fltVal val="0"/>
                                          </p:val>
                                        </p:tav>
                                        <p:tav tm="100000">
                                          <p:val>
                                            <p:strVal val="#ppt_h"/>
                                          </p:val>
                                        </p:tav>
                                      </p:tavLst>
                                    </p:anim>
                                    <p:animEffect transition="in" filter="fade">
                                      <p:cBhvr>
                                        <p:cTn id="29" dur="500"/>
                                        <p:tgtEl>
                                          <p:spTgt spid="21"/>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22"/>
                                        </p:tgtEl>
                                        <p:attrNameLst>
                                          <p:attrName>style.visibility</p:attrName>
                                        </p:attrNameLst>
                                      </p:cBhvr>
                                      <p:to>
                                        <p:strVal val="visible"/>
                                      </p:to>
                                    </p:set>
                                    <p:anim calcmode="lin" valueType="num">
                                      <p:cBhvr>
                                        <p:cTn id="32" dur="500" fill="hold"/>
                                        <p:tgtEl>
                                          <p:spTgt spid="22"/>
                                        </p:tgtEl>
                                        <p:attrNameLst>
                                          <p:attrName>ppt_w</p:attrName>
                                        </p:attrNameLst>
                                      </p:cBhvr>
                                      <p:tavLst>
                                        <p:tav tm="0">
                                          <p:val>
                                            <p:fltVal val="0"/>
                                          </p:val>
                                        </p:tav>
                                        <p:tav tm="100000">
                                          <p:val>
                                            <p:strVal val="#ppt_w"/>
                                          </p:val>
                                        </p:tav>
                                      </p:tavLst>
                                    </p:anim>
                                    <p:anim calcmode="lin" valueType="num">
                                      <p:cBhvr>
                                        <p:cTn id="33" dur="500" fill="hold"/>
                                        <p:tgtEl>
                                          <p:spTgt spid="22"/>
                                        </p:tgtEl>
                                        <p:attrNameLst>
                                          <p:attrName>ppt_h</p:attrName>
                                        </p:attrNameLst>
                                      </p:cBhvr>
                                      <p:tavLst>
                                        <p:tav tm="0">
                                          <p:val>
                                            <p:fltVal val="0"/>
                                          </p:val>
                                        </p:tav>
                                        <p:tav tm="100000">
                                          <p:val>
                                            <p:strVal val="#ppt_h"/>
                                          </p:val>
                                        </p:tav>
                                      </p:tavLst>
                                    </p:anim>
                                    <p:animEffect transition="in" filter="fade">
                                      <p:cBhvr>
                                        <p:cTn id="34" dur="500"/>
                                        <p:tgtEl>
                                          <p:spTgt spid="22"/>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 calcmode="lin" valueType="num">
                                      <p:cBhvr>
                                        <p:cTn id="37" dur="500" fill="hold"/>
                                        <p:tgtEl>
                                          <p:spTgt spid="23"/>
                                        </p:tgtEl>
                                        <p:attrNameLst>
                                          <p:attrName>ppt_w</p:attrName>
                                        </p:attrNameLst>
                                      </p:cBhvr>
                                      <p:tavLst>
                                        <p:tav tm="0">
                                          <p:val>
                                            <p:fltVal val="0"/>
                                          </p:val>
                                        </p:tav>
                                        <p:tav tm="100000">
                                          <p:val>
                                            <p:strVal val="#ppt_w"/>
                                          </p:val>
                                        </p:tav>
                                      </p:tavLst>
                                    </p:anim>
                                    <p:anim calcmode="lin" valueType="num">
                                      <p:cBhvr>
                                        <p:cTn id="38" dur="500" fill="hold"/>
                                        <p:tgtEl>
                                          <p:spTgt spid="23"/>
                                        </p:tgtEl>
                                        <p:attrNameLst>
                                          <p:attrName>ppt_h</p:attrName>
                                        </p:attrNameLst>
                                      </p:cBhvr>
                                      <p:tavLst>
                                        <p:tav tm="0">
                                          <p:val>
                                            <p:fltVal val="0"/>
                                          </p:val>
                                        </p:tav>
                                        <p:tav tm="100000">
                                          <p:val>
                                            <p:strVal val="#ppt_h"/>
                                          </p:val>
                                        </p:tav>
                                      </p:tavLst>
                                    </p:anim>
                                    <p:animEffect transition="in" filter="fade">
                                      <p:cBhvr>
                                        <p:cTn id="39" dur="500"/>
                                        <p:tgtEl>
                                          <p:spTgt spid="23"/>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 calcmode="lin" valueType="num">
                                      <p:cBhvr>
                                        <p:cTn id="42" dur="500" fill="hold"/>
                                        <p:tgtEl>
                                          <p:spTgt spid="24"/>
                                        </p:tgtEl>
                                        <p:attrNameLst>
                                          <p:attrName>ppt_w</p:attrName>
                                        </p:attrNameLst>
                                      </p:cBhvr>
                                      <p:tavLst>
                                        <p:tav tm="0">
                                          <p:val>
                                            <p:fltVal val="0"/>
                                          </p:val>
                                        </p:tav>
                                        <p:tav tm="100000">
                                          <p:val>
                                            <p:strVal val="#ppt_w"/>
                                          </p:val>
                                        </p:tav>
                                      </p:tavLst>
                                    </p:anim>
                                    <p:anim calcmode="lin" valueType="num">
                                      <p:cBhvr>
                                        <p:cTn id="43" dur="500" fill="hold"/>
                                        <p:tgtEl>
                                          <p:spTgt spid="24"/>
                                        </p:tgtEl>
                                        <p:attrNameLst>
                                          <p:attrName>ppt_h</p:attrName>
                                        </p:attrNameLst>
                                      </p:cBhvr>
                                      <p:tavLst>
                                        <p:tav tm="0">
                                          <p:val>
                                            <p:fltVal val="0"/>
                                          </p:val>
                                        </p:tav>
                                        <p:tav tm="100000">
                                          <p:val>
                                            <p:strVal val="#ppt_h"/>
                                          </p:val>
                                        </p:tav>
                                      </p:tavLst>
                                    </p:anim>
                                    <p:animEffect transition="in" filter="fade">
                                      <p:cBhvr>
                                        <p:cTn id="44" dur="500"/>
                                        <p:tgtEl>
                                          <p:spTgt spid="24"/>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p:cTn id="47" dur="500" fill="hold"/>
                                        <p:tgtEl>
                                          <p:spTgt spid="25"/>
                                        </p:tgtEl>
                                        <p:attrNameLst>
                                          <p:attrName>ppt_w</p:attrName>
                                        </p:attrNameLst>
                                      </p:cBhvr>
                                      <p:tavLst>
                                        <p:tav tm="0">
                                          <p:val>
                                            <p:fltVal val="0"/>
                                          </p:val>
                                        </p:tav>
                                        <p:tav tm="100000">
                                          <p:val>
                                            <p:strVal val="#ppt_w"/>
                                          </p:val>
                                        </p:tav>
                                      </p:tavLst>
                                    </p:anim>
                                    <p:anim calcmode="lin" valueType="num">
                                      <p:cBhvr>
                                        <p:cTn id="48" dur="500" fill="hold"/>
                                        <p:tgtEl>
                                          <p:spTgt spid="25"/>
                                        </p:tgtEl>
                                        <p:attrNameLst>
                                          <p:attrName>ppt_h</p:attrName>
                                        </p:attrNameLst>
                                      </p:cBhvr>
                                      <p:tavLst>
                                        <p:tav tm="0">
                                          <p:val>
                                            <p:fltVal val="0"/>
                                          </p:val>
                                        </p:tav>
                                        <p:tav tm="100000">
                                          <p:val>
                                            <p:strVal val="#ppt_h"/>
                                          </p:val>
                                        </p:tav>
                                      </p:tavLst>
                                    </p:anim>
                                    <p:animEffect transition="in" filter="fade">
                                      <p:cBhvr>
                                        <p:cTn id="49" dur="500"/>
                                        <p:tgtEl>
                                          <p:spTgt spid="25"/>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26"/>
                                        </p:tgtEl>
                                        <p:attrNameLst>
                                          <p:attrName>style.visibility</p:attrName>
                                        </p:attrNameLst>
                                      </p:cBhvr>
                                      <p:to>
                                        <p:strVal val="visible"/>
                                      </p:to>
                                    </p:set>
                                    <p:anim calcmode="lin" valueType="num">
                                      <p:cBhvr>
                                        <p:cTn id="52" dur="500" fill="hold"/>
                                        <p:tgtEl>
                                          <p:spTgt spid="26"/>
                                        </p:tgtEl>
                                        <p:attrNameLst>
                                          <p:attrName>ppt_w</p:attrName>
                                        </p:attrNameLst>
                                      </p:cBhvr>
                                      <p:tavLst>
                                        <p:tav tm="0">
                                          <p:val>
                                            <p:fltVal val="0"/>
                                          </p:val>
                                        </p:tav>
                                        <p:tav tm="100000">
                                          <p:val>
                                            <p:strVal val="#ppt_w"/>
                                          </p:val>
                                        </p:tav>
                                      </p:tavLst>
                                    </p:anim>
                                    <p:anim calcmode="lin" valueType="num">
                                      <p:cBhvr>
                                        <p:cTn id="53" dur="500" fill="hold"/>
                                        <p:tgtEl>
                                          <p:spTgt spid="26"/>
                                        </p:tgtEl>
                                        <p:attrNameLst>
                                          <p:attrName>ppt_h</p:attrName>
                                        </p:attrNameLst>
                                      </p:cBhvr>
                                      <p:tavLst>
                                        <p:tav tm="0">
                                          <p:val>
                                            <p:fltVal val="0"/>
                                          </p:val>
                                        </p:tav>
                                        <p:tav tm="100000">
                                          <p:val>
                                            <p:strVal val="#ppt_h"/>
                                          </p:val>
                                        </p:tav>
                                      </p:tavLst>
                                    </p:anim>
                                    <p:animEffect transition="in" filter="fade">
                                      <p:cBhvr>
                                        <p:cTn id="54" dur="500"/>
                                        <p:tgtEl>
                                          <p:spTgt spid="26"/>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27"/>
                                        </p:tgtEl>
                                        <p:attrNameLst>
                                          <p:attrName>style.visibility</p:attrName>
                                        </p:attrNameLst>
                                      </p:cBhvr>
                                      <p:to>
                                        <p:strVal val="visible"/>
                                      </p:to>
                                    </p:set>
                                    <p:anim calcmode="lin" valueType="num">
                                      <p:cBhvr>
                                        <p:cTn id="57" dur="500" fill="hold"/>
                                        <p:tgtEl>
                                          <p:spTgt spid="27"/>
                                        </p:tgtEl>
                                        <p:attrNameLst>
                                          <p:attrName>ppt_w</p:attrName>
                                        </p:attrNameLst>
                                      </p:cBhvr>
                                      <p:tavLst>
                                        <p:tav tm="0">
                                          <p:val>
                                            <p:fltVal val="0"/>
                                          </p:val>
                                        </p:tav>
                                        <p:tav tm="100000">
                                          <p:val>
                                            <p:strVal val="#ppt_w"/>
                                          </p:val>
                                        </p:tav>
                                      </p:tavLst>
                                    </p:anim>
                                    <p:anim calcmode="lin" valueType="num">
                                      <p:cBhvr>
                                        <p:cTn id="58" dur="500" fill="hold"/>
                                        <p:tgtEl>
                                          <p:spTgt spid="27"/>
                                        </p:tgtEl>
                                        <p:attrNameLst>
                                          <p:attrName>ppt_h</p:attrName>
                                        </p:attrNameLst>
                                      </p:cBhvr>
                                      <p:tavLst>
                                        <p:tav tm="0">
                                          <p:val>
                                            <p:fltVal val="0"/>
                                          </p:val>
                                        </p:tav>
                                        <p:tav tm="100000">
                                          <p:val>
                                            <p:strVal val="#ppt_h"/>
                                          </p:val>
                                        </p:tav>
                                      </p:tavLst>
                                    </p:anim>
                                    <p:animEffect transition="in" filter="fade">
                                      <p:cBhvr>
                                        <p:cTn id="59" dur="500"/>
                                        <p:tgtEl>
                                          <p:spTgt spid="27"/>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 calcmode="lin" valueType="num">
                                      <p:cBhvr>
                                        <p:cTn id="62" dur="500" fill="hold"/>
                                        <p:tgtEl>
                                          <p:spTgt spid="28"/>
                                        </p:tgtEl>
                                        <p:attrNameLst>
                                          <p:attrName>ppt_w</p:attrName>
                                        </p:attrNameLst>
                                      </p:cBhvr>
                                      <p:tavLst>
                                        <p:tav tm="0">
                                          <p:val>
                                            <p:fltVal val="0"/>
                                          </p:val>
                                        </p:tav>
                                        <p:tav tm="100000">
                                          <p:val>
                                            <p:strVal val="#ppt_w"/>
                                          </p:val>
                                        </p:tav>
                                      </p:tavLst>
                                    </p:anim>
                                    <p:anim calcmode="lin" valueType="num">
                                      <p:cBhvr>
                                        <p:cTn id="63" dur="500" fill="hold"/>
                                        <p:tgtEl>
                                          <p:spTgt spid="28"/>
                                        </p:tgtEl>
                                        <p:attrNameLst>
                                          <p:attrName>ppt_h</p:attrName>
                                        </p:attrNameLst>
                                      </p:cBhvr>
                                      <p:tavLst>
                                        <p:tav tm="0">
                                          <p:val>
                                            <p:fltVal val="0"/>
                                          </p:val>
                                        </p:tav>
                                        <p:tav tm="100000">
                                          <p:val>
                                            <p:strVal val="#ppt_h"/>
                                          </p:val>
                                        </p:tav>
                                      </p:tavLst>
                                    </p:anim>
                                    <p:animEffect transition="in" filter="fade">
                                      <p:cBhvr>
                                        <p:cTn id="64" dur="500"/>
                                        <p:tgtEl>
                                          <p:spTgt spid="28"/>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29"/>
                                        </p:tgtEl>
                                        <p:attrNameLst>
                                          <p:attrName>style.visibility</p:attrName>
                                        </p:attrNameLst>
                                      </p:cBhvr>
                                      <p:to>
                                        <p:strVal val="visible"/>
                                      </p:to>
                                    </p:set>
                                    <p:anim calcmode="lin" valueType="num">
                                      <p:cBhvr>
                                        <p:cTn id="67" dur="500" fill="hold"/>
                                        <p:tgtEl>
                                          <p:spTgt spid="29"/>
                                        </p:tgtEl>
                                        <p:attrNameLst>
                                          <p:attrName>ppt_w</p:attrName>
                                        </p:attrNameLst>
                                      </p:cBhvr>
                                      <p:tavLst>
                                        <p:tav tm="0">
                                          <p:val>
                                            <p:fltVal val="0"/>
                                          </p:val>
                                        </p:tav>
                                        <p:tav tm="100000">
                                          <p:val>
                                            <p:strVal val="#ppt_w"/>
                                          </p:val>
                                        </p:tav>
                                      </p:tavLst>
                                    </p:anim>
                                    <p:anim calcmode="lin" valueType="num">
                                      <p:cBhvr>
                                        <p:cTn id="68" dur="500" fill="hold"/>
                                        <p:tgtEl>
                                          <p:spTgt spid="29"/>
                                        </p:tgtEl>
                                        <p:attrNameLst>
                                          <p:attrName>ppt_h</p:attrName>
                                        </p:attrNameLst>
                                      </p:cBhvr>
                                      <p:tavLst>
                                        <p:tav tm="0">
                                          <p:val>
                                            <p:fltVal val="0"/>
                                          </p:val>
                                        </p:tav>
                                        <p:tav tm="100000">
                                          <p:val>
                                            <p:strVal val="#ppt_h"/>
                                          </p:val>
                                        </p:tav>
                                      </p:tavLst>
                                    </p:anim>
                                    <p:animEffect transition="in" filter="fade">
                                      <p:cBhvr>
                                        <p:cTn id="69" dur="500"/>
                                        <p:tgtEl>
                                          <p:spTgt spid="29"/>
                                        </p:tgtEl>
                                      </p:cBhvr>
                                    </p:animEffect>
                                  </p:childTnLst>
                                </p:cTn>
                              </p:par>
                              <p:par>
                                <p:cTn id="70" presetID="53" presetClass="entr" presetSubtype="16" fill="hold" nodeType="withEffect">
                                  <p:stCondLst>
                                    <p:cond delay="0"/>
                                  </p:stCondLst>
                                  <p:childTnLst>
                                    <p:set>
                                      <p:cBhvr>
                                        <p:cTn id="71" dur="1" fill="hold">
                                          <p:stCondLst>
                                            <p:cond delay="0"/>
                                          </p:stCondLst>
                                        </p:cTn>
                                        <p:tgtEl>
                                          <p:spTgt spid="30"/>
                                        </p:tgtEl>
                                        <p:attrNameLst>
                                          <p:attrName>style.visibility</p:attrName>
                                        </p:attrNameLst>
                                      </p:cBhvr>
                                      <p:to>
                                        <p:strVal val="visible"/>
                                      </p:to>
                                    </p:set>
                                    <p:anim calcmode="lin" valueType="num">
                                      <p:cBhvr>
                                        <p:cTn id="72" dur="500" fill="hold"/>
                                        <p:tgtEl>
                                          <p:spTgt spid="30"/>
                                        </p:tgtEl>
                                        <p:attrNameLst>
                                          <p:attrName>ppt_w</p:attrName>
                                        </p:attrNameLst>
                                      </p:cBhvr>
                                      <p:tavLst>
                                        <p:tav tm="0">
                                          <p:val>
                                            <p:fltVal val="0"/>
                                          </p:val>
                                        </p:tav>
                                        <p:tav tm="100000">
                                          <p:val>
                                            <p:strVal val="#ppt_w"/>
                                          </p:val>
                                        </p:tav>
                                      </p:tavLst>
                                    </p:anim>
                                    <p:anim calcmode="lin" valueType="num">
                                      <p:cBhvr>
                                        <p:cTn id="73" dur="500" fill="hold"/>
                                        <p:tgtEl>
                                          <p:spTgt spid="30"/>
                                        </p:tgtEl>
                                        <p:attrNameLst>
                                          <p:attrName>ppt_h</p:attrName>
                                        </p:attrNameLst>
                                      </p:cBhvr>
                                      <p:tavLst>
                                        <p:tav tm="0">
                                          <p:val>
                                            <p:fltVal val="0"/>
                                          </p:val>
                                        </p:tav>
                                        <p:tav tm="100000">
                                          <p:val>
                                            <p:strVal val="#ppt_h"/>
                                          </p:val>
                                        </p:tav>
                                      </p:tavLst>
                                    </p:anim>
                                    <p:animEffect transition="in" filter="fade">
                                      <p:cBhvr>
                                        <p:cTn id="74" dur="500"/>
                                        <p:tgtEl>
                                          <p:spTgt spid="30"/>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33"/>
                                        </p:tgtEl>
                                        <p:attrNameLst>
                                          <p:attrName>style.visibility</p:attrName>
                                        </p:attrNameLst>
                                      </p:cBhvr>
                                      <p:to>
                                        <p:strVal val="visible"/>
                                      </p:to>
                                    </p:set>
                                    <p:anim calcmode="lin" valueType="num">
                                      <p:cBhvr>
                                        <p:cTn id="77" dur="500" fill="hold"/>
                                        <p:tgtEl>
                                          <p:spTgt spid="33"/>
                                        </p:tgtEl>
                                        <p:attrNameLst>
                                          <p:attrName>ppt_w</p:attrName>
                                        </p:attrNameLst>
                                      </p:cBhvr>
                                      <p:tavLst>
                                        <p:tav tm="0">
                                          <p:val>
                                            <p:fltVal val="0"/>
                                          </p:val>
                                        </p:tav>
                                        <p:tav tm="100000">
                                          <p:val>
                                            <p:strVal val="#ppt_w"/>
                                          </p:val>
                                        </p:tav>
                                      </p:tavLst>
                                    </p:anim>
                                    <p:anim calcmode="lin" valueType="num">
                                      <p:cBhvr>
                                        <p:cTn id="78" dur="500" fill="hold"/>
                                        <p:tgtEl>
                                          <p:spTgt spid="33"/>
                                        </p:tgtEl>
                                        <p:attrNameLst>
                                          <p:attrName>ppt_h</p:attrName>
                                        </p:attrNameLst>
                                      </p:cBhvr>
                                      <p:tavLst>
                                        <p:tav tm="0">
                                          <p:val>
                                            <p:fltVal val="0"/>
                                          </p:val>
                                        </p:tav>
                                        <p:tav tm="100000">
                                          <p:val>
                                            <p:strVal val="#ppt_h"/>
                                          </p:val>
                                        </p:tav>
                                      </p:tavLst>
                                    </p:anim>
                                    <p:animEffect transition="in" filter="fade">
                                      <p:cBhvr>
                                        <p:cTn id="79" dur="500"/>
                                        <p:tgtEl>
                                          <p:spTgt spid="33"/>
                                        </p:tgtEl>
                                      </p:cBhvr>
                                    </p:animEffect>
                                  </p:childTnLst>
                                </p:cTn>
                              </p:par>
                              <p:par>
                                <p:cTn id="80" presetID="53" presetClass="entr" presetSubtype="16" fill="hold" nodeType="withEffect">
                                  <p:stCondLst>
                                    <p:cond delay="0"/>
                                  </p:stCondLst>
                                  <p:childTnLst>
                                    <p:set>
                                      <p:cBhvr>
                                        <p:cTn id="81" dur="1" fill="hold">
                                          <p:stCondLst>
                                            <p:cond delay="0"/>
                                          </p:stCondLst>
                                        </p:cTn>
                                        <p:tgtEl>
                                          <p:spTgt spid="34"/>
                                        </p:tgtEl>
                                        <p:attrNameLst>
                                          <p:attrName>style.visibility</p:attrName>
                                        </p:attrNameLst>
                                      </p:cBhvr>
                                      <p:to>
                                        <p:strVal val="visible"/>
                                      </p:to>
                                    </p:set>
                                    <p:anim calcmode="lin" valueType="num">
                                      <p:cBhvr>
                                        <p:cTn id="82" dur="500" fill="hold"/>
                                        <p:tgtEl>
                                          <p:spTgt spid="34"/>
                                        </p:tgtEl>
                                        <p:attrNameLst>
                                          <p:attrName>ppt_w</p:attrName>
                                        </p:attrNameLst>
                                      </p:cBhvr>
                                      <p:tavLst>
                                        <p:tav tm="0">
                                          <p:val>
                                            <p:fltVal val="0"/>
                                          </p:val>
                                        </p:tav>
                                        <p:tav tm="100000">
                                          <p:val>
                                            <p:strVal val="#ppt_w"/>
                                          </p:val>
                                        </p:tav>
                                      </p:tavLst>
                                    </p:anim>
                                    <p:anim calcmode="lin" valueType="num">
                                      <p:cBhvr>
                                        <p:cTn id="83" dur="500" fill="hold"/>
                                        <p:tgtEl>
                                          <p:spTgt spid="34"/>
                                        </p:tgtEl>
                                        <p:attrNameLst>
                                          <p:attrName>ppt_h</p:attrName>
                                        </p:attrNameLst>
                                      </p:cBhvr>
                                      <p:tavLst>
                                        <p:tav tm="0">
                                          <p:val>
                                            <p:fltVal val="0"/>
                                          </p:val>
                                        </p:tav>
                                        <p:tav tm="100000">
                                          <p:val>
                                            <p:strVal val="#ppt_h"/>
                                          </p:val>
                                        </p:tav>
                                      </p:tavLst>
                                    </p:anim>
                                    <p:animEffect transition="in" filter="fade">
                                      <p:cBhvr>
                                        <p:cTn id="84"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18" grpId="0" animBg="1"/>
      <p:bldP spid="18" grpId="1" animBg="1"/>
      <p:bldP spid="19" grpId="0" animBg="1"/>
      <p:bldP spid="19" grpId="1" animBg="1"/>
      <p:bldP spid="20" grpId="0" animBg="1"/>
      <p:bldP spid="20" grpId="1" animBg="1"/>
      <p:bldP spid="21" grpId="0"/>
      <p:bldP spid="21" grpId="1"/>
      <p:bldP spid="22" grpId="0"/>
      <p:bldP spid="22" grpId="1"/>
      <p:bldP spid="23" grpId="0"/>
      <p:bldP spid="23" grpId="1"/>
      <p:bldP spid="24" grpId="0"/>
      <p:bldP spid="24" grpId="1"/>
      <p:bldP spid="25" grpId="0"/>
      <p:bldP spid="25" grpId="1"/>
      <p:bldP spid="26" grpId="0"/>
      <p:bldP spid="26" grpId="1"/>
      <p:bldP spid="27" grpId="0"/>
      <p:bldP spid="27" grpId="1"/>
      <p:bldP spid="28" grpId="0"/>
      <p:bldP spid="28" grpId="1"/>
      <p:bldP spid="29" grpId="0" animBg="1"/>
      <p:bldP spid="29" grpId="1" animBg="1"/>
      <p:bldP spid="33" grpId="0" animBg="1"/>
      <p:bldP spid="33"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矩形 49"/>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51" name="矩形 50"/>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52" name="组合 51"/>
          <p:cNvGrpSpPr/>
          <p:nvPr/>
        </p:nvGrpSpPr>
        <p:grpSpPr>
          <a:xfrm rot="10800000">
            <a:off x="0" y="304408"/>
            <a:ext cx="1010103" cy="857396"/>
            <a:chOff x="-39567" y="0"/>
            <a:chExt cx="1677745" cy="1424104"/>
          </a:xfrm>
        </p:grpSpPr>
        <p:sp>
          <p:nvSpPr>
            <p:cNvPr id="53"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54"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55" name="AutoShape 5">
            <a:extLst>
              <a:ext uri="{FF2B5EF4-FFF2-40B4-BE49-F238E27FC236}">
                <a16:creationId xmlns:a16="http://schemas.microsoft.com/office/drawing/2014/main" id="{5EF0F1D6-2980-4A54-AE45-48A345291C51}"/>
              </a:ext>
            </a:extLst>
          </p:cNvPr>
          <p:cNvSpPr/>
          <p:nvPr/>
        </p:nvSpPr>
        <p:spPr bwMode="auto">
          <a:xfrm>
            <a:off x="1219200" y="3061970"/>
            <a:ext cx="2362835" cy="845185"/>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3846" y="0"/>
                </a:moveTo>
                <a:lnTo>
                  <a:pt x="2625" y="4984"/>
                </a:lnTo>
                <a:lnTo>
                  <a:pt x="305" y="4984"/>
                </a:lnTo>
                <a:cubicBezTo>
                  <a:pt x="136" y="4984"/>
                  <a:pt x="0" y="5356"/>
                  <a:pt x="0" y="5815"/>
                </a:cubicBezTo>
                <a:lnTo>
                  <a:pt x="0" y="20769"/>
                </a:lnTo>
                <a:cubicBezTo>
                  <a:pt x="0" y="21228"/>
                  <a:pt x="136" y="21599"/>
                  <a:pt x="305" y="21599"/>
                </a:cubicBezTo>
                <a:lnTo>
                  <a:pt x="21294" y="21599"/>
                </a:lnTo>
                <a:cubicBezTo>
                  <a:pt x="21463" y="21599"/>
                  <a:pt x="21599" y="21228"/>
                  <a:pt x="21599" y="20769"/>
                </a:cubicBezTo>
                <a:lnTo>
                  <a:pt x="21599" y="5815"/>
                </a:lnTo>
                <a:cubicBezTo>
                  <a:pt x="21600" y="5356"/>
                  <a:pt x="21463" y="4984"/>
                  <a:pt x="21294" y="4984"/>
                </a:cubicBezTo>
                <a:lnTo>
                  <a:pt x="5068" y="4984"/>
                </a:lnTo>
                <a:lnTo>
                  <a:pt x="3846" y="0"/>
                </a:lnTo>
                <a:close/>
              </a:path>
            </a:pathLst>
          </a:custGeom>
          <a:solidFill>
            <a:schemeClr val="accent1"/>
          </a:solidFill>
          <a:ln>
            <a:noFill/>
          </a:ln>
        </p:spPr>
        <p:txBody>
          <a:bodyPr lIns="0" tIns="0" rIns="0" bIns="0" anchor="ctr"/>
          <a:lstStyle/>
          <a:p>
            <a:endParaRPr lang="zh-CN" altLang="en-US" sz="2000" dirty="0">
              <a:cs typeface="+mn-ea"/>
              <a:sym typeface="+mn-lt"/>
            </a:endParaRPr>
          </a:p>
        </p:txBody>
      </p:sp>
      <p:grpSp>
        <p:nvGrpSpPr>
          <p:cNvPr id="56" name="Group 6">
            <a:extLst>
              <a:ext uri="{FF2B5EF4-FFF2-40B4-BE49-F238E27FC236}">
                <a16:creationId xmlns:a16="http://schemas.microsoft.com/office/drawing/2014/main" id="{74434E26-62B1-452F-8EF6-01811AF6F406}"/>
              </a:ext>
            </a:extLst>
          </p:cNvPr>
          <p:cNvGrpSpPr/>
          <p:nvPr/>
        </p:nvGrpSpPr>
        <p:grpSpPr bwMode="auto">
          <a:xfrm>
            <a:off x="1167767" y="1974166"/>
            <a:ext cx="910341" cy="910513"/>
            <a:chOff x="0" y="0"/>
            <a:chExt cx="1591420" cy="1591420"/>
          </a:xfrm>
          <a:solidFill>
            <a:srgbClr val="669C78"/>
          </a:solidFill>
        </p:grpSpPr>
        <p:sp>
          <p:nvSpPr>
            <p:cNvPr id="57" name="AutoShape 7">
              <a:extLst>
                <a:ext uri="{FF2B5EF4-FFF2-40B4-BE49-F238E27FC236}">
                  <a16:creationId xmlns:a16="http://schemas.microsoft.com/office/drawing/2014/main" id="{10BFADC9-F204-4831-BC78-1D0F036FF978}"/>
                </a:ext>
              </a:extLst>
            </p:cNvPr>
            <p:cNvSpPr/>
            <p:nvPr/>
          </p:nvSpPr>
          <p:spPr bwMode="auto">
            <a:xfrm>
              <a:off x="0" y="0"/>
              <a:ext cx="1591420" cy="1591420"/>
            </a:xfrm>
            <a:custGeom>
              <a:avLst/>
              <a:gdLst>
                <a:gd name="T0" fmla="*/ 795670 w 19679"/>
                <a:gd name="T1" fmla="*/ 873385 h 19679"/>
                <a:gd name="T2" fmla="*/ 795670 w 19679"/>
                <a:gd name="T3" fmla="*/ 873385 h 19679"/>
                <a:gd name="T4" fmla="*/ 795670 w 19679"/>
                <a:gd name="T5" fmla="*/ 873385 h 19679"/>
                <a:gd name="T6" fmla="*/ 795670 w 19679"/>
                <a:gd name="T7" fmla="*/ 873385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close/>
                </a:path>
              </a:pathLst>
            </a:custGeom>
            <a:solidFill>
              <a:schemeClr val="accent1"/>
            </a:solidFill>
            <a:ln>
              <a:noFill/>
            </a:ln>
            <a:effectLst/>
            <a:extLs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pPr algn="ctr"/>
              <a:endParaRPr lang="zh-CN" altLang="en-US" sz="2000" dirty="0">
                <a:solidFill>
                  <a:schemeClr val="bg1"/>
                </a:solidFill>
                <a:cs typeface="+mn-ea"/>
                <a:sym typeface="+mn-lt"/>
              </a:endParaRPr>
            </a:p>
          </p:txBody>
        </p:sp>
        <p:sp>
          <p:nvSpPr>
            <p:cNvPr id="58" name="AutoShape 8">
              <a:extLst>
                <a:ext uri="{FF2B5EF4-FFF2-40B4-BE49-F238E27FC236}">
                  <a16:creationId xmlns:a16="http://schemas.microsoft.com/office/drawing/2014/main" id="{B71F122F-5A14-4AD5-8A6F-54046D6F910F}"/>
                </a:ext>
              </a:extLst>
            </p:cNvPr>
            <p:cNvSpPr/>
            <p:nvPr/>
          </p:nvSpPr>
          <p:spPr bwMode="auto">
            <a:xfrm>
              <a:off x="0" y="547945"/>
              <a:ext cx="1591420" cy="49553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extLs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26788" tIns="26788" rIns="26788" bIns="26788" anchor="ctr"/>
            <a:lstStyle>
              <a:lvl1pPr eaLnBrk="0">
                <a:defRPr sz="2500" b="1">
                  <a:solidFill>
                    <a:srgbClr val="FFFFFF"/>
                  </a:solidFill>
                  <a:latin typeface="Lato" charset="0"/>
                  <a:ea typeface="MS PGothic" panose="020B0600070205080204" pitchFamily="34" charset="-128"/>
                  <a:sym typeface="Lato" charset="0"/>
                </a:defRPr>
              </a:lvl1pPr>
              <a:lvl2pPr marL="742950" indent="-285750" eaLnBrk="0">
                <a:defRPr sz="2500" b="1">
                  <a:solidFill>
                    <a:srgbClr val="FFFFFF"/>
                  </a:solidFill>
                  <a:latin typeface="Lato" charset="0"/>
                  <a:ea typeface="MS PGothic" panose="020B0600070205080204" pitchFamily="34" charset="-128"/>
                  <a:sym typeface="Lato" charset="0"/>
                </a:defRPr>
              </a:lvl2pPr>
              <a:lvl3pPr marL="1143000" indent="-228600" eaLnBrk="0">
                <a:defRPr sz="2500" b="1">
                  <a:solidFill>
                    <a:srgbClr val="FFFFFF"/>
                  </a:solidFill>
                  <a:latin typeface="Lato" charset="0"/>
                  <a:ea typeface="MS PGothic" panose="020B0600070205080204" pitchFamily="34" charset="-128"/>
                  <a:sym typeface="Lato" charset="0"/>
                </a:defRPr>
              </a:lvl3pPr>
              <a:lvl4pPr marL="1600200" indent="-228600" eaLnBrk="0">
                <a:defRPr sz="2500" b="1">
                  <a:solidFill>
                    <a:srgbClr val="FFFFFF"/>
                  </a:solidFill>
                  <a:latin typeface="Lato" charset="0"/>
                  <a:ea typeface="MS PGothic" panose="020B0600070205080204" pitchFamily="34" charset="-128"/>
                  <a:sym typeface="Lato" charset="0"/>
                </a:defRPr>
              </a:lvl4pPr>
              <a:lvl5pPr marL="2057400" indent="-228600" eaLnBrk="0">
                <a:defRPr sz="2500" b="1">
                  <a:solidFill>
                    <a:srgbClr val="FFFFFF"/>
                  </a:solidFill>
                  <a:latin typeface="Lato" charset="0"/>
                  <a:ea typeface="MS PGothic" panose="020B0600070205080204" pitchFamily="34" charset="-128"/>
                  <a:sym typeface="Lato" charset="0"/>
                </a:defRPr>
              </a:lvl5pPr>
              <a:lvl6pPr marL="25146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gn="ctr" eaLnBrk="1">
                <a:lnSpc>
                  <a:spcPct val="120000"/>
                </a:lnSpc>
              </a:pPr>
              <a:r>
                <a:rPr lang="es-ES" altLang="zh-CN" sz="2000" b="0" dirty="0">
                  <a:solidFill>
                    <a:schemeClr val="bg1"/>
                  </a:solidFill>
                  <a:latin typeface="+mn-lt"/>
                  <a:ea typeface="+mn-ea"/>
                  <a:cs typeface="+mn-ea"/>
                  <a:sym typeface="+mn-lt"/>
                </a:rPr>
                <a:t>20</a:t>
              </a:r>
              <a:r>
                <a:rPr lang="en-US" sz="2000" b="0" dirty="0">
                  <a:solidFill>
                    <a:schemeClr val="bg1"/>
                  </a:solidFill>
                  <a:latin typeface="+mn-lt"/>
                  <a:ea typeface="+mn-ea"/>
                  <a:cs typeface="+mn-ea"/>
                  <a:sym typeface="+mn-lt"/>
                </a:rPr>
                <a:t>20</a:t>
              </a:r>
            </a:p>
          </p:txBody>
        </p:sp>
      </p:grpSp>
      <p:sp>
        <p:nvSpPr>
          <p:cNvPr id="59" name="AutoShape 9">
            <a:extLst>
              <a:ext uri="{FF2B5EF4-FFF2-40B4-BE49-F238E27FC236}">
                <a16:creationId xmlns:a16="http://schemas.microsoft.com/office/drawing/2014/main" id="{FF5CF328-2A72-4C49-8429-9D510A4CCA94}"/>
              </a:ext>
            </a:extLst>
          </p:cNvPr>
          <p:cNvSpPr/>
          <p:nvPr/>
        </p:nvSpPr>
        <p:spPr bwMode="auto">
          <a:xfrm>
            <a:off x="1717675" y="3490595"/>
            <a:ext cx="1483360" cy="24574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eaLnBrk="0">
              <a:defRPr sz="2500" b="1">
                <a:solidFill>
                  <a:srgbClr val="FFFFFF"/>
                </a:solidFill>
                <a:latin typeface="Lato" charset="0"/>
                <a:ea typeface="MS PGothic" panose="020B0600070205080204" pitchFamily="34" charset="-128"/>
                <a:sym typeface="Lato" charset="0"/>
              </a:defRPr>
            </a:lvl1pPr>
            <a:lvl2pPr marL="742950" indent="-285750" eaLnBrk="0">
              <a:defRPr sz="2500" b="1">
                <a:solidFill>
                  <a:srgbClr val="FFFFFF"/>
                </a:solidFill>
                <a:latin typeface="Lato" charset="0"/>
                <a:ea typeface="MS PGothic" panose="020B0600070205080204" pitchFamily="34" charset="-128"/>
                <a:sym typeface="Lato" charset="0"/>
              </a:defRPr>
            </a:lvl2pPr>
            <a:lvl3pPr marL="1143000" indent="-228600" eaLnBrk="0">
              <a:defRPr sz="2500" b="1">
                <a:solidFill>
                  <a:srgbClr val="FFFFFF"/>
                </a:solidFill>
                <a:latin typeface="Lato" charset="0"/>
                <a:ea typeface="MS PGothic" panose="020B0600070205080204" pitchFamily="34" charset="-128"/>
                <a:sym typeface="Lato" charset="0"/>
              </a:defRPr>
            </a:lvl3pPr>
            <a:lvl4pPr marL="1600200" indent="-228600" eaLnBrk="0">
              <a:defRPr sz="2500" b="1">
                <a:solidFill>
                  <a:srgbClr val="FFFFFF"/>
                </a:solidFill>
                <a:latin typeface="Lato" charset="0"/>
                <a:ea typeface="MS PGothic" panose="020B0600070205080204" pitchFamily="34" charset="-128"/>
                <a:sym typeface="Lato" charset="0"/>
              </a:defRPr>
            </a:lvl4pPr>
            <a:lvl5pPr marL="2057400" indent="-228600" eaLnBrk="0">
              <a:defRPr sz="2500" b="1">
                <a:solidFill>
                  <a:srgbClr val="FFFFFF"/>
                </a:solidFill>
                <a:latin typeface="Lato" charset="0"/>
                <a:ea typeface="MS PGothic" panose="020B0600070205080204" pitchFamily="34" charset="-128"/>
                <a:sym typeface="Lato" charset="0"/>
              </a:defRPr>
            </a:lvl5pPr>
            <a:lvl6pPr marL="25146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gn="ctr" defTabSz="335280" eaLnBrk="1"/>
            <a:r>
              <a:rPr lang="zh-CN" altLang="en-US" sz="1600" b="0" dirty="0">
                <a:latin typeface="+mn-lt"/>
                <a:ea typeface="+mn-ea"/>
                <a:cs typeface="+mn-ea"/>
                <a:sym typeface="+mn-lt"/>
              </a:rPr>
              <a:t>请替换文字内容</a:t>
            </a:r>
          </a:p>
        </p:txBody>
      </p:sp>
      <p:sp>
        <p:nvSpPr>
          <p:cNvPr id="60" name="AutoShape 10">
            <a:extLst>
              <a:ext uri="{FF2B5EF4-FFF2-40B4-BE49-F238E27FC236}">
                <a16:creationId xmlns:a16="http://schemas.microsoft.com/office/drawing/2014/main" id="{7B9BD24C-D09D-4753-B236-F1197FF68491}"/>
              </a:ext>
            </a:extLst>
          </p:cNvPr>
          <p:cNvSpPr/>
          <p:nvPr/>
        </p:nvSpPr>
        <p:spPr bwMode="auto">
          <a:xfrm>
            <a:off x="3777413" y="3260430"/>
            <a:ext cx="2245777" cy="826044"/>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305" y="0"/>
                </a:moveTo>
                <a:cubicBezTo>
                  <a:pt x="136" y="0"/>
                  <a:pt x="0" y="371"/>
                  <a:pt x="0" y="830"/>
                </a:cubicBezTo>
                <a:lnTo>
                  <a:pt x="0" y="15784"/>
                </a:lnTo>
                <a:cubicBezTo>
                  <a:pt x="0" y="16243"/>
                  <a:pt x="136" y="16615"/>
                  <a:pt x="305" y="16615"/>
                </a:cubicBezTo>
                <a:lnTo>
                  <a:pt x="2627" y="16615"/>
                </a:lnTo>
                <a:lnTo>
                  <a:pt x="3849" y="21599"/>
                </a:lnTo>
                <a:lnTo>
                  <a:pt x="5072" y="16615"/>
                </a:lnTo>
                <a:lnTo>
                  <a:pt x="21294" y="16615"/>
                </a:lnTo>
                <a:cubicBezTo>
                  <a:pt x="21463" y="16615"/>
                  <a:pt x="21599" y="16243"/>
                  <a:pt x="21599" y="15784"/>
                </a:cubicBezTo>
                <a:lnTo>
                  <a:pt x="21599" y="830"/>
                </a:lnTo>
                <a:cubicBezTo>
                  <a:pt x="21600" y="371"/>
                  <a:pt x="21463" y="0"/>
                  <a:pt x="21294" y="0"/>
                </a:cubicBezTo>
                <a:lnTo>
                  <a:pt x="305" y="0"/>
                </a:lnTo>
                <a:close/>
              </a:path>
            </a:pathLst>
          </a:custGeom>
          <a:solidFill>
            <a:schemeClr val="accent2"/>
          </a:solidFill>
          <a:ln>
            <a:noFill/>
          </a:ln>
        </p:spPr>
        <p:txBody>
          <a:bodyPr lIns="0" tIns="0" rIns="0" bIns="0" anchor="ctr"/>
          <a:lstStyle/>
          <a:p>
            <a:endParaRPr lang="zh-CN" altLang="en-US" sz="2000" dirty="0">
              <a:cs typeface="+mn-ea"/>
              <a:sym typeface="+mn-lt"/>
            </a:endParaRPr>
          </a:p>
        </p:txBody>
      </p:sp>
      <p:grpSp>
        <p:nvGrpSpPr>
          <p:cNvPr id="61" name="Group 11">
            <a:extLst>
              <a:ext uri="{FF2B5EF4-FFF2-40B4-BE49-F238E27FC236}">
                <a16:creationId xmlns:a16="http://schemas.microsoft.com/office/drawing/2014/main" id="{4C565B88-5F1B-42E5-B698-F235B79EB8FB}"/>
              </a:ext>
            </a:extLst>
          </p:cNvPr>
          <p:cNvGrpSpPr/>
          <p:nvPr/>
        </p:nvGrpSpPr>
        <p:grpSpPr bwMode="auto">
          <a:xfrm>
            <a:off x="3799205" y="4357370"/>
            <a:ext cx="955675" cy="956945"/>
            <a:chOff x="0" y="0"/>
            <a:chExt cx="1591420" cy="1591420"/>
          </a:xfrm>
          <a:solidFill>
            <a:srgbClr val="669C78"/>
          </a:solidFill>
        </p:grpSpPr>
        <p:sp>
          <p:nvSpPr>
            <p:cNvPr id="62" name="AutoShape 12">
              <a:extLst>
                <a:ext uri="{FF2B5EF4-FFF2-40B4-BE49-F238E27FC236}">
                  <a16:creationId xmlns:a16="http://schemas.microsoft.com/office/drawing/2014/main" id="{C7263C67-499F-4F50-8CD9-96F0D950CC60}"/>
                </a:ext>
              </a:extLst>
            </p:cNvPr>
            <p:cNvSpPr/>
            <p:nvPr/>
          </p:nvSpPr>
          <p:spPr bwMode="auto">
            <a:xfrm>
              <a:off x="0" y="0"/>
              <a:ext cx="1591420" cy="1591420"/>
            </a:xfrm>
            <a:custGeom>
              <a:avLst/>
              <a:gdLst>
                <a:gd name="T0" fmla="*/ 795670 w 19679"/>
                <a:gd name="T1" fmla="*/ 873385 h 19679"/>
                <a:gd name="T2" fmla="*/ 795670 w 19679"/>
                <a:gd name="T3" fmla="*/ 873385 h 19679"/>
                <a:gd name="T4" fmla="*/ 795670 w 19679"/>
                <a:gd name="T5" fmla="*/ 873385 h 19679"/>
                <a:gd name="T6" fmla="*/ 795670 w 19679"/>
                <a:gd name="T7" fmla="*/ 873385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close/>
                </a:path>
              </a:pathLst>
            </a:custGeom>
            <a:solidFill>
              <a:schemeClr val="accent2"/>
            </a:solidFill>
            <a:ln>
              <a:noFill/>
            </a:ln>
            <a:effectLst/>
            <a:extLs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pPr algn="ctr"/>
              <a:endParaRPr lang="zh-CN" altLang="en-US" sz="2000" dirty="0">
                <a:solidFill>
                  <a:schemeClr val="bg1"/>
                </a:solidFill>
                <a:cs typeface="+mn-ea"/>
                <a:sym typeface="+mn-lt"/>
              </a:endParaRPr>
            </a:p>
          </p:txBody>
        </p:sp>
        <p:sp>
          <p:nvSpPr>
            <p:cNvPr id="63" name="AutoShape 13">
              <a:extLst>
                <a:ext uri="{FF2B5EF4-FFF2-40B4-BE49-F238E27FC236}">
                  <a16:creationId xmlns:a16="http://schemas.microsoft.com/office/drawing/2014/main" id="{649ED901-E6AE-4AB0-987C-11DB5183B66E}"/>
                </a:ext>
              </a:extLst>
            </p:cNvPr>
            <p:cNvSpPr/>
            <p:nvPr/>
          </p:nvSpPr>
          <p:spPr bwMode="auto">
            <a:xfrm>
              <a:off x="0" y="553745"/>
              <a:ext cx="1591420" cy="483931"/>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26788" tIns="26788" rIns="26788" bIns="26788" anchor="ctr"/>
            <a:lstStyle/>
            <a:p>
              <a:pPr algn="ctr">
                <a:lnSpc>
                  <a:spcPct val="120000"/>
                </a:lnSpc>
                <a:defRPr/>
              </a:pPr>
              <a:r>
                <a:rPr lang="es-ES" sz="2000" dirty="0">
                  <a:solidFill>
                    <a:schemeClr val="bg1"/>
                  </a:solidFill>
                  <a:cs typeface="+mn-ea"/>
                  <a:sym typeface="+mn-lt"/>
                </a:rPr>
                <a:t>20</a:t>
              </a:r>
              <a:r>
                <a:rPr lang="en-US" sz="2000" dirty="0">
                  <a:solidFill>
                    <a:schemeClr val="bg1"/>
                  </a:solidFill>
                  <a:cs typeface="+mn-ea"/>
                  <a:sym typeface="+mn-lt"/>
                </a:rPr>
                <a:t>21</a:t>
              </a:r>
              <a:endParaRPr lang="en-US" altLang="es-ES" sz="2000" dirty="0">
                <a:solidFill>
                  <a:schemeClr val="bg1"/>
                </a:solidFill>
                <a:cs typeface="+mn-ea"/>
                <a:sym typeface="+mn-lt"/>
              </a:endParaRPr>
            </a:p>
          </p:txBody>
        </p:sp>
      </p:grpSp>
      <p:sp>
        <p:nvSpPr>
          <p:cNvPr id="64" name="AutoShape 14">
            <a:extLst>
              <a:ext uri="{FF2B5EF4-FFF2-40B4-BE49-F238E27FC236}">
                <a16:creationId xmlns:a16="http://schemas.microsoft.com/office/drawing/2014/main" id="{98410D2E-E233-49CE-8EE6-EB6AB2B71A97}"/>
              </a:ext>
            </a:extLst>
          </p:cNvPr>
          <p:cNvSpPr/>
          <p:nvPr/>
        </p:nvSpPr>
        <p:spPr bwMode="auto">
          <a:xfrm>
            <a:off x="4166870" y="3446145"/>
            <a:ext cx="1576070" cy="24574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eaLnBrk="0">
              <a:defRPr sz="2500" b="1">
                <a:solidFill>
                  <a:srgbClr val="FFFFFF"/>
                </a:solidFill>
                <a:latin typeface="Lato" charset="0"/>
                <a:ea typeface="MS PGothic" panose="020B0600070205080204" pitchFamily="34" charset="-128"/>
                <a:sym typeface="Lato" charset="0"/>
              </a:defRPr>
            </a:lvl1pPr>
            <a:lvl2pPr marL="742950" indent="-285750" eaLnBrk="0">
              <a:defRPr sz="2500" b="1">
                <a:solidFill>
                  <a:srgbClr val="FFFFFF"/>
                </a:solidFill>
                <a:latin typeface="Lato" charset="0"/>
                <a:ea typeface="MS PGothic" panose="020B0600070205080204" pitchFamily="34" charset="-128"/>
                <a:sym typeface="Lato" charset="0"/>
              </a:defRPr>
            </a:lvl2pPr>
            <a:lvl3pPr marL="1143000" indent="-228600" eaLnBrk="0">
              <a:defRPr sz="2500" b="1">
                <a:solidFill>
                  <a:srgbClr val="FFFFFF"/>
                </a:solidFill>
                <a:latin typeface="Lato" charset="0"/>
                <a:ea typeface="MS PGothic" panose="020B0600070205080204" pitchFamily="34" charset="-128"/>
                <a:sym typeface="Lato" charset="0"/>
              </a:defRPr>
            </a:lvl3pPr>
            <a:lvl4pPr marL="1600200" indent="-228600" eaLnBrk="0">
              <a:defRPr sz="2500" b="1">
                <a:solidFill>
                  <a:srgbClr val="FFFFFF"/>
                </a:solidFill>
                <a:latin typeface="Lato" charset="0"/>
                <a:ea typeface="MS PGothic" panose="020B0600070205080204" pitchFamily="34" charset="-128"/>
                <a:sym typeface="Lato" charset="0"/>
              </a:defRPr>
            </a:lvl4pPr>
            <a:lvl5pPr marL="2057400" indent="-228600" eaLnBrk="0">
              <a:defRPr sz="2500" b="1">
                <a:solidFill>
                  <a:srgbClr val="FFFFFF"/>
                </a:solidFill>
                <a:latin typeface="Lato" charset="0"/>
                <a:ea typeface="MS PGothic" panose="020B0600070205080204" pitchFamily="34" charset="-128"/>
                <a:sym typeface="Lato" charset="0"/>
              </a:defRPr>
            </a:lvl5pPr>
            <a:lvl6pPr marL="25146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gn="ctr" defTabSz="335280" eaLnBrk="1"/>
            <a:r>
              <a:rPr lang="zh-CN" altLang="en-US" sz="1600" b="0" dirty="0">
                <a:latin typeface="+mn-lt"/>
                <a:ea typeface="+mn-ea"/>
                <a:cs typeface="+mn-ea"/>
                <a:sym typeface="+mn-lt"/>
              </a:rPr>
              <a:t>请替换文字内容</a:t>
            </a:r>
          </a:p>
        </p:txBody>
      </p:sp>
      <p:sp>
        <p:nvSpPr>
          <p:cNvPr id="65" name="AutoShape 15">
            <a:extLst>
              <a:ext uri="{FF2B5EF4-FFF2-40B4-BE49-F238E27FC236}">
                <a16:creationId xmlns:a16="http://schemas.microsoft.com/office/drawing/2014/main" id="{A17CB3E1-1282-4904-ACB0-E4CB919457C1}"/>
              </a:ext>
            </a:extLst>
          </p:cNvPr>
          <p:cNvSpPr/>
          <p:nvPr/>
        </p:nvSpPr>
        <p:spPr bwMode="auto">
          <a:xfrm>
            <a:off x="6344920" y="3099435"/>
            <a:ext cx="2250440" cy="805180"/>
          </a:xfrm>
          <a:custGeom>
            <a:avLst/>
            <a:gdLst>
              <a:gd name="T0" fmla="*/ 2243931 w 21600"/>
              <a:gd name="T1" fmla="*/ 825500 h 21600"/>
              <a:gd name="T2" fmla="*/ 2243931 w 21600"/>
              <a:gd name="T3" fmla="*/ 825500 h 21600"/>
              <a:gd name="T4" fmla="*/ 2243931 w 21600"/>
              <a:gd name="T5" fmla="*/ 825500 h 21600"/>
              <a:gd name="T6" fmla="*/ 2243931 w 21600"/>
              <a:gd name="T7" fmla="*/ 8255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3846" y="0"/>
                </a:moveTo>
                <a:lnTo>
                  <a:pt x="2625" y="4984"/>
                </a:lnTo>
                <a:lnTo>
                  <a:pt x="305" y="4984"/>
                </a:lnTo>
                <a:cubicBezTo>
                  <a:pt x="136" y="4984"/>
                  <a:pt x="0" y="5356"/>
                  <a:pt x="0" y="5815"/>
                </a:cubicBezTo>
                <a:lnTo>
                  <a:pt x="0" y="20769"/>
                </a:lnTo>
                <a:cubicBezTo>
                  <a:pt x="0" y="21228"/>
                  <a:pt x="136" y="21599"/>
                  <a:pt x="305" y="21599"/>
                </a:cubicBezTo>
                <a:lnTo>
                  <a:pt x="21294" y="21599"/>
                </a:lnTo>
                <a:cubicBezTo>
                  <a:pt x="21463" y="21599"/>
                  <a:pt x="21599" y="21228"/>
                  <a:pt x="21599" y="20769"/>
                </a:cubicBezTo>
                <a:lnTo>
                  <a:pt x="21599" y="5815"/>
                </a:lnTo>
                <a:cubicBezTo>
                  <a:pt x="21600" y="5356"/>
                  <a:pt x="21463" y="4984"/>
                  <a:pt x="21294" y="4984"/>
                </a:cubicBezTo>
                <a:lnTo>
                  <a:pt x="5068" y="4984"/>
                </a:lnTo>
                <a:lnTo>
                  <a:pt x="3846" y="0"/>
                </a:lnTo>
                <a:close/>
              </a:path>
            </a:pathLst>
          </a:custGeom>
          <a:solidFill>
            <a:schemeClr val="accent1"/>
          </a:solidFill>
          <a:ln>
            <a:noFill/>
          </a:ln>
        </p:spPr>
        <p:txBody>
          <a:bodyPr lIns="0" tIns="0" rIns="0" bIns="0" anchor="ctr"/>
          <a:lstStyle/>
          <a:p>
            <a:pPr>
              <a:defRPr/>
            </a:pPr>
            <a:endParaRPr lang="es-ES" sz="2000" dirty="0">
              <a:cs typeface="+mn-ea"/>
              <a:sym typeface="+mn-lt"/>
            </a:endParaRPr>
          </a:p>
        </p:txBody>
      </p:sp>
      <p:grpSp>
        <p:nvGrpSpPr>
          <p:cNvPr id="66" name="Group 16">
            <a:extLst>
              <a:ext uri="{FF2B5EF4-FFF2-40B4-BE49-F238E27FC236}">
                <a16:creationId xmlns:a16="http://schemas.microsoft.com/office/drawing/2014/main" id="{A5E8AF2B-90BE-4562-8D26-44E13C8A0500}"/>
              </a:ext>
            </a:extLst>
          </p:cNvPr>
          <p:cNvGrpSpPr/>
          <p:nvPr/>
        </p:nvGrpSpPr>
        <p:grpSpPr bwMode="auto">
          <a:xfrm>
            <a:off x="6249035" y="1974215"/>
            <a:ext cx="903605" cy="903605"/>
            <a:chOff x="0" y="0"/>
            <a:chExt cx="1591420" cy="1591420"/>
          </a:xfrm>
          <a:solidFill>
            <a:srgbClr val="669C78"/>
          </a:solidFill>
        </p:grpSpPr>
        <p:sp>
          <p:nvSpPr>
            <p:cNvPr id="67" name="AutoShape 17">
              <a:extLst>
                <a:ext uri="{FF2B5EF4-FFF2-40B4-BE49-F238E27FC236}">
                  <a16:creationId xmlns:a16="http://schemas.microsoft.com/office/drawing/2014/main" id="{F0011AF6-4424-4547-B744-69C9474A959E}"/>
                </a:ext>
              </a:extLst>
            </p:cNvPr>
            <p:cNvSpPr/>
            <p:nvPr/>
          </p:nvSpPr>
          <p:spPr bwMode="auto">
            <a:xfrm>
              <a:off x="0" y="0"/>
              <a:ext cx="1591420" cy="1591420"/>
            </a:xfrm>
            <a:custGeom>
              <a:avLst/>
              <a:gdLst>
                <a:gd name="T0" fmla="*/ 795670 w 19679"/>
                <a:gd name="T1" fmla="*/ 873385 h 19679"/>
                <a:gd name="T2" fmla="*/ 795670 w 19679"/>
                <a:gd name="T3" fmla="*/ 873385 h 19679"/>
                <a:gd name="T4" fmla="*/ 795670 w 19679"/>
                <a:gd name="T5" fmla="*/ 873385 h 19679"/>
                <a:gd name="T6" fmla="*/ 795670 w 19679"/>
                <a:gd name="T7" fmla="*/ 873385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close/>
                </a:path>
              </a:pathLst>
            </a:custGeom>
            <a:solidFill>
              <a:schemeClr val="accent1"/>
            </a:solidFill>
            <a:ln>
              <a:noFill/>
            </a:ln>
            <a:effectLst/>
            <a:extLs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pPr algn="ctr"/>
              <a:endParaRPr lang="zh-CN" altLang="en-US" sz="2000" dirty="0">
                <a:solidFill>
                  <a:schemeClr val="bg1"/>
                </a:solidFill>
                <a:cs typeface="+mn-ea"/>
                <a:sym typeface="+mn-lt"/>
              </a:endParaRPr>
            </a:p>
          </p:txBody>
        </p:sp>
        <p:sp>
          <p:nvSpPr>
            <p:cNvPr id="68" name="AutoShape 18">
              <a:extLst>
                <a:ext uri="{FF2B5EF4-FFF2-40B4-BE49-F238E27FC236}">
                  <a16:creationId xmlns:a16="http://schemas.microsoft.com/office/drawing/2014/main" id="{B2014F8E-CE29-4090-AFDA-AE35B0FF0832}"/>
                </a:ext>
              </a:extLst>
            </p:cNvPr>
            <p:cNvSpPr/>
            <p:nvPr/>
          </p:nvSpPr>
          <p:spPr bwMode="auto">
            <a:xfrm>
              <a:off x="0" y="554297"/>
              <a:ext cx="1591420" cy="48282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26788" tIns="26788" rIns="26788" bIns="26788" anchor="ctr"/>
            <a:lstStyle/>
            <a:p>
              <a:pPr algn="ctr">
                <a:lnSpc>
                  <a:spcPct val="120000"/>
                </a:lnSpc>
                <a:defRPr/>
              </a:pPr>
              <a:r>
                <a:rPr lang="es-ES" sz="2000" dirty="0">
                  <a:solidFill>
                    <a:schemeClr val="bg1"/>
                  </a:solidFill>
                  <a:cs typeface="+mn-ea"/>
                  <a:sym typeface="+mn-lt"/>
                </a:rPr>
                <a:t>20</a:t>
              </a:r>
              <a:r>
                <a:rPr lang="en-US" sz="2000" dirty="0">
                  <a:solidFill>
                    <a:schemeClr val="bg1"/>
                  </a:solidFill>
                  <a:cs typeface="+mn-ea"/>
                  <a:sym typeface="+mn-lt"/>
                </a:rPr>
                <a:t>22</a:t>
              </a:r>
            </a:p>
          </p:txBody>
        </p:sp>
      </p:grpSp>
      <p:sp>
        <p:nvSpPr>
          <p:cNvPr id="69" name="AutoShape 19">
            <a:extLst>
              <a:ext uri="{FF2B5EF4-FFF2-40B4-BE49-F238E27FC236}">
                <a16:creationId xmlns:a16="http://schemas.microsoft.com/office/drawing/2014/main" id="{CCAA27B1-9A70-4B29-BBCC-4BB1F40C59C9}"/>
              </a:ext>
            </a:extLst>
          </p:cNvPr>
          <p:cNvSpPr/>
          <p:nvPr/>
        </p:nvSpPr>
        <p:spPr bwMode="auto">
          <a:xfrm>
            <a:off x="6659245" y="3471545"/>
            <a:ext cx="1553845" cy="24574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defTabSz="876300" eaLnBrk="0">
              <a:defRPr sz="2500" b="1">
                <a:solidFill>
                  <a:srgbClr val="FFFFFF"/>
                </a:solidFill>
                <a:latin typeface="Lato" charset="0"/>
                <a:ea typeface="MS PGothic" panose="020B0600070205080204" pitchFamily="34" charset="-128"/>
                <a:sym typeface="Lato" charset="0"/>
              </a:defRPr>
            </a:lvl1pPr>
            <a:lvl2pPr marL="742950" indent="-285750" defTabSz="876300" eaLnBrk="0">
              <a:defRPr sz="2500" b="1">
                <a:solidFill>
                  <a:srgbClr val="FFFFFF"/>
                </a:solidFill>
                <a:latin typeface="Lato" charset="0"/>
                <a:ea typeface="MS PGothic" panose="020B0600070205080204" pitchFamily="34" charset="-128"/>
                <a:sym typeface="Lato" charset="0"/>
              </a:defRPr>
            </a:lvl2pPr>
            <a:lvl3pPr marL="1143000" indent="-228600" defTabSz="876300" eaLnBrk="0">
              <a:defRPr sz="2500" b="1">
                <a:solidFill>
                  <a:srgbClr val="FFFFFF"/>
                </a:solidFill>
                <a:latin typeface="Lato" charset="0"/>
                <a:ea typeface="MS PGothic" panose="020B0600070205080204" pitchFamily="34" charset="-128"/>
                <a:sym typeface="Lato" charset="0"/>
              </a:defRPr>
            </a:lvl3pPr>
            <a:lvl4pPr marL="1600200" indent="-228600" defTabSz="876300" eaLnBrk="0">
              <a:defRPr sz="2500" b="1">
                <a:solidFill>
                  <a:srgbClr val="FFFFFF"/>
                </a:solidFill>
                <a:latin typeface="Lato" charset="0"/>
                <a:ea typeface="MS PGothic" panose="020B0600070205080204" pitchFamily="34" charset="-128"/>
                <a:sym typeface="Lato" charset="0"/>
              </a:defRPr>
            </a:lvl4pPr>
            <a:lvl5pPr marL="2057400" indent="-228600" defTabSz="876300" eaLnBrk="0">
              <a:defRPr sz="2500" b="1">
                <a:solidFill>
                  <a:srgbClr val="FFFFFF"/>
                </a:solidFill>
                <a:latin typeface="Lato" charset="0"/>
                <a:ea typeface="MS PGothic" panose="020B0600070205080204" pitchFamily="34" charset="-128"/>
                <a:sym typeface="Lato" charset="0"/>
              </a:defRPr>
            </a:lvl5pPr>
            <a:lvl6pPr marL="2514600" indent="-228600" algn="ctr" defTabSz="8763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8763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8763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8763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gn="ctr" eaLnBrk="1">
              <a:lnSpc>
                <a:spcPct val="100000"/>
              </a:lnSpc>
            </a:pPr>
            <a:r>
              <a:rPr lang="zh-CN" altLang="en-US" sz="1600" b="0" dirty="0">
                <a:latin typeface="+mn-lt"/>
                <a:ea typeface="+mn-ea"/>
                <a:cs typeface="+mn-ea"/>
                <a:sym typeface="+mn-lt"/>
              </a:rPr>
              <a:t>请替换文字内容</a:t>
            </a:r>
          </a:p>
        </p:txBody>
      </p:sp>
      <p:sp>
        <p:nvSpPr>
          <p:cNvPr id="70" name="AutoShape 20">
            <a:extLst>
              <a:ext uri="{FF2B5EF4-FFF2-40B4-BE49-F238E27FC236}">
                <a16:creationId xmlns:a16="http://schemas.microsoft.com/office/drawing/2014/main" id="{FC892DBF-34FC-465C-8D4C-8192563BD93D}"/>
              </a:ext>
            </a:extLst>
          </p:cNvPr>
          <p:cNvSpPr/>
          <p:nvPr/>
        </p:nvSpPr>
        <p:spPr bwMode="auto">
          <a:xfrm>
            <a:off x="8996055" y="3284146"/>
            <a:ext cx="2248016" cy="826867"/>
          </a:xfrm>
          <a:custGeom>
            <a:avLst/>
            <a:gdLst>
              <a:gd name="T0" fmla="*/ 2244725 w 21600"/>
              <a:gd name="T1" fmla="*/ 825500 h 21600"/>
              <a:gd name="T2" fmla="*/ 2244725 w 21600"/>
              <a:gd name="T3" fmla="*/ 825500 h 21600"/>
              <a:gd name="T4" fmla="*/ 2244725 w 21600"/>
              <a:gd name="T5" fmla="*/ 825500 h 21600"/>
              <a:gd name="T6" fmla="*/ 2244725 w 21600"/>
              <a:gd name="T7" fmla="*/ 8255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305" y="0"/>
                </a:moveTo>
                <a:cubicBezTo>
                  <a:pt x="136" y="0"/>
                  <a:pt x="0" y="371"/>
                  <a:pt x="0" y="830"/>
                </a:cubicBezTo>
                <a:lnTo>
                  <a:pt x="0" y="15784"/>
                </a:lnTo>
                <a:cubicBezTo>
                  <a:pt x="0" y="16243"/>
                  <a:pt x="136" y="16615"/>
                  <a:pt x="305" y="16615"/>
                </a:cubicBezTo>
                <a:lnTo>
                  <a:pt x="2627" y="16615"/>
                </a:lnTo>
                <a:lnTo>
                  <a:pt x="3849" y="21599"/>
                </a:lnTo>
                <a:lnTo>
                  <a:pt x="5072" y="16615"/>
                </a:lnTo>
                <a:lnTo>
                  <a:pt x="21294" y="16615"/>
                </a:lnTo>
                <a:cubicBezTo>
                  <a:pt x="21463" y="16615"/>
                  <a:pt x="21599" y="16243"/>
                  <a:pt x="21599" y="15784"/>
                </a:cubicBezTo>
                <a:lnTo>
                  <a:pt x="21599" y="830"/>
                </a:lnTo>
                <a:cubicBezTo>
                  <a:pt x="21600" y="371"/>
                  <a:pt x="21463" y="0"/>
                  <a:pt x="21294" y="0"/>
                </a:cubicBezTo>
                <a:lnTo>
                  <a:pt x="305" y="0"/>
                </a:lnTo>
                <a:close/>
              </a:path>
            </a:pathLst>
          </a:custGeom>
          <a:solidFill>
            <a:schemeClr val="accent2"/>
          </a:solidFill>
          <a:ln>
            <a:noFill/>
          </a:ln>
        </p:spPr>
        <p:txBody>
          <a:bodyPr lIns="0" tIns="0" rIns="0" bIns="0" anchor="ctr"/>
          <a:lstStyle/>
          <a:p>
            <a:pPr>
              <a:defRPr/>
            </a:pPr>
            <a:endParaRPr lang="es-ES" sz="2000" dirty="0">
              <a:cs typeface="+mn-ea"/>
              <a:sym typeface="+mn-lt"/>
            </a:endParaRPr>
          </a:p>
        </p:txBody>
      </p:sp>
      <p:grpSp>
        <p:nvGrpSpPr>
          <p:cNvPr id="71" name="Group 21">
            <a:extLst>
              <a:ext uri="{FF2B5EF4-FFF2-40B4-BE49-F238E27FC236}">
                <a16:creationId xmlns:a16="http://schemas.microsoft.com/office/drawing/2014/main" id="{F12B0AA1-AC26-4AEC-979E-0A791059E024}"/>
              </a:ext>
            </a:extLst>
          </p:cNvPr>
          <p:cNvGrpSpPr/>
          <p:nvPr/>
        </p:nvGrpSpPr>
        <p:grpSpPr bwMode="auto">
          <a:xfrm>
            <a:off x="8964930" y="4357370"/>
            <a:ext cx="955675" cy="957580"/>
            <a:chOff x="0" y="0"/>
            <a:chExt cx="1591420" cy="1591420"/>
          </a:xfrm>
          <a:solidFill>
            <a:srgbClr val="669C78"/>
          </a:solidFill>
        </p:grpSpPr>
        <p:sp>
          <p:nvSpPr>
            <p:cNvPr id="72" name="AutoShape 22">
              <a:extLst>
                <a:ext uri="{FF2B5EF4-FFF2-40B4-BE49-F238E27FC236}">
                  <a16:creationId xmlns:a16="http://schemas.microsoft.com/office/drawing/2014/main" id="{6D13CD93-DF86-476F-8C9E-6BF398BBF024}"/>
                </a:ext>
              </a:extLst>
            </p:cNvPr>
            <p:cNvSpPr/>
            <p:nvPr/>
          </p:nvSpPr>
          <p:spPr bwMode="auto">
            <a:xfrm>
              <a:off x="0" y="0"/>
              <a:ext cx="1591420" cy="1591420"/>
            </a:xfrm>
            <a:custGeom>
              <a:avLst/>
              <a:gdLst>
                <a:gd name="T0" fmla="*/ 795670 w 19679"/>
                <a:gd name="T1" fmla="*/ 873385 h 19679"/>
                <a:gd name="T2" fmla="*/ 795670 w 19679"/>
                <a:gd name="T3" fmla="*/ 873385 h 19679"/>
                <a:gd name="T4" fmla="*/ 795670 w 19679"/>
                <a:gd name="T5" fmla="*/ 873385 h 19679"/>
                <a:gd name="T6" fmla="*/ 795670 w 19679"/>
                <a:gd name="T7" fmla="*/ 873385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close/>
                </a:path>
              </a:pathLst>
            </a:custGeom>
            <a:solidFill>
              <a:schemeClr val="accent2"/>
            </a:solidFill>
            <a:ln>
              <a:noFill/>
            </a:ln>
            <a:effectLst/>
            <a:extLs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pPr algn="ctr"/>
              <a:endParaRPr lang="zh-CN" altLang="en-US" sz="2000" dirty="0">
                <a:solidFill>
                  <a:schemeClr val="bg1"/>
                </a:solidFill>
                <a:cs typeface="+mn-ea"/>
                <a:sym typeface="+mn-lt"/>
              </a:endParaRPr>
            </a:p>
          </p:txBody>
        </p:sp>
        <p:sp>
          <p:nvSpPr>
            <p:cNvPr id="73" name="AutoShape 23">
              <a:extLst>
                <a:ext uri="{FF2B5EF4-FFF2-40B4-BE49-F238E27FC236}">
                  <a16:creationId xmlns:a16="http://schemas.microsoft.com/office/drawing/2014/main" id="{FBB0850D-CA82-4A21-9F14-FBDD7E588D33}"/>
                </a:ext>
              </a:extLst>
            </p:cNvPr>
            <p:cNvSpPr/>
            <p:nvPr/>
          </p:nvSpPr>
          <p:spPr bwMode="auto">
            <a:xfrm>
              <a:off x="0" y="553745"/>
              <a:ext cx="1591420" cy="483931"/>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26788" tIns="26788" rIns="26788" bIns="26788" anchor="ctr"/>
            <a:lstStyle/>
            <a:p>
              <a:pPr algn="ctr">
                <a:lnSpc>
                  <a:spcPct val="120000"/>
                </a:lnSpc>
                <a:defRPr/>
              </a:pPr>
              <a:r>
                <a:rPr lang="en-US" sz="2000" dirty="0">
                  <a:solidFill>
                    <a:schemeClr val="bg1"/>
                  </a:solidFill>
                  <a:cs typeface="+mn-ea"/>
                  <a:sym typeface="+mn-lt"/>
                </a:rPr>
                <a:t>2023</a:t>
              </a:r>
              <a:endParaRPr lang="en-US" altLang="es-ES" sz="2000" dirty="0">
                <a:solidFill>
                  <a:schemeClr val="bg1"/>
                </a:solidFill>
                <a:cs typeface="+mn-ea"/>
                <a:sym typeface="+mn-lt"/>
              </a:endParaRPr>
            </a:p>
          </p:txBody>
        </p:sp>
      </p:grpSp>
      <p:sp>
        <p:nvSpPr>
          <p:cNvPr id="74" name="AutoShape 24">
            <a:extLst>
              <a:ext uri="{FF2B5EF4-FFF2-40B4-BE49-F238E27FC236}">
                <a16:creationId xmlns:a16="http://schemas.microsoft.com/office/drawing/2014/main" id="{39044220-9F91-4AFC-898C-C8D595A36B4D}"/>
              </a:ext>
            </a:extLst>
          </p:cNvPr>
          <p:cNvSpPr/>
          <p:nvPr/>
        </p:nvSpPr>
        <p:spPr bwMode="auto">
          <a:xfrm>
            <a:off x="9360535" y="3458210"/>
            <a:ext cx="1671320" cy="24574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eaLnBrk="0">
              <a:defRPr sz="2500" b="1">
                <a:solidFill>
                  <a:srgbClr val="FFFFFF"/>
                </a:solidFill>
                <a:latin typeface="Lato" charset="0"/>
                <a:ea typeface="MS PGothic" panose="020B0600070205080204" pitchFamily="34" charset="-128"/>
                <a:sym typeface="Lato" charset="0"/>
              </a:defRPr>
            </a:lvl1pPr>
            <a:lvl2pPr marL="742950" indent="-285750" eaLnBrk="0">
              <a:defRPr sz="2500" b="1">
                <a:solidFill>
                  <a:srgbClr val="FFFFFF"/>
                </a:solidFill>
                <a:latin typeface="Lato" charset="0"/>
                <a:ea typeface="MS PGothic" panose="020B0600070205080204" pitchFamily="34" charset="-128"/>
                <a:sym typeface="Lato" charset="0"/>
              </a:defRPr>
            </a:lvl2pPr>
            <a:lvl3pPr marL="1143000" indent="-228600" eaLnBrk="0">
              <a:defRPr sz="2500" b="1">
                <a:solidFill>
                  <a:srgbClr val="FFFFFF"/>
                </a:solidFill>
                <a:latin typeface="Lato" charset="0"/>
                <a:ea typeface="MS PGothic" panose="020B0600070205080204" pitchFamily="34" charset="-128"/>
                <a:sym typeface="Lato" charset="0"/>
              </a:defRPr>
            </a:lvl3pPr>
            <a:lvl4pPr marL="1600200" indent="-228600" eaLnBrk="0">
              <a:defRPr sz="2500" b="1">
                <a:solidFill>
                  <a:srgbClr val="FFFFFF"/>
                </a:solidFill>
                <a:latin typeface="Lato" charset="0"/>
                <a:ea typeface="MS PGothic" panose="020B0600070205080204" pitchFamily="34" charset="-128"/>
                <a:sym typeface="Lato" charset="0"/>
              </a:defRPr>
            </a:lvl4pPr>
            <a:lvl5pPr marL="2057400" indent="-228600" eaLnBrk="0">
              <a:defRPr sz="2500" b="1">
                <a:solidFill>
                  <a:srgbClr val="FFFFFF"/>
                </a:solidFill>
                <a:latin typeface="Lato" charset="0"/>
                <a:ea typeface="MS PGothic" panose="020B0600070205080204" pitchFamily="34" charset="-128"/>
                <a:sym typeface="Lato" charset="0"/>
              </a:defRPr>
            </a:lvl5pPr>
            <a:lvl6pPr marL="25146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gn="ctr" defTabSz="335280" eaLnBrk="1"/>
            <a:r>
              <a:rPr lang="zh-CN" altLang="en-US" sz="1600" b="0" dirty="0">
                <a:latin typeface="+mn-lt"/>
                <a:ea typeface="+mn-ea"/>
                <a:cs typeface="+mn-ea"/>
                <a:sym typeface="+mn-lt"/>
              </a:rPr>
              <a:t>请替换文字内容</a:t>
            </a:r>
          </a:p>
        </p:txBody>
      </p:sp>
      <p:sp>
        <p:nvSpPr>
          <p:cNvPr id="75" name="AutoShape 25">
            <a:extLst>
              <a:ext uri="{FF2B5EF4-FFF2-40B4-BE49-F238E27FC236}">
                <a16:creationId xmlns:a16="http://schemas.microsoft.com/office/drawing/2014/main" id="{ED10145A-1310-4130-A466-23858D0CBFAE}"/>
              </a:ext>
            </a:extLst>
          </p:cNvPr>
          <p:cNvSpPr/>
          <p:nvPr/>
        </p:nvSpPr>
        <p:spPr bwMode="auto">
          <a:xfrm>
            <a:off x="1219200" y="4144010"/>
            <a:ext cx="1520825" cy="21526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eaLnBrk="0">
              <a:defRPr sz="2500" b="1">
                <a:solidFill>
                  <a:srgbClr val="FFFFFF"/>
                </a:solidFill>
                <a:latin typeface="Lato" charset="0"/>
                <a:ea typeface="MS PGothic" panose="020B0600070205080204" pitchFamily="34" charset="-128"/>
                <a:sym typeface="Lato" charset="0"/>
              </a:defRPr>
            </a:lvl1pPr>
            <a:lvl2pPr marL="742950" indent="-285750" eaLnBrk="0">
              <a:defRPr sz="2500" b="1">
                <a:solidFill>
                  <a:srgbClr val="FFFFFF"/>
                </a:solidFill>
                <a:latin typeface="Lato" charset="0"/>
                <a:ea typeface="MS PGothic" panose="020B0600070205080204" pitchFamily="34" charset="-128"/>
                <a:sym typeface="Lato" charset="0"/>
              </a:defRPr>
            </a:lvl2pPr>
            <a:lvl3pPr marL="1143000" indent="-228600" eaLnBrk="0">
              <a:defRPr sz="2500" b="1">
                <a:solidFill>
                  <a:srgbClr val="FFFFFF"/>
                </a:solidFill>
                <a:latin typeface="Lato" charset="0"/>
                <a:ea typeface="MS PGothic" panose="020B0600070205080204" pitchFamily="34" charset="-128"/>
                <a:sym typeface="Lato" charset="0"/>
              </a:defRPr>
            </a:lvl3pPr>
            <a:lvl4pPr marL="1600200" indent="-228600" eaLnBrk="0">
              <a:defRPr sz="2500" b="1">
                <a:solidFill>
                  <a:srgbClr val="FFFFFF"/>
                </a:solidFill>
                <a:latin typeface="Lato" charset="0"/>
                <a:ea typeface="MS PGothic" panose="020B0600070205080204" pitchFamily="34" charset="-128"/>
                <a:sym typeface="Lato" charset="0"/>
              </a:defRPr>
            </a:lvl4pPr>
            <a:lvl5pPr marL="2057400" indent="-228600" eaLnBrk="0">
              <a:defRPr sz="2500" b="1">
                <a:solidFill>
                  <a:srgbClr val="FFFFFF"/>
                </a:solidFill>
                <a:latin typeface="Lato" charset="0"/>
                <a:ea typeface="MS PGothic" panose="020B0600070205080204" pitchFamily="34" charset="-128"/>
                <a:sym typeface="Lato" charset="0"/>
              </a:defRPr>
            </a:lvl5pPr>
            <a:lvl6pPr marL="25146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eaLnBrk="1"/>
            <a:r>
              <a:rPr lang="zh-CN" altLang="en-US" sz="1400" b="0" dirty="0">
                <a:solidFill>
                  <a:schemeClr val="tx1">
                    <a:lumMod val="65000"/>
                    <a:lumOff val="35000"/>
                  </a:schemeClr>
                </a:solidFill>
                <a:latin typeface="+mn-lt"/>
                <a:ea typeface="+mn-ea"/>
                <a:cs typeface="+mn-ea"/>
                <a:sym typeface="+mn-lt"/>
              </a:rPr>
              <a:t>请替换文字内容</a:t>
            </a:r>
          </a:p>
        </p:txBody>
      </p:sp>
      <p:sp>
        <p:nvSpPr>
          <p:cNvPr id="76" name="AutoShape 26">
            <a:extLst>
              <a:ext uri="{FF2B5EF4-FFF2-40B4-BE49-F238E27FC236}">
                <a16:creationId xmlns:a16="http://schemas.microsoft.com/office/drawing/2014/main" id="{BF725C75-D55C-41F1-8A25-30D60F8B7DE4}"/>
              </a:ext>
            </a:extLst>
          </p:cNvPr>
          <p:cNvSpPr/>
          <p:nvPr/>
        </p:nvSpPr>
        <p:spPr bwMode="auto">
          <a:xfrm>
            <a:off x="1230630" y="4342765"/>
            <a:ext cx="2285365" cy="798488"/>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defTabSz="647700" eaLnBrk="0">
              <a:defRPr sz="2500" b="1">
                <a:solidFill>
                  <a:srgbClr val="FFFFFF"/>
                </a:solidFill>
                <a:latin typeface="Lato" charset="0"/>
                <a:ea typeface="MS PGothic" panose="020B0600070205080204" pitchFamily="34" charset="-128"/>
                <a:sym typeface="Lato" charset="0"/>
              </a:defRPr>
            </a:lvl1pPr>
            <a:lvl2pPr marL="742950" indent="-285750" defTabSz="647700" eaLnBrk="0">
              <a:defRPr sz="2500" b="1">
                <a:solidFill>
                  <a:srgbClr val="FFFFFF"/>
                </a:solidFill>
                <a:latin typeface="Lato" charset="0"/>
                <a:ea typeface="MS PGothic" panose="020B0600070205080204" pitchFamily="34" charset="-128"/>
                <a:sym typeface="Lato" charset="0"/>
              </a:defRPr>
            </a:lvl2pPr>
            <a:lvl3pPr marL="1143000" indent="-228600" defTabSz="647700" eaLnBrk="0">
              <a:defRPr sz="2500" b="1">
                <a:solidFill>
                  <a:srgbClr val="FFFFFF"/>
                </a:solidFill>
                <a:latin typeface="Lato" charset="0"/>
                <a:ea typeface="MS PGothic" panose="020B0600070205080204" pitchFamily="34" charset="-128"/>
                <a:sym typeface="Lato" charset="0"/>
              </a:defRPr>
            </a:lvl3pPr>
            <a:lvl4pPr marL="1600200" indent="-228600" defTabSz="647700" eaLnBrk="0">
              <a:defRPr sz="2500" b="1">
                <a:solidFill>
                  <a:srgbClr val="FFFFFF"/>
                </a:solidFill>
                <a:latin typeface="Lato" charset="0"/>
                <a:ea typeface="MS PGothic" panose="020B0600070205080204" pitchFamily="34" charset="-128"/>
                <a:sym typeface="Lato" charset="0"/>
              </a:defRPr>
            </a:lvl4pPr>
            <a:lvl5pPr marL="2057400" indent="-228600" defTabSz="647700" eaLnBrk="0">
              <a:defRPr sz="2500" b="1">
                <a:solidFill>
                  <a:srgbClr val="FFFFFF"/>
                </a:solidFill>
                <a:latin typeface="Lato" charset="0"/>
                <a:ea typeface="MS PGothic" panose="020B0600070205080204" pitchFamily="34" charset="-128"/>
                <a:sym typeface="Lato" charset="0"/>
              </a:defRPr>
            </a:lvl5pPr>
            <a:lvl6pPr marL="25146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nSpc>
                <a:spcPct val="150000"/>
              </a:lnSpc>
            </a:pPr>
            <a:r>
              <a:rPr lang="zh-CN" altLang="en-US" sz="1200" b="0" dirty="0">
                <a:solidFill>
                  <a:schemeClr val="tx1">
                    <a:lumMod val="65000"/>
                    <a:lumOff val="35000"/>
                  </a:schemeClr>
                </a:solidFill>
                <a:latin typeface="+mn-lt"/>
                <a:ea typeface="+mn-ea"/>
                <a:cs typeface="+mn-ea"/>
                <a:sym typeface="+mn-lt"/>
              </a:rPr>
              <a:t>这里输入您的文字这里输入您的文字这里输入您的文字这里输入您的文字这里输入您这里输入您</a:t>
            </a:r>
          </a:p>
        </p:txBody>
      </p:sp>
      <p:sp>
        <p:nvSpPr>
          <p:cNvPr id="77" name="AutoShape 27">
            <a:extLst>
              <a:ext uri="{FF2B5EF4-FFF2-40B4-BE49-F238E27FC236}">
                <a16:creationId xmlns:a16="http://schemas.microsoft.com/office/drawing/2014/main" id="{612A7A19-7EBC-482C-BD5A-2B78320B449E}"/>
              </a:ext>
            </a:extLst>
          </p:cNvPr>
          <p:cNvSpPr/>
          <p:nvPr/>
        </p:nvSpPr>
        <p:spPr bwMode="auto">
          <a:xfrm>
            <a:off x="3829685" y="2196465"/>
            <a:ext cx="1253490" cy="21526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eaLnBrk="0">
              <a:defRPr sz="2500" b="1">
                <a:solidFill>
                  <a:srgbClr val="FFFFFF"/>
                </a:solidFill>
                <a:latin typeface="Lato" charset="0"/>
                <a:ea typeface="MS PGothic" panose="020B0600070205080204" pitchFamily="34" charset="-128"/>
                <a:sym typeface="Lato" charset="0"/>
              </a:defRPr>
            </a:lvl1pPr>
            <a:lvl2pPr marL="742950" indent="-285750" eaLnBrk="0">
              <a:defRPr sz="2500" b="1">
                <a:solidFill>
                  <a:srgbClr val="FFFFFF"/>
                </a:solidFill>
                <a:latin typeface="Lato" charset="0"/>
                <a:ea typeface="MS PGothic" panose="020B0600070205080204" pitchFamily="34" charset="-128"/>
                <a:sym typeface="Lato" charset="0"/>
              </a:defRPr>
            </a:lvl2pPr>
            <a:lvl3pPr marL="1143000" indent="-228600" eaLnBrk="0">
              <a:defRPr sz="2500" b="1">
                <a:solidFill>
                  <a:srgbClr val="FFFFFF"/>
                </a:solidFill>
                <a:latin typeface="Lato" charset="0"/>
                <a:ea typeface="MS PGothic" panose="020B0600070205080204" pitchFamily="34" charset="-128"/>
                <a:sym typeface="Lato" charset="0"/>
              </a:defRPr>
            </a:lvl3pPr>
            <a:lvl4pPr marL="1600200" indent="-228600" eaLnBrk="0">
              <a:defRPr sz="2500" b="1">
                <a:solidFill>
                  <a:srgbClr val="FFFFFF"/>
                </a:solidFill>
                <a:latin typeface="Lato" charset="0"/>
                <a:ea typeface="MS PGothic" panose="020B0600070205080204" pitchFamily="34" charset="-128"/>
                <a:sym typeface="Lato" charset="0"/>
              </a:defRPr>
            </a:lvl4pPr>
            <a:lvl5pPr marL="2057400" indent="-228600" eaLnBrk="0">
              <a:defRPr sz="2500" b="1">
                <a:solidFill>
                  <a:srgbClr val="FFFFFF"/>
                </a:solidFill>
                <a:latin typeface="Lato" charset="0"/>
                <a:ea typeface="MS PGothic" panose="020B0600070205080204" pitchFamily="34" charset="-128"/>
                <a:sym typeface="Lato" charset="0"/>
              </a:defRPr>
            </a:lvl5pPr>
            <a:lvl6pPr marL="25146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eaLnBrk="1"/>
            <a:r>
              <a:rPr lang="zh-CN" altLang="en-US" sz="1400" b="0" dirty="0">
                <a:solidFill>
                  <a:schemeClr val="tx1">
                    <a:lumMod val="65000"/>
                    <a:lumOff val="35000"/>
                  </a:schemeClr>
                </a:solidFill>
                <a:latin typeface="+mn-lt"/>
                <a:ea typeface="+mn-ea"/>
                <a:cs typeface="+mn-ea"/>
                <a:sym typeface="+mn-lt"/>
              </a:rPr>
              <a:t>请替换文字内容</a:t>
            </a:r>
          </a:p>
        </p:txBody>
      </p:sp>
      <p:sp>
        <p:nvSpPr>
          <p:cNvPr id="78" name="AutoShape 28">
            <a:extLst>
              <a:ext uri="{FF2B5EF4-FFF2-40B4-BE49-F238E27FC236}">
                <a16:creationId xmlns:a16="http://schemas.microsoft.com/office/drawing/2014/main" id="{7395D52C-B600-40E7-AD83-30387FFED373}"/>
              </a:ext>
            </a:extLst>
          </p:cNvPr>
          <p:cNvSpPr/>
          <p:nvPr/>
        </p:nvSpPr>
        <p:spPr bwMode="auto">
          <a:xfrm>
            <a:off x="3841115" y="2370455"/>
            <a:ext cx="2266950" cy="798488"/>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defTabSz="647700" eaLnBrk="0">
              <a:defRPr sz="2500" b="1">
                <a:solidFill>
                  <a:srgbClr val="FFFFFF"/>
                </a:solidFill>
                <a:latin typeface="Lato" charset="0"/>
                <a:ea typeface="MS PGothic" panose="020B0600070205080204" pitchFamily="34" charset="-128"/>
                <a:sym typeface="Lato" charset="0"/>
              </a:defRPr>
            </a:lvl1pPr>
            <a:lvl2pPr marL="742950" indent="-285750" defTabSz="647700" eaLnBrk="0">
              <a:defRPr sz="2500" b="1">
                <a:solidFill>
                  <a:srgbClr val="FFFFFF"/>
                </a:solidFill>
                <a:latin typeface="Lato" charset="0"/>
                <a:ea typeface="MS PGothic" panose="020B0600070205080204" pitchFamily="34" charset="-128"/>
                <a:sym typeface="Lato" charset="0"/>
              </a:defRPr>
            </a:lvl2pPr>
            <a:lvl3pPr marL="1143000" indent="-228600" defTabSz="647700" eaLnBrk="0">
              <a:defRPr sz="2500" b="1">
                <a:solidFill>
                  <a:srgbClr val="FFFFFF"/>
                </a:solidFill>
                <a:latin typeface="Lato" charset="0"/>
                <a:ea typeface="MS PGothic" panose="020B0600070205080204" pitchFamily="34" charset="-128"/>
                <a:sym typeface="Lato" charset="0"/>
              </a:defRPr>
            </a:lvl3pPr>
            <a:lvl4pPr marL="1600200" indent="-228600" defTabSz="647700" eaLnBrk="0">
              <a:defRPr sz="2500" b="1">
                <a:solidFill>
                  <a:srgbClr val="FFFFFF"/>
                </a:solidFill>
                <a:latin typeface="Lato" charset="0"/>
                <a:ea typeface="MS PGothic" panose="020B0600070205080204" pitchFamily="34" charset="-128"/>
                <a:sym typeface="Lato" charset="0"/>
              </a:defRPr>
            </a:lvl4pPr>
            <a:lvl5pPr marL="2057400" indent="-228600" defTabSz="647700" eaLnBrk="0">
              <a:defRPr sz="2500" b="1">
                <a:solidFill>
                  <a:srgbClr val="FFFFFF"/>
                </a:solidFill>
                <a:latin typeface="Lato" charset="0"/>
                <a:ea typeface="MS PGothic" panose="020B0600070205080204" pitchFamily="34" charset="-128"/>
                <a:sym typeface="Lato" charset="0"/>
              </a:defRPr>
            </a:lvl5pPr>
            <a:lvl6pPr marL="25146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nSpc>
                <a:spcPct val="150000"/>
              </a:lnSpc>
            </a:pPr>
            <a:r>
              <a:rPr lang="zh-CN" altLang="en-US" sz="1200" b="0" dirty="0">
                <a:solidFill>
                  <a:schemeClr val="tx1">
                    <a:lumMod val="65000"/>
                    <a:lumOff val="35000"/>
                  </a:schemeClr>
                </a:solidFill>
                <a:latin typeface="+mn-lt"/>
                <a:ea typeface="+mn-ea"/>
                <a:cs typeface="+mn-ea"/>
                <a:sym typeface="+mn-lt"/>
              </a:rPr>
              <a:t>这里输入您的文字这里输入您的文字这里输入您的文字这里输入您的文字这里输入您这里输入您</a:t>
            </a:r>
          </a:p>
        </p:txBody>
      </p:sp>
      <p:sp>
        <p:nvSpPr>
          <p:cNvPr id="79" name="AutoShape 29">
            <a:extLst>
              <a:ext uri="{FF2B5EF4-FFF2-40B4-BE49-F238E27FC236}">
                <a16:creationId xmlns:a16="http://schemas.microsoft.com/office/drawing/2014/main" id="{83EA5499-BF5E-4FD7-BA6E-B95E822EA2F9}"/>
              </a:ext>
            </a:extLst>
          </p:cNvPr>
          <p:cNvSpPr/>
          <p:nvPr/>
        </p:nvSpPr>
        <p:spPr bwMode="auto">
          <a:xfrm>
            <a:off x="6350635" y="4061460"/>
            <a:ext cx="1359535" cy="21526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eaLnBrk="0">
              <a:defRPr sz="2500" b="1">
                <a:solidFill>
                  <a:srgbClr val="FFFFFF"/>
                </a:solidFill>
                <a:latin typeface="Lato" charset="0"/>
                <a:ea typeface="MS PGothic" panose="020B0600070205080204" pitchFamily="34" charset="-128"/>
                <a:sym typeface="Lato" charset="0"/>
              </a:defRPr>
            </a:lvl1pPr>
            <a:lvl2pPr marL="742950" indent="-285750" eaLnBrk="0">
              <a:defRPr sz="2500" b="1">
                <a:solidFill>
                  <a:srgbClr val="FFFFFF"/>
                </a:solidFill>
                <a:latin typeface="Lato" charset="0"/>
                <a:ea typeface="MS PGothic" panose="020B0600070205080204" pitchFamily="34" charset="-128"/>
                <a:sym typeface="Lato" charset="0"/>
              </a:defRPr>
            </a:lvl2pPr>
            <a:lvl3pPr marL="1143000" indent="-228600" eaLnBrk="0">
              <a:defRPr sz="2500" b="1">
                <a:solidFill>
                  <a:srgbClr val="FFFFFF"/>
                </a:solidFill>
                <a:latin typeface="Lato" charset="0"/>
                <a:ea typeface="MS PGothic" panose="020B0600070205080204" pitchFamily="34" charset="-128"/>
                <a:sym typeface="Lato" charset="0"/>
              </a:defRPr>
            </a:lvl3pPr>
            <a:lvl4pPr marL="1600200" indent="-228600" eaLnBrk="0">
              <a:defRPr sz="2500" b="1">
                <a:solidFill>
                  <a:srgbClr val="FFFFFF"/>
                </a:solidFill>
                <a:latin typeface="Lato" charset="0"/>
                <a:ea typeface="MS PGothic" panose="020B0600070205080204" pitchFamily="34" charset="-128"/>
                <a:sym typeface="Lato" charset="0"/>
              </a:defRPr>
            </a:lvl4pPr>
            <a:lvl5pPr marL="2057400" indent="-228600" eaLnBrk="0">
              <a:defRPr sz="2500" b="1">
                <a:solidFill>
                  <a:srgbClr val="FFFFFF"/>
                </a:solidFill>
                <a:latin typeface="Lato" charset="0"/>
                <a:ea typeface="MS PGothic" panose="020B0600070205080204" pitchFamily="34" charset="-128"/>
                <a:sym typeface="Lato" charset="0"/>
              </a:defRPr>
            </a:lvl5pPr>
            <a:lvl6pPr marL="25146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eaLnBrk="1"/>
            <a:r>
              <a:rPr lang="zh-CN" altLang="en-US" sz="1400" b="0" dirty="0">
                <a:solidFill>
                  <a:schemeClr val="tx1">
                    <a:lumMod val="65000"/>
                    <a:lumOff val="35000"/>
                  </a:schemeClr>
                </a:solidFill>
                <a:latin typeface="+mn-lt"/>
                <a:ea typeface="+mn-ea"/>
                <a:cs typeface="+mn-ea"/>
                <a:sym typeface="+mn-lt"/>
              </a:rPr>
              <a:t>请替换文字内容</a:t>
            </a:r>
          </a:p>
        </p:txBody>
      </p:sp>
      <p:sp>
        <p:nvSpPr>
          <p:cNvPr id="80" name="AutoShape 30">
            <a:extLst>
              <a:ext uri="{FF2B5EF4-FFF2-40B4-BE49-F238E27FC236}">
                <a16:creationId xmlns:a16="http://schemas.microsoft.com/office/drawing/2014/main" id="{D0693F3F-2A9D-4224-AC84-EE416B108859}"/>
              </a:ext>
            </a:extLst>
          </p:cNvPr>
          <p:cNvSpPr/>
          <p:nvPr/>
        </p:nvSpPr>
        <p:spPr bwMode="auto">
          <a:xfrm>
            <a:off x="6362065" y="4295775"/>
            <a:ext cx="2169795" cy="798488"/>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defTabSz="647700" eaLnBrk="0">
              <a:defRPr sz="2500" b="1">
                <a:solidFill>
                  <a:srgbClr val="FFFFFF"/>
                </a:solidFill>
                <a:latin typeface="Lato" charset="0"/>
                <a:ea typeface="MS PGothic" panose="020B0600070205080204" pitchFamily="34" charset="-128"/>
                <a:sym typeface="Lato" charset="0"/>
              </a:defRPr>
            </a:lvl1pPr>
            <a:lvl2pPr marL="742950" indent="-285750" defTabSz="647700" eaLnBrk="0">
              <a:defRPr sz="2500" b="1">
                <a:solidFill>
                  <a:srgbClr val="FFFFFF"/>
                </a:solidFill>
                <a:latin typeface="Lato" charset="0"/>
                <a:ea typeface="MS PGothic" panose="020B0600070205080204" pitchFamily="34" charset="-128"/>
                <a:sym typeface="Lato" charset="0"/>
              </a:defRPr>
            </a:lvl2pPr>
            <a:lvl3pPr marL="1143000" indent="-228600" defTabSz="647700" eaLnBrk="0">
              <a:defRPr sz="2500" b="1">
                <a:solidFill>
                  <a:srgbClr val="FFFFFF"/>
                </a:solidFill>
                <a:latin typeface="Lato" charset="0"/>
                <a:ea typeface="MS PGothic" panose="020B0600070205080204" pitchFamily="34" charset="-128"/>
                <a:sym typeface="Lato" charset="0"/>
              </a:defRPr>
            </a:lvl3pPr>
            <a:lvl4pPr marL="1600200" indent="-228600" defTabSz="647700" eaLnBrk="0">
              <a:defRPr sz="2500" b="1">
                <a:solidFill>
                  <a:srgbClr val="FFFFFF"/>
                </a:solidFill>
                <a:latin typeface="Lato" charset="0"/>
                <a:ea typeface="MS PGothic" panose="020B0600070205080204" pitchFamily="34" charset="-128"/>
                <a:sym typeface="Lato" charset="0"/>
              </a:defRPr>
            </a:lvl4pPr>
            <a:lvl5pPr marL="2057400" indent="-228600" defTabSz="647700" eaLnBrk="0">
              <a:defRPr sz="2500" b="1">
                <a:solidFill>
                  <a:srgbClr val="FFFFFF"/>
                </a:solidFill>
                <a:latin typeface="Lato" charset="0"/>
                <a:ea typeface="MS PGothic" panose="020B0600070205080204" pitchFamily="34" charset="-128"/>
                <a:sym typeface="Lato" charset="0"/>
              </a:defRPr>
            </a:lvl5pPr>
            <a:lvl6pPr marL="25146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nSpc>
                <a:spcPct val="150000"/>
              </a:lnSpc>
            </a:pPr>
            <a:r>
              <a:rPr lang="zh-CN" altLang="en-US" sz="1200" b="0" dirty="0">
                <a:solidFill>
                  <a:schemeClr val="tx1">
                    <a:lumMod val="65000"/>
                    <a:lumOff val="35000"/>
                  </a:schemeClr>
                </a:solidFill>
                <a:latin typeface="+mn-lt"/>
                <a:ea typeface="+mn-ea"/>
                <a:cs typeface="+mn-ea"/>
                <a:sym typeface="+mn-lt"/>
              </a:rPr>
              <a:t>这里输入您的文字这里输入您的文字这里输入您的文字这里输入您的文字这里输入您这里输入您</a:t>
            </a:r>
          </a:p>
        </p:txBody>
      </p:sp>
      <p:sp>
        <p:nvSpPr>
          <p:cNvPr id="81" name="AutoShape 31">
            <a:extLst>
              <a:ext uri="{FF2B5EF4-FFF2-40B4-BE49-F238E27FC236}">
                <a16:creationId xmlns:a16="http://schemas.microsoft.com/office/drawing/2014/main" id="{5726A801-7DB4-4700-83FF-1377246D9252}"/>
              </a:ext>
            </a:extLst>
          </p:cNvPr>
          <p:cNvSpPr/>
          <p:nvPr/>
        </p:nvSpPr>
        <p:spPr bwMode="auto">
          <a:xfrm>
            <a:off x="9053195" y="2202815"/>
            <a:ext cx="1591945" cy="21526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eaLnBrk="0">
              <a:defRPr sz="2500" b="1">
                <a:solidFill>
                  <a:srgbClr val="FFFFFF"/>
                </a:solidFill>
                <a:latin typeface="Lato" charset="0"/>
                <a:ea typeface="MS PGothic" panose="020B0600070205080204" pitchFamily="34" charset="-128"/>
                <a:sym typeface="Lato" charset="0"/>
              </a:defRPr>
            </a:lvl1pPr>
            <a:lvl2pPr marL="742950" indent="-285750" eaLnBrk="0">
              <a:defRPr sz="2500" b="1">
                <a:solidFill>
                  <a:srgbClr val="FFFFFF"/>
                </a:solidFill>
                <a:latin typeface="Lato" charset="0"/>
                <a:ea typeface="MS PGothic" panose="020B0600070205080204" pitchFamily="34" charset="-128"/>
                <a:sym typeface="Lato" charset="0"/>
              </a:defRPr>
            </a:lvl2pPr>
            <a:lvl3pPr marL="1143000" indent="-228600" eaLnBrk="0">
              <a:defRPr sz="2500" b="1">
                <a:solidFill>
                  <a:srgbClr val="FFFFFF"/>
                </a:solidFill>
                <a:latin typeface="Lato" charset="0"/>
                <a:ea typeface="MS PGothic" panose="020B0600070205080204" pitchFamily="34" charset="-128"/>
                <a:sym typeface="Lato" charset="0"/>
              </a:defRPr>
            </a:lvl3pPr>
            <a:lvl4pPr marL="1600200" indent="-228600" eaLnBrk="0">
              <a:defRPr sz="2500" b="1">
                <a:solidFill>
                  <a:srgbClr val="FFFFFF"/>
                </a:solidFill>
                <a:latin typeface="Lato" charset="0"/>
                <a:ea typeface="MS PGothic" panose="020B0600070205080204" pitchFamily="34" charset="-128"/>
                <a:sym typeface="Lato" charset="0"/>
              </a:defRPr>
            </a:lvl4pPr>
            <a:lvl5pPr marL="2057400" indent="-228600" eaLnBrk="0">
              <a:defRPr sz="2500" b="1">
                <a:solidFill>
                  <a:srgbClr val="FFFFFF"/>
                </a:solidFill>
                <a:latin typeface="Lato" charset="0"/>
                <a:ea typeface="MS PGothic" panose="020B0600070205080204" pitchFamily="34" charset="-128"/>
                <a:sym typeface="Lato" charset="0"/>
              </a:defRPr>
            </a:lvl5pPr>
            <a:lvl6pPr marL="25146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8255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gn="l" eaLnBrk="1"/>
            <a:r>
              <a:rPr lang="zh-CN" altLang="en-US" sz="1400" b="0" dirty="0">
                <a:solidFill>
                  <a:schemeClr val="tx1">
                    <a:lumMod val="65000"/>
                    <a:lumOff val="35000"/>
                  </a:schemeClr>
                </a:solidFill>
                <a:latin typeface="+mn-lt"/>
                <a:ea typeface="+mn-ea"/>
                <a:cs typeface="+mn-ea"/>
                <a:sym typeface="+mn-lt"/>
              </a:rPr>
              <a:t>请替换文字内容</a:t>
            </a:r>
          </a:p>
        </p:txBody>
      </p:sp>
      <p:sp>
        <p:nvSpPr>
          <p:cNvPr id="82" name="AutoShape 32">
            <a:extLst>
              <a:ext uri="{FF2B5EF4-FFF2-40B4-BE49-F238E27FC236}">
                <a16:creationId xmlns:a16="http://schemas.microsoft.com/office/drawing/2014/main" id="{4A8C49EC-1B85-4A74-ACE9-972F6EA86338}"/>
              </a:ext>
            </a:extLst>
          </p:cNvPr>
          <p:cNvSpPr/>
          <p:nvPr/>
        </p:nvSpPr>
        <p:spPr bwMode="auto">
          <a:xfrm>
            <a:off x="9056370" y="2411095"/>
            <a:ext cx="2346960" cy="798488"/>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square" lIns="0" tIns="0" rIns="0" bIns="0" anchor="t" anchorCtr="0">
            <a:spAutoFit/>
          </a:bodyPr>
          <a:lstStyle>
            <a:lvl1pPr defTabSz="647700" eaLnBrk="0">
              <a:defRPr sz="2500" b="1">
                <a:solidFill>
                  <a:srgbClr val="FFFFFF"/>
                </a:solidFill>
                <a:latin typeface="Lato" charset="0"/>
                <a:ea typeface="MS PGothic" panose="020B0600070205080204" pitchFamily="34" charset="-128"/>
                <a:sym typeface="Lato" charset="0"/>
              </a:defRPr>
            </a:lvl1pPr>
            <a:lvl2pPr marL="742950" indent="-285750" defTabSz="647700" eaLnBrk="0">
              <a:defRPr sz="2500" b="1">
                <a:solidFill>
                  <a:srgbClr val="FFFFFF"/>
                </a:solidFill>
                <a:latin typeface="Lato" charset="0"/>
                <a:ea typeface="MS PGothic" panose="020B0600070205080204" pitchFamily="34" charset="-128"/>
                <a:sym typeface="Lato" charset="0"/>
              </a:defRPr>
            </a:lvl2pPr>
            <a:lvl3pPr marL="1143000" indent="-228600" defTabSz="647700" eaLnBrk="0">
              <a:defRPr sz="2500" b="1">
                <a:solidFill>
                  <a:srgbClr val="FFFFFF"/>
                </a:solidFill>
                <a:latin typeface="Lato" charset="0"/>
                <a:ea typeface="MS PGothic" panose="020B0600070205080204" pitchFamily="34" charset="-128"/>
                <a:sym typeface="Lato" charset="0"/>
              </a:defRPr>
            </a:lvl3pPr>
            <a:lvl4pPr marL="1600200" indent="-228600" defTabSz="647700" eaLnBrk="0">
              <a:defRPr sz="2500" b="1">
                <a:solidFill>
                  <a:srgbClr val="FFFFFF"/>
                </a:solidFill>
                <a:latin typeface="Lato" charset="0"/>
                <a:ea typeface="MS PGothic" panose="020B0600070205080204" pitchFamily="34" charset="-128"/>
                <a:sym typeface="Lato" charset="0"/>
              </a:defRPr>
            </a:lvl4pPr>
            <a:lvl5pPr marL="2057400" indent="-228600" defTabSz="647700" eaLnBrk="0">
              <a:defRPr sz="2500" b="1">
                <a:solidFill>
                  <a:srgbClr val="FFFFFF"/>
                </a:solidFill>
                <a:latin typeface="Lato" charset="0"/>
                <a:ea typeface="MS PGothic" panose="020B0600070205080204" pitchFamily="34" charset="-128"/>
                <a:sym typeface="Lato" charset="0"/>
              </a:defRPr>
            </a:lvl5pPr>
            <a:lvl6pPr marL="25146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6pPr>
            <a:lvl7pPr marL="29718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7pPr>
            <a:lvl8pPr marL="34290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8pPr>
            <a:lvl9pPr marL="3886200" indent="-228600" algn="ctr" defTabSz="647700" eaLnBrk="0" fontAlgn="base" hangingPunct="0">
              <a:lnSpc>
                <a:spcPct val="130000"/>
              </a:lnSpc>
              <a:spcBef>
                <a:spcPct val="0"/>
              </a:spcBef>
              <a:spcAft>
                <a:spcPct val="0"/>
              </a:spcAft>
              <a:defRPr sz="2500" b="1">
                <a:solidFill>
                  <a:srgbClr val="FFFFFF"/>
                </a:solidFill>
                <a:latin typeface="Lato" charset="0"/>
                <a:ea typeface="MS PGothic" panose="020B0600070205080204" pitchFamily="34" charset="-128"/>
                <a:sym typeface="Lato" charset="0"/>
              </a:defRPr>
            </a:lvl9pPr>
          </a:lstStyle>
          <a:p>
            <a:pPr>
              <a:lnSpc>
                <a:spcPct val="150000"/>
              </a:lnSpc>
            </a:pPr>
            <a:r>
              <a:rPr lang="zh-CN" altLang="en-US" sz="1200" b="0" dirty="0">
                <a:solidFill>
                  <a:schemeClr val="tx1">
                    <a:lumMod val="65000"/>
                    <a:lumOff val="35000"/>
                  </a:schemeClr>
                </a:solidFill>
                <a:latin typeface="+mn-lt"/>
                <a:ea typeface="+mn-ea"/>
                <a:cs typeface="+mn-ea"/>
                <a:sym typeface="+mn-lt"/>
              </a:rPr>
              <a:t>这里输入您的文字这里输入您的文字这里输入您的文字这里输入您的文字这里输入您这里输入您</a:t>
            </a:r>
          </a:p>
        </p:txBody>
      </p:sp>
    </p:spTree>
    <p:extLst>
      <p:ext uri="{BB962C8B-B14F-4D97-AF65-F5344CB8AC3E}">
        <p14:creationId xmlns:p14="http://schemas.microsoft.com/office/powerpoint/2010/main" val="1314483271"/>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 calcmode="lin" valueType="num">
                                      <p:cBhvr>
                                        <p:cTn id="7" dur="500" fill="hold"/>
                                        <p:tgtEl>
                                          <p:spTgt spid="55"/>
                                        </p:tgtEl>
                                        <p:attrNameLst>
                                          <p:attrName>ppt_w</p:attrName>
                                        </p:attrNameLst>
                                      </p:cBhvr>
                                      <p:tavLst>
                                        <p:tav tm="0">
                                          <p:val>
                                            <p:fltVal val="0"/>
                                          </p:val>
                                        </p:tav>
                                        <p:tav tm="100000">
                                          <p:val>
                                            <p:strVal val="#ppt_w"/>
                                          </p:val>
                                        </p:tav>
                                      </p:tavLst>
                                    </p:anim>
                                    <p:anim calcmode="lin" valueType="num">
                                      <p:cBhvr>
                                        <p:cTn id="8" dur="500" fill="hold"/>
                                        <p:tgtEl>
                                          <p:spTgt spid="55"/>
                                        </p:tgtEl>
                                        <p:attrNameLst>
                                          <p:attrName>ppt_h</p:attrName>
                                        </p:attrNameLst>
                                      </p:cBhvr>
                                      <p:tavLst>
                                        <p:tav tm="0">
                                          <p:val>
                                            <p:fltVal val="0"/>
                                          </p:val>
                                        </p:tav>
                                        <p:tav tm="100000">
                                          <p:val>
                                            <p:strVal val="#ppt_h"/>
                                          </p:val>
                                        </p:tav>
                                      </p:tavLst>
                                    </p:anim>
                                    <p:animEffect transition="in" filter="fade">
                                      <p:cBhvr>
                                        <p:cTn id="9" dur="500"/>
                                        <p:tgtEl>
                                          <p:spTgt spid="55"/>
                                        </p:tgtEl>
                                      </p:cBhvr>
                                    </p:animEffect>
                                  </p:childTnLst>
                                </p:cTn>
                              </p:par>
                              <p:par>
                                <p:cTn id="10" presetID="53" presetClass="entr" presetSubtype="16" fill="hold" nodeType="withEffect">
                                  <p:stCondLst>
                                    <p:cond delay="0"/>
                                  </p:stCondLst>
                                  <p:childTnLst>
                                    <p:set>
                                      <p:cBhvr>
                                        <p:cTn id="11" dur="1" fill="hold">
                                          <p:stCondLst>
                                            <p:cond delay="0"/>
                                          </p:stCondLst>
                                        </p:cTn>
                                        <p:tgtEl>
                                          <p:spTgt spid="56"/>
                                        </p:tgtEl>
                                        <p:attrNameLst>
                                          <p:attrName>style.visibility</p:attrName>
                                        </p:attrNameLst>
                                      </p:cBhvr>
                                      <p:to>
                                        <p:strVal val="visible"/>
                                      </p:to>
                                    </p:set>
                                    <p:anim calcmode="lin" valueType="num">
                                      <p:cBhvr>
                                        <p:cTn id="12" dur="500" fill="hold"/>
                                        <p:tgtEl>
                                          <p:spTgt spid="56"/>
                                        </p:tgtEl>
                                        <p:attrNameLst>
                                          <p:attrName>ppt_w</p:attrName>
                                        </p:attrNameLst>
                                      </p:cBhvr>
                                      <p:tavLst>
                                        <p:tav tm="0">
                                          <p:val>
                                            <p:fltVal val="0"/>
                                          </p:val>
                                        </p:tav>
                                        <p:tav tm="100000">
                                          <p:val>
                                            <p:strVal val="#ppt_w"/>
                                          </p:val>
                                        </p:tav>
                                      </p:tavLst>
                                    </p:anim>
                                    <p:anim calcmode="lin" valueType="num">
                                      <p:cBhvr>
                                        <p:cTn id="13" dur="500" fill="hold"/>
                                        <p:tgtEl>
                                          <p:spTgt spid="56"/>
                                        </p:tgtEl>
                                        <p:attrNameLst>
                                          <p:attrName>ppt_h</p:attrName>
                                        </p:attrNameLst>
                                      </p:cBhvr>
                                      <p:tavLst>
                                        <p:tav tm="0">
                                          <p:val>
                                            <p:fltVal val="0"/>
                                          </p:val>
                                        </p:tav>
                                        <p:tav tm="100000">
                                          <p:val>
                                            <p:strVal val="#ppt_h"/>
                                          </p:val>
                                        </p:tav>
                                      </p:tavLst>
                                    </p:anim>
                                    <p:animEffect transition="in" filter="fade">
                                      <p:cBhvr>
                                        <p:cTn id="14" dur="500"/>
                                        <p:tgtEl>
                                          <p:spTgt spid="56"/>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59"/>
                                        </p:tgtEl>
                                        <p:attrNameLst>
                                          <p:attrName>style.visibility</p:attrName>
                                        </p:attrNameLst>
                                      </p:cBhvr>
                                      <p:to>
                                        <p:strVal val="visible"/>
                                      </p:to>
                                    </p:set>
                                    <p:anim calcmode="lin" valueType="num">
                                      <p:cBhvr>
                                        <p:cTn id="17" dur="500" fill="hold"/>
                                        <p:tgtEl>
                                          <p:spTgt spid="59"/>
                                        </p:tgtEl>
                                        <p:attrNameLst>
                                          <p:attrName>ppt_w</p:attrName>
                                        </p:attrNameLst>
                                      </p:cBhvr>
                                      <p:tavLst>
                                        <p:tav tm="0">
                                          <p:val>
                                            <p:fltVal val="0"/>
                                          </p:val>
                                        </p:tav>
                                        <p:tav tm="100000">
                                          <p:val>
                                            <p:strVal val="#ppt_w"/>
                                          </p:val>
                                        </p:tav>
                                      </p:tavLst>
                                    </p:anim>
                                    <p:anim calcmode="lin" valueType="num">
                                      <p:cBhvr>
                                        <p:cTn id="18" dur="500" fill="hold"/>
                                        <p:tgtEl>
                                          <p:spTgt spid="59"/>
                                        </p:tgtEl>
                                        <p:attrNameLst>
                                          <p:attrName>ppt_h</p:attrName>
                                        </p:attrNameLst>
                                      </p:cBhvr>
                                      <p:tavLst>
                                        <p:tav tm="0">
                                          <p:val>
                                            <p:fltVal val="0"/>
                                          </p:val>
                                        </p:tav>
                                        <p:tav tm="100000">
                                          <p:val>
                                            <p:strVal val="#ppt_h"/>
                                          </p:val>
                                        </p:tav>
                                      </p:tavLst>
                                    </p:anim>
                                    <p:animEffect transition="in" filter="fade">
                                      <p:cBhvr>
                                        <p:cTn id="19" dur="500"/>
                                        <p:tgtEl>
                                          <p:spTgt spid="5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60"/>
                                        </p:tgtEl>
                                        <p:attrNameLst>
                                          <p:attrName>style.visibility</p:attrName>
                                        </p:attrNameLst>
                                      </p:cBhvr>
                                      <p:to>
                                        <p:strVal val="visible"/>
                                      </p:to>
                                    </p:set>
                                    <p:anim calcmode="lin" valueType="num">
                                      <p:cBhvr>
                                        <p:cTn id="22" dur="500" fill="hold"/>
                                        <p:tgtEl>
                                          <p:spTgt spid="60"/>
                                        </p:tgtEl>
                                        <p:attrNameLst>
                                          <p:attrName>ppt_w</p:attrName>
                                        </p:attrNameLst>
                                      </p:cBhvr>
                                      <p:tavLst>
                                        <p:tav tm="0">
                                          <p:val>
                                            <p:fltVal val="0"/>
                                          </p:val>
                                        </p:tav>
                                        <p:tav tm="100000">
                                          <p:val>
                                            <p:strVal val="#ppt_w"/>
                                          </p:val>
                                        </p:tav>
                                      </p:tavLst>
                                    </p:anim>
                                    <p:anim calcmode="lin" valueType="num">
                                      <p:cBhvr>
                                        <p:cTn id="23" dur="500" fill="hold"/>
                                        <p:tgtEl>
                                          <p:spTgt spid="60"/>
                                        </p:tgtEl>
                                        <p:attrNameLst>
                                          <p:attrName>ppt_h</p:attrName>
                                        </p:attrNameLst>
                                      </p:cBhvr>
                                      <p:tavLst>
                                        <p:tav tm="0">
                                          <p:val>
                                            <p:fltVal val="0"/>
                                          </p:val>
                                        </p:tav>
                                        <p:tav tm="100000">
                                          <p:val>
                                            <p:strVal val="#ppt_h"/>
                                          </p:val>
                                        </p:tav>
                                      </p:tavLst>
                                    </p:anim>
                                    <p:animEffect transition="in" filter="fade">
                                      <p:cBhvr>
                                        <p:cTn id="24" dur="500"/>
                                        <p:tgtEl>
                                          <p:spTgt spid="60"/>
                                        </p:tgtEl>
                                      </p:cBhvr>
                                    </p:animEffect>
                                  </p:childTnLst>
                                </p:cTn>
                              </p:par>
                              <p:par>
                                <p:cTn id="25" presetID="53" presetClass="entr" presetSubtype="16" fill="hold" nodeType="withEffect">
                                  <p:stCondLst>
                                    <p:cond delay="0"/>
                                  </p:stCondLst>
                                  <p:childTnLst>
                                    <p:set>
                                      <p:cBhvr>
                                        <p:cTn id="26" dur="1" fill="hold">
                                          <p:stCondLst>
                                            <p:cond delay="0"/>
                                          </p:stCondLst>
                                        </p:cTn>
                                        <p:tgtEl>
                                          <p:spTgt spid="61"/>
                                        </p:tgtEl>
                                        <p:attrNameLst>
                                          <p:attrName>style.visibility</p:attrName>
                                        </p:attrNameLst>
                                      </p:cBhvr>
                                      <p:to>
                                        <p:strVal val="visible"/>
                                      </p:to>
                                    </p:set>
                                    <p:anim calcmode="lin" valueType="num">
                                      <p:cBhvr>
                                        <p:cTn id="27" dur="500" fill="hold"/>
                                        <p:tgtEl>
                                          <p:spTgt spid="61"/>
                                        </p:tgtEl>
                                        <p:attrNameLst>
                                          <p:attrName>ppt_w</p:attrName>
                                        </p:attrNameLst>
                                      </p:cBhvr>
                                      <p:tavLst>
                                        <p:tav tm="0">
                                          <p:val>
                                            <p:fltVal val="0"/>
                                          </p:val>
                                        </p:tav>
                                        <p:tav tm="100000">
                                          <p:val>
                                            <p:strVal val="#ppt_w"/>
                                          </p:val>
                                        </p:tav>
                                      </p:tavLst>
                                    </p:anim>
                                    <p:anim calcmode="lin" valueType="num">
                                      <p:cBhvr>
                                        <p:cTn id="28" dur="500" fill="hold"/>
                                        <p:tgtEl>
                                          <p:spTgt spid="61"/>
                                        </p:tgtEl>
                                        <p:attrNameLst>
                                          <p:attrName>ppt_h</p:attrName>
                                        </p:attrNameLst>
                                      </p:cBhvr>
                                      <p:tavLst>
                                        <p:tav tm="0">
                                          <p:val>
                                            <p:fltVal val="0"/>
                                          </p:val>
                                        </p:tav>
                                        <p:tav tm="100000">
                                          <p:val>
                                            <p:strVal val="#ppt_h"/>
                                          </p:val>
                                        </p:tav>
                                      </p:tavLst>
                                    </p:anim>
                                    <p:animEffect transition="in" filter="fade">
                                      <p:cBhvr>
                                        <p:cTn id="29" dur="500"/>
                                        <p:tgtEl>
                                          <p:spTgt spid="61"/>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64"/>
                                        </p:tgtEl>
                                        <p:attrNameLst>
                                          <p:attrName>style.visibility</p:attrName>
                                        </p:attrNameLst>
                                      </p:cBhvr>
                                      <p:to>
                                        <p:strVal val="visible"/>
                                      </p:to>
                                    </p:set>
                                    <p:anim calcmode="lin" valueType="num">
                                      <p:cBhvr>
                                        <p:cTn id="32" dur="500" fill="hold"/>
                                        <p:tgtEl>
                                          <p:spTgt spid="64"/>
                                        </p:tgtEl>
                                        <p:attrNameLst>
                                          <p:attrName>ppt_w</p:attrName>
                                        </p:attrNameLst>
                                      </p:cBhvr>
                                      <p:tavLst>
                                        <p:tav tm="0">
                                          <p:val>
                                            <p:fltVal val="0"/>
                                          </p:val>
                                        </p:tav>
                                        <p:tav tm="100000">
                                          <p:val>
                                            <p:strVal val="#ppt_w"/>
                                          </p:val>
                                        </p:tav>
                                      </p:tavLst>
                                    </p:anim>
                                    <p:anim calcmode="lin" valueType="num">
                                      <p:cBhvr>
                                        <p:cTn id="33" dur="500" fill="hold"/>
                                        <p:tgtEl>
                                          <p:spTgt spid="64"/>
                                        </p:tgtEl>
                                        <p:attrNameLst>
                                          <p:attrName>ppt_h</p:attrName>
                                        </p:attrNameLst>
                                      </p:cBhvr>
                                      <p:tavLst>
                                        <p:tav tm="0">
                                          <p:val>
                                            <p:fltVal val="0"/>
                                          </p:val>
                                        </p:tav>
                                        <p:tav tm="100000">
                                          <p:val>
                                            <p:strVal val="#ppt_h"/>
                                          </p:val>
                                        </p:tav>
                                      </p:tavLst>
                                    </p:anim>
                                    <p:animEffect transition="in" filter="fade">
                                      <p:cBhvr>
                                        <p:cTn id="34" dur="500"/>
                                        <p:tgtEl>
                                          <p:spTgt spid="6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65"/>
                                        </p:tgtEl>
                                        <p:attrNameLst>
                                          <p:attrName>style.visibility</p:attrName>
                                        </p:attrNameLst>
                                      </p:cBhvr>
                                      <p:to>
                                        <p:strVal val="visible"/>
                                      </p:to>
                                    </p:set>
                                    <p:anim calcmode="lin" valueType="num">
                                      <p:cBhvr>
                                        <p:cTn id="37" dur="500" fill="hold"/>
                                        <p:tgtEl>
                                          <p:spTgt spid="65"/>
                                        </p:tgtEl>
                                        <p:attrNameLst>
                                          <p:attrName>ppt_w</p:attrName>
                                        </p:attrNameLst>
                                      </p:cBhvr>
                                      <p:tavLst>
                                        <p:tav tm="0">
                                          <p:val>
                                            <p:fltVal val="0"/>
                                          </p:val>
                                        </p:tav>
                                        <p:tav tm="100000">
                                          <p:val>
                                            <p:strVal val="#ppt_w"/>
                                          </p:val>
                                        </p:tav>
                                      </p:tavLst>
                                    </p:anim>
                                    <p:anim calcmode="lin" valueType="num">
                                      <p:cBhvr>
                                        <p:cTn id="38" dur="500" fill="hold"/>
                                        <p:tgtEl>
                                          <p:spTgt spid="65"/>
                                        </p:tgtEl>
                                        <p:attrNameLst>
                                          <p:attrName>ppt_h</p:attrName>
                                        </p:attrNameLst>
                                      </p:cBhvr>
                                      <p:tavLst>
                                        <p:tav tm="0">
                                          <p:val>
                                            <p:fltVal val="0"/>
                                          </p:val>
                                        </p:tav>
                                        <p:tav tm="100000">
                                          <p:val>
                                            <p:strVal val="#ppt_h"/>
                                          </p:val>
                                        </p:tav>
                                      </p:tavLst>
                                    </p:anim>
                                    <p:animEffect transition="in" filter="fade">
                                      <p:cBhvr>
                                        <p:cTn id="39" dur="500"/>
                                        <p:tgtEl>
                                          <p:spTgt spid="65"/>
                                        </p:tgtEl>
                                      </p:cBhvr>
                                    </p:animEffect>
                                  </p:childTnLst>
                                </p:cTn>
                              </p:par>
                              <p:par>
                                <p:cTn id="40" presetID="53" presetClass="entr" presetSubtype="16" fill="hold" nodeType="withEffect">
                                  <p:stCondLst>
                                    <p:cond delay="0"/>
                                  </p:stCondLst>
                                  <p:childTnLst>
                                    <p:set>
                                      <p:cBhvr>
                                        <p:cTn id="41" dur="1" fill="hold">
                                          <p:stCondLst>
                                            <p:cond delay="0"/>
                                          </p:stCondLst>
                                        </p:cTn>
                                        <p:tgtEl>
                                          <p:spTgt spid="66"/>
                                        </p:tgtEl>
                                        <p:attrNameLst>
                                          <p:attrName>style.visibility</p:attrName>
                                        </p:attrNameLst>
                                      </p:cBhvr>
                                      <p:to>
                                        <p:strVal val="visible"/>
                                      </p:to>
                                    </p:set>
                                    <p:anim calcmode="lin" valueType="num">
                                      <p:cBhvr>
                                        <p:cTn id="42" dur="500" fill="hold"/>
                                        <p:tgtEl>
                                          <p:spTgt spid="66"/>
                                        </p:tgtEl>
                                        <p:attrNameLst>
                                          <p:attrName>ppt_w</p:attrName>
                                        </p:attrNameLst>
                                      </p:cBhvr>
                                      <p:tavLst>
                                        <p:tav tm="0">
                                          <p:val>
                                            <p:fltVal val="0"/>
                                          </p:val>
                                        </p:tav>
                                        <p:tav tm="100000">
                                          <p:val>
                                            <p:strVal val="#ppt_w"/>
                                          </p:val>
                                        </p:tav>
                                      </p:tavLst>
                                    </p:anim>
                                    <p:anim calcmode="lin" valueType="num">
                                      <p:cBhvr>
                                        <p:cTn id="43" dur="500" fill="hold"/>
                                        <p:tgtEl>
                                          <p:spTgt spid="66"/>
                                        </p:tgtEl>
                                        <p:attrNameLst>
                                          <p:attrName>ppt_h</p:attrName>
                                        </p:attrNameLst>
                                      </p:cBhvr>
                                      <p:tavLst>
                                        <p:tav tm="0">
                                          <p:val>
                                            <p:fltVal val="0"/>
                                          </p:val>
                                        </p:tav>
                                        <p:tav tm="100000">
                                          <p:val>
                                            <p:strVal val="#ppt_h"/>
                                          </p:val>
                                        </p:tav>
                                      </p:tavLst>
                                    </p:anim>
                                    <p:animEffect transition="in" filter="fade">
                                      <p:cBhvr>
                                        <p:cTn id="44" dur="500"/>
                                        <p:tgtEl>
                                          <p:spTgt spid="66"/>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69"/>
                                        </p:tgtEl>
                                        <p:attrNameLst>
                                          <p:attrName>style.visibility</p:attrName>
                                        </p:attrNameLst>
                                      </p:cBhvr>
                                      <p:to>
                                        <p:strVal val="visible"/>
                                      </p:to>
                                    </p:set>
                                    <p:anim calcmode="lin" valueType="num">
                                      <p:cBhvr>
                                        <p:cTn id="47" dur="500" fill="hold"/>
                                        <p:tgtEl>
                                          <p:spTgt spid="69"/>
                                        </p:tgtEl>
                                        <p:attrNameLst>
                                          <p:attrName>ppt_w</p:attrName>
                                        </p:attrNameLst>
                                      </p:cBhvr>
                                      <p:tavLst>
                                        <p:tav tm="0">
                                          <p:val>
                                            <p:fltVal val="0"/>
                                          </p:val>
                                        </p:tav>
                                        <p:tav tm="100000">
                                          <p:val>
                                            <p:strVal val="#ppt_w"/>
                                          </p:val>
                                        </p:tav>
                                      </p:tavLst>
                                    </p:anim>
                                    <p:anim calcmode="lin" valueType="num">
                                      <p:cBhvr>
                                        <p:cTn id="48" dur="500" fill="hold"/>
                                        <p:tgtEl>
                                          <p:spTgt spid="69"/>
                                        </p:tgtEl>
                                        <p:attrNameLst>
                                          <p:attrName>ppt_h</p:attrName>
                                        </p:attrNameLst>
                                      </p:cBhvr>
                                      <p:tavLst>
                                        <p:tav tm="0">
                                          <p:val>
                                            <p:fltVal val="0"/>
                                          </p:val>
                                        </p:tav>
                                        <p:tav tm="100000">
                                          <p:val>
                                            <p:strVal val="#ppt_h"/>
                                          </p:val>
                                        </p:tav>
                                      </p:tavLst>
                                    </p:anim>
                                    <p:animEffect transition="in" filter="fade">
                                      <p:cBhvr>
                                        <p:cTn id="49" dur="500"/>
                                        <p:tgtEl>
                                          <p:spTgt spid="69"/>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70"/>
                                        </p:tgtEl>
                                        <p:attrNameLst>
                                          <p:attrName>style.visibility</p:attrName>
                                        </p:attrNameLst>
                                      </p:cBhvr>
                                      <p:to>
                                        <p:strVal val="visible"/>
                                      </p:to>
                                    </p:set>
                                    <p:anim calcmode="lin" valueType="num">
                                      <p:cBhvr>
                                        <p:cTn id="52" dur="500" fill="hold"/>
                                        <p:tgtEl>
                                          <p:spTgt spid="70"/>
                                        </p:tgtEl>
                                        <p:attrNameLst>
                                          <p:attrName>ppt_w</p:attrName>
                                        </p:attrNameLst>
                                      </p:cBhvr>
                                      <p:tavLst>
                                        <p:tav tm="0">
                                          <p:val>
                                            <p:fltVal val="0"/>
                                          </p:val>
                                        </p:tav>
                                        <p:tav tm="100000">
                                          <p:val>
                                            <p:strVal val="#ppt_w"/>
                                          </p:val>
                                        </p:tav>
                                      </p:tavLst>
                                    </p:anim>
                                    <p:anim calcmode="lin" valueType="num">
                                      <p:cBhvr>
                                        <p:cTn id="53" dur="500" fill="hold"/>
                                        <p:tgtEl>
                                          <p:spTgt spid="70"/>
                                        </p:tgtEl>
                                        <p:attrNameLst>
                                          <p:attrName>ppt_h</p:attrName>
                                        </p:attrNameLst>
                                      </p:cBhvr>
                                      <p:tavLst>
                                        <p:tav tm="0">
                                          <p:val>
                                            <p:fltVal val="0"/>
                                          </p:val>
                                        </p:tav>
                                        <p:tav tm="100000">
                                          <p:val>
                                            <p:strVal val="#ppt_h"/>
                                          </p:val>
                                        </p:tav>
                                      </p:tavLst>
                                    </p:anim>
                                    <p:animEffect transition="in" filter="fade">
                                      <p:cBhvr>
                                        <p:cTn id="54" dur="500"/>
                                        <p:tgtEl>
                                          <p:spTgt spid="70"/>
                                        </p:tgtEl>
                                      </p:cBhvr>
                                    </p:animEffect>
                                  </p:childTnLst>
                                </p:cTn>
                              </p:par>
                              <p:par>
                                <p:cTn id="55" presetID="53" presetClass="entr" presetSubtype="16" fill="hold" nodeType="withEffect">
                                  <p:stCondLst>
                                    <p:cond delay="0"/>
                                  </p:stCondLst>
                                  <p:childTnLst>
                                    <p:set>
                                      <p:cBhvr>
                                        <p:cTn id="56" dur="1" fill="hold">
                                          <p:stCondLst>
                                            <p:cond delay="0"/>
                                          </p:stCondLst>
                                        </p:cTn>
                                        <p:tgtEl>
                                          <p:spTgt spid="71"/>
                                        </p:tgtEl>
                                        <p:attrNameLst>
                                          <p:attrName>style.visibility</p:attrName>
                                        </p:attrNameLst>
                                      </p:cBhvr>
                                      <p:to>
                                        <p:strVal val="visible"/>
                                      </p:to>
                                    </p:set>
                                    <p:anim calcmode="lin" valueType="num">
                                      <p:cBhvr>
                                        <p:cTn id="57" dur="500" fill="hold"/>
                                        <p:tgtEl>
                                          <p:spTgt spid="71"/>
                                        </p:tgtEl>
                                        <p:attrNameLst>
                                          <p:attrName>ppt_w</p:attrName>
                                        </p:attrNameLst>
                                      </p:cBhvr>
                                      <p:tavLst>
                                        <p:tav tm="0">
                                          <p:val>
                                            <p:fltVal val="0"/>
                                          </p:val>
                                        </p:tav>
                                        <p:tav tm="100000">
                                          <p:val>
                                            <p:strVal val="#ppt_w"/>
                                          </p:val>
                                        </p:tav>
                                      </p:tavLst>
                                    </p:anim>
                                    <p:anim calcmode="lin" valueType="num">
                                      <p:cBhvr>
                                        <p:cTn id="58" dur="500" fill="hold"/>
                                        <p:tgtEl>
                                          <p:spTgt spid="71"/>
                                        </p:tgtEl>
                                        <p:attrNameLst>
                                          <p:attrName>ppt_h</p:attrName>
                                        </p:attrNameLst>
                                      </p:cBhvr>
                                      <p:tavLst>
                                        <p:tav tm="0">
                                          <p:val>
                                            <p:fltVal val="0"/>
                                          </p:val>
                                        </p:tav>
                                        <p:tav tm="100000">
                                          <p:val>
                                            <p:strVal val="#ppt_h"/>
                                          </p:val>
                                        </p:tav>
                                      </p:tavLst>
                                    </p:anim>
                                    <p:animEffect transition="in" filter="fade">
                                      <p:cBhvr>
                                        <p:cTn id="59" dur="500"/>
                                        <p:tgtEl>
                                          <p:spTgt spid="71"/>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74"/>
                                        </p:tgtEl>
                                        <p:attrNameLst>
                                          <p:attrName>style.visibility</p:attrName>
                                        </p:attrNameLst>
                                      </p:cBhvr>
                                      <p:to>
                                        <p:strVal val="visible"/>
                                      </p:to>
                                    </p:set>
                                    <p:anim calcmode="lin" valueType="num">
                                      <p:cBhvr>
                                        <p:cTn id="62" dur="500" fill="hold"/>
                                        <p:tgtEl>
                                          <p:spTgt spid="74"/>
                                        </p:tgtEl>
                                        <p:attrNameLst>
                                          <p:attrName>ppt_w</p:attrName>
                                        </p:attrNameLst>
                                      </p:cBhvr>
                                      <p:tavLst>
                                        <p:tav tm="0">
                                          <p:val>
                                            <p:fltVal val="0"/>
                                          </p:val>
                                        </p:tav>
                                        <p:tav tm="100000">
                                          <p:val>
                                            <p:strVal val="#ppt_w"/>
                                          </p:val>
                                        </p:tav>
                                      </p:tavLst>
                                    </p:anim>
                                    <p:anim calcmode="lin" valueType="num">
                                      <p:cBhvr>
                                        <p:cTn id="63" dur="500" fill="hold"/>
                                        <p:tgtEl>
                                          <p:spTgt spid="74"/>
                                        </p:tgtEl>
                                        <p:attrNameLst>
                                          <p:attrName>ppt_h</p:attrName>
                                        </p:attrNameLst>
                                      </p:cBhvr>
                                      <p:tavLst>
                                        <p:tav tm="0">
                                          <p:val>
                                            <p:fltVal val="0"/>
                                          </p:val>
                                        </p:tav>
                                        <p:tav tm="100000">
                                          <p:val>
                                            <p:strVal val="#ppt_h"/>
                                          </p:val>
                                        </p:tav>
                                      </p:tavLst>
                                    </p:anim>
                                    <p:animEffect transition="in" filter="fade">
                                      <p:cBhvr>
                                        <p:cTn id="64" dur="500"/>
                                        <p:tgtEl>
                                          <p:spTgt spid="74"/>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75"/>
                                        </p:tgtEl>
                                        <p:attrNameLst>
                                          <p:attrName>style.visibility</p:attrName>
                                        </p:attrNameLst>
                                      </p:cBhvr>
                                      <p:to>
                                        <p:strVal val="visible"/>
                                      </p:to>
                                    </p:set>
                                    <p:anim calcmode="lin" valueType="num">
                                      <p:cBhvr>
                                        <p:cTn id="67" dur="500" fill="hold"/>
                                        <p:tgtEl>
                                          <p:spTgt spid="75"/>
                                        </p:tgtEl>
                                        <p:attrNameLst>
                                          <p:attrName>ppt_w</p:attrName>
                                        </p:attrNameLst>
                                      </p:cBhvr>
                                      <p:tavLst>
                                        <p:tav tm="0">
                                          <p:val>
                                            <p:fltVal val="0"/>
                                          </p:val>
                                        </p:tav>
                                        <p:tav tm="100000">
                                          <p:val>
                                            <p:strVal val="#ppt_w"/>
                                          </p:val>
                                        </p:tav>
                                      </p:tavLst>
                                    </p:anim>
                                    <p:anim calcmode="lin" valueType="num">
                                      <p:cBhvr>
                                        <p:cTn id="68" dur="500" fill="hold"/>
                                        <p:tgtEl>
                                          <p:spTgt spid="75"/>
                                        </p:tgtEl>
                                        <p:attrNameLst>
                                          <p:attrName>ppt_h</p:attrName>
                                        </p:attrNameLst>
                                      </p:cBhvr>
                                      <p:tavLst>
                                        <p:tav tm="0">
                                          <p:val>
                                            <p:fltVal val="0"/>
                                          </p:val>
                                        </p:tav>
                                        <p:tav tm="100000">
                                          <p:val>
                                            <p:strVal val="#ppt_h"/>
                                          </p:val>
                                        </p:tav>
                                      </p:tavLst>
                                    </p:anim>
                                    <p:animEffect transition="in" filter="fade">
                                      <p:cBhvr>
                                        <p:cTn id="69" dur="500"/>
                                        <p:tgtEl>
                                          <p:spTgt spid="75"/>
                                        </p:tgtEl>
                                      </p:cBhvr>
                                    </p:animEffect>
                                  </p:childTnLst>
                                </p:cTn>
                              </p:par>
                              <p:par>
                                <p:cTn id="70" presetID="53" presetClass="entr" presetSubtype="16" fill="hold" grpId="0" nodeType="withEffect">
                                  <p:stCondLst>
                                    <p:cond delay="0"/>
                                  </p:stCondLst>
                                  <p:childTnLst>
                                    <p:set>
                                      <p:cBhvr>
                                        <p:cTn id="71" dur="1" fill="hold">
                                          <p:stCondLst>
                                            <p:cond delay="0"/>
                                          </p:stCondLst>
                                        </p:cTn>
                                        <p:tgtEl>
                                          <p:spTgt spid="76"/>
                                        </p:tgtEl>
                                        <p:attrNameLst>
                                          <p:attrName>style.visibility</p:attrName>
                                        </p:attrNameLst>
                                      </p:cBhvr>
                                      <p:to>
                                        <p:strVal val="visible"/>
                                      </p:to>
                                    </p:set>
                                    <p:anim calcmode="lin" valueType="num">
                                      <p:cBhvr>
                                        <p:cTn id="72" dur="500" fill="hold"/>
                                        <p:tgtEl>
                                          <p:spTgt spid="76"/>
                                        </p:tgtEl>
                                        <p:attrNameLst>
                                          <p:attrName>ppt_w</p:attrName>
                                        </p:attrNameLst>
                                      </p:cBhvr>
                                      <p:tavLst>
                                        <p:tav tm="0">
                                          <p:val>
                                            <p:fltVal val="0"/>
                                          </p:val>
                                        </p:tav>
                                        <p:tav tm="100000">
                                          <p:val>
                                            <p:strVal val="#ppt_w"/>
                                          </p:val>
                                        </p:tav>
                                      </p:tavLst>
                                    </p:anim>
                                    <p:anim calcmode="lin" valueType="num">
                                      <p:cBhvr>
                                        <p:cTn id="73" dur="500" fill="hold"/>
                                        <p:tgtEl>
                                          <p:spTgt spid="76"/>
                                        </p:tgtEl>
                                        <p:attrNameLst>
                                          <p:attrName>ppt_h</p:attrName>
                                        </p:attrNameLst>
                                      </p:cBhvr>
                                      <p:tavLst>
                                        <p:tav tm="0">
                                          <p:val>
                                            <p:fltVal val="0"/>
                                          </p:val>
                                        </p:tav>
                                        <p:tav tm="100000">
                                          <p:val>
                                            <p:strVal val="#ppt_h"/>
                                          </p:val>
                                        </p:tav>
                                      </p:tavLst>
                                    </p:anim>
                                    <p:animEffect transition="in" filter="fade">
                                      <p:cBhvr>
                                        <p:cTn id="74" dur="500"/>
                                        <p:tgtEl>
                                          <p:spTgt spid="76"/>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anim calcmode="lin" valueType="num">
                                      <p:cBhvr>
                                        <p:cTn id="77" dur="500" fill="hold"/>
                                        <p:tgtEl>
                                          <p:spTgt spid="77"/>
                                        </p:tgtEl>
                                        <p:attrNameLst>
                                          <p:attrName>ppt_w</p:attrName>
                                        </p:attrNameLst>
                                      </p:cBhvr>
                                      <p:tavLst>
                                        <p:tav tm="0">
                                          <p:val>
                                            <p:fltVal val="0"/>
                                          </p:val>
                                        </p:tav>
                                        <p:tav tm="100000">
                                          <p:val>
                                            <p:strVal val="#ppt_w"/>
                                          </p:val>
                                        </p:tav>
                                      </p:tavLst>
                                    </p:anim>
                                    <p:anim calcmode="lin" valueType="num">
                                      <p:cBhvr>
                                        <p:cTn id="78" dur="500" fill="hold"/>
                                        <p:tgtEl>
                                          <p:spTgt spid="77"/>
                                        </p:tgtEl>
                                        <p:attrNameLst>
                                          <p:attrName>ppt_h</p:attrName>
                                        </p:attrNameLst>
                                      </p:cBhvr>
                                      <p:tavLst>
                                        <p:tav tm="0">
                                          <p:val>
                                            <p:fltVal val="0"/>
                                          </p:val>
                                        </p:tav>
                                        <p:tav tm="100000">
                                          <p:val>
                                            <p:strVal val="#ppt_h"/>
                                          </p:val>
                                        </p:tav>
                                      </p:tavLst>
                                    </p:anim>
                                    <p:animEffect transition="in" filter="fade">
                                      <p:cBhvr>
                                        <p:cTn id="79" dur="500"/>
                                        <p:tgtEl>
                                          <p:spTgt spid="77"/>
                                        </p:tgtEl>
                                      </p:cBhvr>
                                    </p:animEffect>
                                  </p:childTnLst>
                                </p:cTn>
                              </p:par>
                              <p:par>
                                <p:cTn id="80" presetID="53" presetClass="entr" presetSubtype="16" fill="hold" grpId="0" nodeType="withEffect">
                                  <p:stCondLst>
                                    <p:cond delay="0"/>
                                  </p:stCondLst>
                                  <p:childTnLst>
                                    <p:set>
                                      <p:cBhvr>
                                        <p:cTn id="81" dur="1" fill="hold">
                                          <p:stCondLst>
                                            <p:cond delay="0"/>
                                          </p:stCondLst>
                                        </p:cTn>
                                        <p:tgtEl>
                                          <p:spTgt spid="78"/>
                                        </p:tgtEl>
                                        <p:attrNameLst>
                                          <p:attrName>style.visibility</p:attrName>
                                        </p:attrNameLst>
                                      </p:cBhvr>
                                      <p:to>
                                        <p:strVal val="visible"/>
                                      </p:to>
                                    </p:set>
                                    <p:anim calcmode="lin" valueType="num">
                                      <p:cBhvr>
                                        <p:cTn id="82" dur="500" fill="hold"/>
                                        <p:tgtEl>
                                          <p:spTgt spid="78"/>
                                        </p:tgtEl>
                                        <p:attrNameLst>
                                          <p:attrName>ppt_w</p:attrName>
                                        </p:attrNameLst>
                                      </p:cBhvr>
                                      <p:tavLst>
                                        <p:tav tm="0">
                                          <p:val>
                                            <p:fltVal val="0"/>
                                          </p:val>
                                        </p:tav>
                                        <p:tav tm="100000">
                                          <p:val>
                                            <p:strVal val="#ppt_w"/>
                                          </p:val>
                                        </p:tav>
                                      </p:tavLst>
                                    </p:anim>
                                    <p:anim calcmode="lin" valueType="num">
                                      <p:cBhvr>
                                        <p:cTn id="83" dur="500" fill="hold"/>
                                        <p:tgtEl>
                                          <p:spTgt spid="78"/>
                                        </p:tgtEl>
                                        <p:attrNameLst>
                                          <p:attrName>ppt_h</p:attrName>
                                        </p:attrNameLst>
                                      </p:cBhvr>
                                      <p:tavLst>
                                        <p:tav tm="0">
                                          <p:val>
                                            <p:fltVal val="0"/>
                                          </p:val>
                                        </p:tav>
                                        <p:tav tm="100000">
                                          <p:val>
                                            <p:strVal val="#ppt_h"/>
                                          </p:val>
                                        </p:tav>
                                      </p:tavLst>
                                    </p:anim>
                                    <p:animEffect transition="in" filter="fade">
                                      <p:cBhvr>
                                        <p:cTn id="84" dur="500"/>
                                        <p:tgtEl>
                                          <p:spTgt spid="78"/>
                                        </p:tgtEl>
                                      </p:cBhvr>
                                    </p:animEffect>
                                  </p:childTnLst>
                                </p:cTn>
                              </p:par>
                              <p:par>
                                <p:cTn id="85" presetID="53" presetClass="entr" presetSubtype="16" fill="hold" grpId="0" nodeType="withEffect">
                                  <p:stCondLst>
                                    <p:cond delay="0"/>
                                  </p:stCondLst>
                                  <p:childTnLst>
                                    <p:set>
                                      <p:cBhvr>
                                        <p:cTn id="86" dur="1" fill="hold">
                                          <p:stCondLst>
                                            <p:cond delay="0"/>
                                          </p:stCondLst>
                                        </p:cTn>
                                        <p:tgtEl>
                                          <p:spTgt spid="79"/>
                                        </p:tgtEl>
                                        <p:attrNameLst>
                                          <p:attrName>style.visibility</p:attrName>
                                        </p:attrNameLst>
                                      </p:cBhvr>
                                      <p:to>
                                        <p:strVal val="visible"/>
                                      </p:to>
                                    </p:set>
                                    <p:anim calcmode="lin" valueType="num">
                                      <p:cBhvr>
                                        <p:cTn id="87" dur="500" fill="hold"/>
                                        <p:tgtEl>
                                          <p:spTgt spid="79"/>
                                        </p:tgtEl>
                                        <p:attrNameLst>
                                          <p:attrName>ppt_w</p:attrName>
                                        </p:attrNameLst>
                                      </p:cBhvr>
                                      <p:tavLst>
                                        <p:tav tm="0">
                                          <p:val>
                                            <p:fltVal val="0"/>
                                          </p:val>
                                        </p:tav>
                                        <p:tav tm="100000">
                                          <p:val>
                                            <p:strVal val="#ppt_w"/>
                                          </p:val>
                                        </p:tav>
                                      </p:tavLst>
                                    </p:anim>
                                    <p:anim calcmode="lin" valueType="num">
                                      <p:cBhvr>
                                        <p:cTn id="88" dur="500" fill="hold"/>
                                        <p:tgtEl>
                                          <p:spTgt spid="79"/>
                                        </p:tgtEl>
                                        <p:attrNameLst>
                                          <p:attrName>ppt_h</p:attrName>
                                        </p:attrNameLst>
                                      </p:cBhvr>
                                      <p:tavLst>
                                        <p:tav tm="0">
                                          <p:val>
                                            <p:fltVal val="0"/>
                                          </p:val>
                                        </p:tav>
                                        <p:tav tm="100000">
                                          <p:val>
                                            <p:strVal val="#ppt_h"/>
                                          </p:val>
                                        </p:tav>
                                      </p:tavLst>
                                    </p:anim>
                                    <p:animEffect transition="in" filter="fade">
                                      <p:cBhvr>
                                        <p:cTn id="89" dur="500"/>
                                        <p:tgtEl>
                                          <p:spTgt spid="79"/>
                                        </p:tgtEl>
                                      </p:cBhvr>
                                    </p:animEffect>
                                  </p:childTnLst>
                                </p:cTn>
                              </p:par>
                              <p:par>
                                <p:cTn id="90" presetID="53" presetClass="entr" presetSubtype="16" fill="hold" grpId="0" nodeType="withEffect">
                                  <p:stCondLst>
                                    <p:cond delay="0"/>
                                  </p:stCondLst>
                                  <p:childTnLst>
                                    <p:set>
                                      <p:cBhvr>
                                        <p:cTn id="91" dur="1" fill="hold">
                                          <p:stCondLst>
                                            <p:cond delay="0"/>
                                          </p:stCondLst>
                                        </p:cTn>
                                        <p:tgtEl>
                                          <p:spTgt spid="80"/>
                                        </p:tgtEl>
                                        <p:attrNameLst>
                                          <p:attrName>style.visibility</p:attrName>
                                        </p:attrNameLst>
                                      </p:cBhvr>
                                      <p:to>
                                        <p:strVal val="visible"/>
                                      </p:to>
                                    </p:set>
                                    <p:anim calcmode="lin" valueType="num">
                                      <p:cBhvr>
                                        <p:cTn id="92" dur="500" fill="hold"/>
                                        <p:tgtEl>
                                          <p:spTgt spid="80"/>
                                        </p:tgtEl>
                                        <p:attrNameLst>
                                          <p:attrName>ppt_w</p:attrName>
                                        </p:attrNameLst>
                                      </p:cBhvr>
                                      <p:tavLst>
                                        <p:tav tm="0">
                                          <p:val>
                                            <p:fltVal val="0"/>
                                          </p:val>
                                        </p:tav>
                                        <p:tav tm="100000">
                                          <p:val>
                                            <p:strVal val="#ppt_w"/>
                                          </p:val>
                                        </p:tav>
                                      </p:tavLst>
                                    </p:anim>
                                    <p:anim calcmode="lin" valueType="num">
                                      <p:cBhvr>
                                        <p:cTn id="93" dur="500" fill="hold"/>
                                        <p:tgtEl>
                                          <p:spTgt spid="80"/>
                                        </p:tgtEl>
                                        <p:attrNameLst>
                                          <p:attrName>ppt_h</p:attrName>
                                        </p:attrNameLst>
                                      </p:cBhvr>
                                      <p:tavLst>
                                        <p:tav tm="0">
                                          <p:val>
                                            <p:fltVal val="0"/>
                                          </p:val>
                                        </p:tav>
                                        <p:tav tm="100000">
                                          <p:val>
                                            <p:strVal val="#ppt_h"/>
                                          </p:val>
                                        </p:tav>
                                      </p:tavLst>
                                    </p:anim>
                                    <p:animEffect transition="in" filter="fade">
                                      <p:cBhvr>
                                        <p:cTn id="94" dur="500"/>
                                        <p:tgtEl>
                                          <p:spTgt spid="80"/>
                                        </p:tgtEl>
                                      </p:cBhvr>
                                    </p:animEffect>
                                  </p:childTnLst>
                                </p:cTn>
                              </p:par>
                              <p:par>
                                <p:cTn id="95" presetID="53" presetClass="entr" presetSubtype="16" fill="hold" grpId="0" nodeType="withEffect">
                                  <p:stCondLst>
                                    <p:cond delay="0"/>
                                  </p:stCondLst>
                                  <p:childTnLst>
                                    <p:set>
                                      <p:cBhvr>
                                        <p:cTn id="96" dur="1" fill="hold">
                                          <p:stCondLst>
                                            <p:cond delay="0"/>
                                          </p:stCondLst>
                                        </p:cTn>
                                        <p:tgtEl>
                                          <p:spTgt spid="81"/>
                                        </p:tgtEl>
                                        <p:attrNameLst>
                                          <p:attrName>style.visibility</p:attrName>
                                        </p:attrNameLst>
                                      </p:cBhvr>
                                      <p:to>
                                        <p:strVal val="visible"/>
                                      </p:to>
                                    </p:set>
                                    <p:anim calcmode="lin" valueType="num">
                                      <p:cBhvr>
                                        <p:cTn id="97" dur="500" fill="hold"/>
                                        <p:tgtEl>
                                          <p:spTgt spid="81"/>
                                        </p:tgtEl>
                                        <p:attrNameLst>
                                          <p:attrName>ppt_w</p:attrName>
                                        </p:attrNameLst>
                                      </p:cBhvr>
                                      <p:tavLst>
                                        <p:tav tm="0">
                                          <p:val>
                                            <p:fltVal val="0"/>
                                          </p:val>
                                        </p:tav>
                                        <p:tav tm="100000">
                                          <p:val>
                                            <p:strVal val="#ppt_w"/>
                                          </p:val>
                                        </p:tav>
                                      </p:tavLst>
                                    </p:anim>
                                    <p:anim calcmode="lin" valueType="num">
                                      <p:cBhvr>
                                        <p:cTn id="98" dur="500" fill="hold"/>
                                        <p:tgtEl>
                                          <p:spTgt spid="81"/>
                                        </p:tgtEl>
                                        <p:attrNameLst>
                                          <p:attrName>ppt_h</p:attrName>
                                        </p:attrNameLst>
                                      </p:cBhvr>
                                      <p:tavLst>
                                        <p:tav tm="0">
                                          <p:val>
                                            <p:fltVal val="0"/>
                                          </p:val>
                                        </p:tav>
                                        <p:tav tm="100000">
                                          <p:val>
                                            <p:strVal val="#ppt_h"/>
                                          </p:val>
                                        </p:tav>
                                      </p:tavLst>
                                    </p:anim>
                                    <p:animEffect transition="in" filter="fade">
                                      <p:cBhvr>
                                        <p:cTn id="99" dur="500"/>
                                        <p:tgtEl>
                                          <p:spTgt spid="81"/>
                                        </p:tgtEl>
                                      </p:cBhvr>
                                    </p:animEffect>
                                  </p:childTnLst>
                                </p:cTn>
                              </p:par>
                              <p:par>
                                <p:cTn id="100" presetID="53" presetClass="entr" presetSubtype="16" fill="hold" grpId="0" nodeType="withEffect">
                                  <p:stCondLst>
                                    <p:cond delay="0"/>
                                  </p:stCondLst>
                                  <p:childTnLst>
                                    <p:set>
                                      <p:cBhvr>
                                        <p:cTn id="101" dur="1" fill="hold">
                                          <p:stCondLst>
                                            <p:cond delay="0"/>
                                          </p:stCondLst>
                                        </p:cTn>
                                        <p:tgtEl>
                                          <p:spTgt spid="82"/>
                                        </p:tgtEl>
                                        <p:attrNameLst>
                                          <p:attrName>style.visibility</p:attrName>
                                        </p:attrNameLst>
                                      </p:cBhvr>
                                      <p:to>
                                        <p:strVal val="visible"/>
                                      </p:to>
                                    </p:set>
                                    <p:anim calcmode="lin" valueType="num">
                                      <p:cBhvr>
                                        <p:cTn id="102" dur="500" fill="hold"/>
                                        <p:tgtEl>
                                          <p:spTgt spid="82"/>
                                        </p:tgtEl>
                                        <p:attrNameLst>
                                          <p:attrName>ppt_w</p:attrName>
                                        </p:attrNameLst>
                                      </p:cBhvr>
                                      <p:tavLst>
                                        <p:tav tm="0">
                                          <p:val>
                                            <p:fltVal val="0"/>
                                          </p:val>
                                        </p:tav>
                                        <p:tav tm="100000">
                                          <p:val>
                                            <p:strVal val="#ppt_w"/>
                                          </p:val>
                                        </p:tav>
                                      </p:tavLst>
                                    </p:anim>
                                    <p:anim calcmode="lin" valueType="num">
                                      <p:cBhvr>
                                        <p:cTn id="103" dur="500" fill="hold"/>
                                        <p:tgtEl>
                                          <p:spTgt spid="82"/>
                                        </p:tgtEl>
                                        <p:attrNameLst>
                                          <p:attrName>ppt_h</p:attrName>
                                        </p:attrNameLst>
                                      </p:cBhvr>
                                      <p:tavLst>
                                        <p:tav tm="0">
                                          <p:val>
                                            <p:fltVal val="0"/>
                                          </p:val>
                                        </p:tav>
                                        <p:tav tm="100000">
                                          <p:val>
                                            <p:strVal val="#ppt_h"/>
                                          </p:val>
                                        </p:tav>
                                      </p:tavLst>
                                    </p:anim>
                                    <p:animEffect transition="in" filter="fade">
                                      <p:cBhvr>
                                        <p:cTn id="104"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P spid="59" grpId="0" animBg="1"/>
      <p:bldP spid="59" grpId="1" animBg="1"/>
      <p:bldP spid="60" grpId="0" animBg="1"/>
      <p:bldP spid="60" grpId="1" animBg="1"/>
      <p:bldP spid="64" grpId="0" animBg="1"/>
      <p:bldP spid="64" grpId="1" animBg="1"/>
      <p:bldP spid="65" grpId="0" animBg="1"/>
      <p:bldP spid="65" grpId="1" animBg="1"/>
      <p:bldP spid="69" grpId="0" animBg="1"/>
      <p:bldP spid="69" grpId="1" animBg="1"/>
      <p:bldP spid="70" grpId="0" animBg="1"/>
      <p:bldP spid="70" grpId="1" animBg="1"/>
      <p:bldP spid="74" grpId="0" animBg="1"/>
      <p:bldP spid="74" grpId="1" animBg="1"/>
      <p:bldP spid="75" grpId="0" animBg="1"/>
      <p:bldP spid="75" grpId="1" animBg="1"/>
      <p:bldP spid="76" grpId="0" animBg="1"/>
      <p:bldP spid="76" grpId="1" animBg="1"/>
      <p:bldP spid="77" grpId="0" animBg="1"/>
      <p:bldP spid="77" grpId="1" animBg="1"/>
      <p:bldP spid="78" grpId="0" animBg="1"/>
      <p:bldP spid="78" grpId="1" animBg="1"/>
      <p:bldP spid="79" grpId="0" animBg="1"/>
      <p:bldP spid="79" grpId="1" animBg="1"/>
      <p:bldP spid="80" grpId="0" animBg="1"/>
      <p:bldP spid="80" grpId="1" animBg="1"/>
      <p:bldP spid="81" grpId="0" animBg="1"/>
      <p:bldP spid="81" grpId="1" animBg="1"/>
      <p:bldP spid="82" grpId="0" animBg="1"/>
      <p:bldP spid="82" grpId="1"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íṩľïdè"/>
        <p:cNvGrpSpPr/>
        <p:nvPr/>
      </p:nvGrpSpPr>
      <p:grpSpPr>
        <a:xfrm>
          <a:off x="0" y="0"/>
          <a:ext cx="0" cy="0"/>
          <a:chOff x="0" y="0"/>
          <a:chExt cx="0" cy="0"/>
        </a:xfrm>
      </p:grpSpPr>
      <p:pic>
        <p:nvPicPr>
          <p:cNvPr id="17" name="图片 16">
            <a:extLst>
              <a:ext uri="{FF2B5EF4-FFF2-40B4-BE49-F238E27FC236}">
                <a16:creationId xmlns:a16="http://schemas.microsoft.com/office/drawing/2014/main" id="{BCEA5E34-B5DF-4FB2-B074-366EA3345E3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8" name="î$ḷïde">
            <a:extLst>
              <a:ext uri="{FF2B5EF4-FFF2-40B4-BE49-F238E27FC236}">
                <a16:creationId xmlns:a16="http://schemas.microsoft.com/office/drawing/2014/main" id="{F8F8EAB9-B2C6-4E7C-8F13-5C14251D07C9}"/>
              </a:ext>
            </a:extLst>
          </p:cNvPr>
          <p:cNvSpPr txBox="1"/>
          <p:nvPr/>
        </p:nvSpPr>
        <p:spPr>
          <a:xfrm>
            <a:off x="741231" y="400234"/>
            <a:ext cx="4221924" cy="400110"/>
          </a:xfrm>
          <a:prstGeom prst="rect">
            <a:avLst/>
          </a:prstGeom>
          <a:noFill/>
        </p:spPr>
        <p:txBody>
          <a:bodyPr wrap="square" rtlCol="0">
            <a:spAutoFit/>
          </a:bodyPr>
          <a:lstStyle/>
          <a:p>
            <a:r>
              <a:rPr lang="en-US" altLang="zh-CN" sz="2000" b="1" dirty="0">
                <a:solidFill>
                  <a:srgbClr val="6C92C0"/>
                </a:solidFill>
                <a:cs typeface="+mn-ea"/>
                <a:sym typeface="+mn-lt"/>
              </a:rPr>
              <a:t>Simple</a:t>
            </a:r>
            <a:r>
              <a:rPr lang="en-US" altLang="zh-CN" sz="2000" dirty="0">
                <a:solidFill>
                  <a:schemeClr val="accent5">
                    <a:lumMod val="50000"/>
                  </a:schemeClr>
                </a:solidFill>
                <a:cs typeface="+mn-ea"/>
                <a:sym typeface="+mn-lt"/>
              </a:rPr>
              <a:t>  </a:t>
            </a:r>
            <a:r>
              <a:rPr lang="en-US" altLang="zh-CN" sz="2000" b="1" dirty="0">
                <a:solidFill>
                  <a:schemeClr val="bg1">
                    <a:lumMod val="50000"/>
                  </a:schemeClr>
                </a:solidFill>
                <a:cs typeface="+mn-ea"/>
                <a:sym typeface="+mn-lt"/>
              </a:rPr>
              <a:t>PowerPoint</a:t>
            </a:r>
          </a:p>
        </p:txBody>
      </p:sp>
      <p:grpSp>
        <p:nvGrpSpPr>
          <p:cNvPr id="19" name="组合 18">
            <a:extLst>
              <a:ext uri="{FF2B5EF4-FFF2-40B4-BE49-F238E27FC236}">
                <a16:creationId xmlns:a16="http://schemas.microsoft.com/office/drawing/2014/main" id="{9D4FC86B-0F38-4B26-B43E-8A357E7F8821}"/>
              </a:ext>
            </a:extLst>
          </p:cNvPr>
          <p:cNvGrpSpPr/>
          <p:nvPr/>
        </p:nvGrpSpPr>
        <p:grpSpPr>
          <a:xfrm rot="10800000">
            <a:off x="-598644" y="4863839"/>
            <a:ext cx="2117288" cy="2334478"/>
            <a:chOff x="9664473" y="816338"/>
            <a:chExt cx="3185286" cy="3512032"/>
          </a:xfrm>
        </p:grpSpPr>
        <p:sp>
          <p:nvSpPr>
            <p:cNvPr id="20" name="íṧḻiḋe">
              <a:extLst>
                <a:ext uri="{FF2B5EF4-FFF2-40B4-BE49-F238E27FC236}">
                  <a16:creationId xmlns:a16="http://schemas.microsoft.com/office/drawing/2014/main" id="{BB6E4BD6-9526-4F86-9A8C-0ED51ACB65CC}"/>
                </a:ext>
              </a:extLst>
            </p:cNvPr>
            <p:cNvSpPr/>
            <p:nvPr/>
          </p:nvSpPr>
          <p:spPr>
            <a:xfrm>
              <a:off x="9664473" y="816338"/>
              <a:ext cx="2594163" cy="2540781"/>
            </a:xfrm>
            <a:custGeom>
              <a:avLst/>
              <a:gdLst>
                <a:gd name="connsiteX0" fmla="*/ 1096849 w 2594163"/>
                <a:gd name="connsiteY0" fmla="*/ 1533 h 2540781"/>
                <a:gd name="connsiteX1" fmla="*/ 1297103 w 2594163"/>
                <a:gd name="connsiteY1" fmla="*/ 112338 h 2540781"/>
                <a:gd name="connsiteX2" fmla="*/ 2482547 w 2594163"/>
                <a:gd name="connsiteY2" fmla="*/ 1602255 h 2540781"/>
                <a:gd name="connsiteX3" fmla="*/ 2594163 w 2594163"/>
                <a:gd name="connsiteY3" fmla="*/ 1742539 h 2540781"/>
                <a:gd name="connsiteX4" fmla="*/ 2594163 w 2594163"/>
                <a:gd name="connsiteY4" fmla="*/ 2125138 h 2540781"/>
                <a:gd name="connsiteX5" fmla="*/ 2556967 w 2594163"/>
                <a:gd name="connsiteY5" fmla="*/ 2164725 h 2540781"/>
                <a:gd name="connsiteX6" fmla="*/ 2411465 w 2594163"/>
                <a:gd name="connsiteY6" fmla="*/ 2228461 h 2540781"/>
                <a:gd name="connsiteX7" fmla="*/ 341159 w 2594163"/>
                <a:gd name="connsiteY7" fmla="*/ 2537387 h 2540781"/>
                <a:gd name="connsiteX8" fmla="*/ 20527 w 2594163"/>
                <a:gd name="connsiteY8" fmla="*/ 2136195 h 2540781"/>
                <a:gd name="connsiteX9" fmla="*/ 789206 w 2594163"/>
                <a:gd name="connsiteY9" fmla="*/ 188126 h 2540781"/>
                <a:gd name="connsiteX10" fmla="*/ 1096849 w 2594163"/>
                <a:gd name="connsiteY10" fmla="*/ 1533 h 2540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94163" h="2540781">
                  <a:moveTo>
                    <a:pt x="1096849" y="1533"/>
                  </a:moveTo>
                  <a:cubicBezTo>
                    <a:pt x="1171584" y="9139"/>
                    <a:pt x="1244300" y="45184"/>
                    <a:pt x="1297103" y="112338"/>
                  </a:cubicBezTo>
                  <a:cubicBezTo>
                    <a:pt x="1297103" y="112338"/>
                    <a:pt x="1297103" y="112338"/>
                    <a:pt x="2482547" y="1602255"/>
                  </a:cubicBezTo>
                  <a:lnTo>
                    <a:pt x="2594163" y="1742539"/>
                  </a:lnTo>
                  <a:lnTo>
                    <a:pt x="2594163" y="2125138"/>
                  </a:lnTo>
                  <a:lnTo>
                    <a:pt x="2556967" y="2164725"/>
                  </a:lnTo>
                  <a:cubicBezTo>
                    <a:pt x="2517521" y="2197076"/>
                    <a:pt x="2468404" y="2219964"/>
                    <a:pt x="2411465" y="2228461"/>
                  </a:cubicBezTo>
                  <a:cubicBezTo>
                    <a:pt x="2411465" y="2228461"/>
                    <a:pt x="2411465" y="2228461"/>
                    <a:pt x="341159" y="2537387"/>
                  </a:cubicBezTo>
                  <a:cubicBezTo>
                    <a:pt x="115680" y="2571033"/>
                    <a:pt x="-61868" y="2348579"/>
                    <a:pt x="20527" y="2136195"/>
                  </a:cubicBezTo>
                  <a:cubicBezTo>
                    <a:pt x="20527" y="2136195"/>
                    <a:pt x="20527" y="2136195"/>
                    <a:pt x="789206" y="188126"/>
                  </a:cubicBezTo>
                  <a:cubicBezTo>
                    <a:pt x="842126" y="55174"/>
                    <a:pt x="972291" y="-11145"/>
                    <a:pt x="1096849" y="1533"/>
                  </a:cubicBezTo>
                  <a:close/>
                </a:path>
              </a:pathLst>
            </a:custGeom>
            <a:solidFill>
              <a:srgbClr val="6C92C0">
                <a:alpha val="66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21" name="íş1íḍè">
              <a:extLst>
                <a:ext uri="{FF2B5EF4-FFF2-40B4-BE49-F238E27FC236}">
                  <a16:creationId xmlns:a16="http://schemas.microsoft.com/office/drawing/2014/main" id="{70F43E9F-C1C6-41B3-8440-995964FC6ED1}"/>
                </a:ext>
              </a:extLst>
            </p:cNvPr>
            <p:cNvSpPr/>
            <p:nvPr/>
          </p:nvSpPr>
          <p:spPr>
            <a:xfrm>
              <a:off x="10394558" y="1098972"/>
              <a:ext cx="2455201" cy="3229398"/>
            </a:xfrm>
            <a:custGeom>
              <a:avLst/>
              <a:gdLst>
                <a:gd name="connsiteX0" fmla="*/ 2455201 w 2455201"/>
                <a:gd name="connsiteY0" fmla="*/ 0 h 3229398"/>
                <a:gd name="connsiteX1" fmla="*/ 2455201 w 2455201"/>
                <a:gd name="connsiteY1" fmla="*/ 3229398 h 3229398"/>
                <a:gd name="connsiteX2" fmla="*/ 1689979 w 2455201"/>
                <a:gd name="connsiteY2" fmla="*/ 3229398 h 3229398"/>
                <a:gd name="connsiteX3" fmla="*/ 1422643 w 2455201"/>
                <a:gd name="connsiteY3" fmla="*/ 3097535 h 3229398"/>
                <a:gd name="connsiteX4" fmla="*/ 364836 w 2455201"/>
                <a:gd name="connsiteY4" fmla="*/ 2575771 h 3229398"/>
                <a:gd name="connsiteX5" fmla="*/ 288058 w 2455201"/>
                <a:gd name="connsiteY5" fmla="*/ 1446658 h 3229398"/>
                <a:gd name="connsiteX6" fmla="*/ 2346818 w 2455201"/>
                <a:gd name="connsiteY6" fmla="*/ 72350 h 32293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55201" h="3229398">
                  <a:moveTo>
                    <a:pt x="2455201" y="0"/>
                  </a:moveTo>
                  <a:lnTo>
                    <a:pt x="2455201" y="3229398"/>
                  </a:lnTo>
                  <a:lnTo>
                    <a:pt x="1689979" y="3229398"/>
                  </a:lnTo>
                  <a:lnTo>
                    <a:pt x="1422643" y="3097535"/>
                  </a:lnTo>
                  <a:cubicBezTo>
                    <a:pt x="1104127" y="2940426"/>
                    <a:pt x="752661" y="2767066"/>
                    <a:pt x="364836" y="2575771"/>
                  </a:cubicBezTo>
                  <a:cubicBezTo>
                    <a:pt x="-85706" y="2353540"/>
                    <a:pt x="-127848" y="1727765"/>
                    <a:pt x="288058" y="1446658"/>
                  </a:cubicBezTo>
                  <a:cubicBezTo>
                    <a:pt x="288058" y="1446658"/>
                    <a:pt x="288058" y="1446658"/>
                    <a:pt x="2346818" y="72350"/>
                  </a:cubicBezTo>
                  <a:close/>
                </a:path>
              </a:pathLst>
            </a:custGeom>
            <a:solidFill>
              <a:srgbClr val="48A2A0">
                <a:alpha val="4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grpSp>
      <p:grpSp>
        <p:nvGrpSpPr>
          <p:cNvPr id="22" name="组合 21">
            <a:extLst>
              <a:ext uri="{FF2B5EF4-FFF2-40B4-BE49-F238E27FC236}">
                <a16:creationId xmlns:a16="http://schemas.microsoft.com/office/drawing/2014/main" id="{7871615D-F63D-40FB-BB72-4CA2AE8CCD1A}"/>
              </a:ext>
            </a:extLst>
          </p:cNvPr>
          <p:cNvGrpSpPr/>
          <p:nvPr/>
        </p:nvGrpSpPr>
        <p:grpSpPr>
          <a:xfrm rot="10800000">
            <a:off x="9086997" y="-1443802"/>
            <a:ext cx="3204450" cy="4893654"/>
            <a:chOff x="-15240" y="3375944"/>
            <a:chExt cx="3204450" cy="4893654"/>
          </a:xfrm>
        </p:grpSpPr>
        <p:sp>
          <p:nvSpPr>
            <p:cNvPr id="23" name="íSliḑè">
              <a:extLst>
                <a:ext uri="{FF2B5EF4-FFF2-40B4-BE49-F238E27FC236}">
                  <a16:creationId xmlns:a16="http://schemas.microsoft.com/office/drawing/2014/main" id="{808C23BE-0477-419D-B9C0-38F33EE86ACC}"/>
                </a:ext>
              </a:extLst>
            </p:cNvPr>
            <p:cNvSpPr/>
            <p:nvPr/>
          </p:nvSpPr>
          <p:spPr>
            <a:xfrm>
              <a:off x="-15240" y="3375944"/>
              <a:ext cx="3204450" cy="3482057"/>
            </a:xfrm>
            <a:custGeom>
              <a:avLst/>
              <a:gdLst>
                <a:gd name="connsiteX0" fmla="*/ 0 w 3204450"/>
                <a:gd name="connsiteY0" fmla="*/ 0 h 3482057"/>
                <a:gd name="connsiteX1" fmla="*/ 45983 w 3204450"/>
                <a:gd name="connsiteY1" fmla="*/ 11609 h 3482057"/>
                <a:gd name="connsiteX2" fmla="*/ 334914 w 3204450"/>
                <a:gd name="connsiteY2" fmla="*/ 204539 h 3482057"/>
                <a:gd name="connsiteX3" fmla="*/ 3098684 w 3204450"/>
                <a:gd name="connsiteY3" fmla="*/ 3361253 h 3482057"/>
                <a:gd name="connsiteX4" fmla="*/ 3204450 w 3204450"/>
                <a:gd name="connsiteY4" fmla="*/ 3482057 h 3482057"/>
                <a:gd name="connsiteX5" fmla="*/ 0 w 3204450"/>
                <a:gd name="connsiteY5" fmla="*/ 3482057 h 34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4450" h="3482057">
                  <a:moveTo>
                    <a:pt x="0" y="0"/>
                  </a:moveTo>
                  <a:lnTo>
                    <a:pt x="45983" y="11609"/>
                  </a:lnTo>
                  <a:cubicBezTo>
                    <a:pt x="152616" y="46096"/>
                    <a:pt x="252790" y="109642"/>
                    <a:pt x="334914" y="204539"/>
                  </a:cubicBezTo>
                  <a:cubicBezTo>
                    <a:pt x="334914" y="204539"/>
                    <a:pt x="334914" y="204539"/>
                    <a:pt x="3098684" y="3361253"/>
                  </a:cubicBezTo>
                  <a:lnTo>
                    <a:pt x="3204450" y="3482057"/>
                  </a:lnTo>
                  <a:lnTo>
                    <a:pt x="0" y="3482057"/>
                  </a:lnTo>
                  <a:close/>
                </a:path>
              </a:pathLst>
            </a:custGeom>
            <a:solidFill>
              <a:srgbClr val="6C92C0">
                <a:alpha val="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25" name="íš1ïḋe">
              <a:extLst>
                <a:ext uri="{FF2B5EF4-FFF2-40B4-BE49-F238E27FC236}">
                  <a16:creationId xmlns:a16="http://schemas.microsoft.com/office/drawing/2014/main" id="{C5250F2E-0D2A-4A34-9A6D-F203F37F58F4}"/>
                </a:ext>
              </a:extLst>
            </p:cNvPr>
            <p:cNvSpPr/>
            <p:nvPr/>
          </p:nvSpPr>
          <p:spPr>
            <a:xfrm>
              <a:off x="1" y="3977746"/>
              <a:ext cx="1366989" cy="4291852"/>
            </a:xfrm>
            <a:custGeom>
              <a:avLst/>
              <a:gdLst>
                <a:gd name="connsiteX0" fmla="*/ 899007 w 1366989"/>
                <a:gd name="connsiteY0" fmla="*/ 633 h 4291852"/>
                <a:gd name="connsiteX1" fmla="*/ 1343821 w 1366989"/>
                <a:gd name="connsiteY1" fmla="*/ 639191 h 4291852"/>
                <a:gd name="connsiteX2" fmla="*/ 316803 w 1366989"/>
                <a:gd name="connsiteY2" fmla="*/ 3970163 h 4291852"/>
                <a:gd name="connsiteX3" fmla="*/ 14549 w 1366989"/>
                <a:gd name="connsiteY3" fmla="*/ 4287566 h 4291852"/>
                <a:gd name="connsiteX4" fmla="*/ 0 w 1366989"/>
                <a:gd name="connsiteY4" fmla="*/ 4291852 h 4291852"/>
                <a:gd name="connsiteX5" fmla="*/ 0 w 1366989"/>
                <a:gd name="connsiteY5" fmla="*/ 186094 h 4291852"/>
                <a:gd name="connsiteX6" fmla="*/ 164343 w 1366989"/>
                <a:gd name="connsiteY6" fmla="*/ 148686 h 4291852"/>
                <a:gd name="connsiteX7" fmla="*/ 762612 w 1366989"/>
                <a:gd name="connsiteY7" fmla="*/ 12505 h 4291852"/>
                <a:gd name="connsiteX8" fmla="*/ 899007 w 1366989"/>
                <a:gd name="connsiteY8" fmla="*/ 633 h 4291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6989" h="4291852">
                  <a:moveTo>
                    <a:pt x="899007" y="633"/>
                  </a:moveTo>
                  <a:cubicBezTo>
                    <a:pt x="1208404" y="16359"/>
                    <a:pt x="1443395" y="322717"/>
                    <a:pt x="1343821" y="639191"/>
                  </a:cubicBezTo>
                  <a:cubicBezTo>
                    <a:pt x="1343821" y="639191"/>
                    <a:pt x="1343821" y="639191"/>
                    <a:pt x="316803" y="3970163"/>
                  </a:cubicBezTo>
                  <a:cubicBezTo>
                    <a:pt x="267015" y="4128400"/>
                    <a:pt x="151065" y="4237937"/>
                    <a:pt x="14549" y="4287566"/>
                  </a:cubicBezTo>
                  <a:lnTo>
                    <a:pt x="0" y="4291852"/>
                  </a:lnTo>
                  <a:lnTo>
                    <a:pt x="0" y="186094"/>
                  </a:lnTo>
                  <a:lnTo>
                    <a:pt x="164343" y="148686"/>
                  </a:lnTo>
                  <a:cubicBezTo>
                    <a:pt x="351042" y="106189"/>
                    <a:pt x="550189" y="60858"/>
                    <a:pt x="762612" y="12505"/>
                  </a:cubicBezTo>
                  <a:cubicBezTo>
                    <a:pt x="809090" y="2071"/>
                    <a:pt x="854808" y="-1613"/>
                    <a:pt x="899007" y="633"/>
                  </a:cubicBezTo>
                  <a:close/>
                </a:path>
              </a:pathLst>
            </a:custGeom>
            <a:solidFill>
              <a:srgbClr val="6C92C0">
                <a:alpha val="78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31" name="iṡḻiďè">
              <a:extLst>
                <a:ext uri="{FF2B5EF4-FFF2-40B4-BE49-F238E27FC236}">
                  <a16:creationId xmlns:a16="http://schemas.microsoft.com/office/drawing/2014/main" id="{8E06F526-387D-4656-A3F0-4C64A91E1E6B}"/>
                </a:ext>
              </a:extLst>
            </p:cNvPr>
            <p:cNvSpPr>
              <a:spLocks/>
            </p:cNvSpPr>
            <p:nvPr/>
          </p:nvSpPr>
          <p:spPr bwMode="auto">
            <a:xfrm rot="17341789">
              <a:off x="632431" y="4600824"/>
              <a:ext cx="1191816" cy="103229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38" name="îšľíḍe">
            <a:extLst>
              <a:ext uri="{FF2B5EF4-FFF2-40B4-BE49-F238E27FC236}">
                <a16:creationId xmlns:a16="http://schemas.microsoft.com/office/drawing/2014/main" id="{8594C754-7EED-4C21-9EB1-381401353C17}"/>
              </a:ext>
            </a:extLst>
          </p:cNvPr>
          <p:cNvSpPr txBox="1"/>
          <p:nvPr/>
        </p:nvSpPr>
        <p:spPr>
          <a:xfrm>
            <a:off x="10266231" y="400234"/>
            <a:ext cx="934166" cy="400110"/>
          </a:xfrm>
          <a:prstGeom prst="rect">
            <a:avLst/>
          </a:prstGeom>
          <a:noFill/>
        </p:spPr>
        <p:txBody>
          <a:bodyPr wrap="none" rtlCol="0">
            <a:spAutoFit/>
          </a:bodyPr>
          <a:lstStyle/>
          <a:p>
            <a:r>
              <a:rPr lang="en-US" altLang="zh-CN" sz="2000" b="1" dirty="0">
                <a:solidFill>
                  <a:srgbClr val="6C92C0"/>
                </a:solidFill>
                <a:cs typeface="+mn-ea"/>
                <a:sym typeface="+mn-lt"/>
              </a:rPr>
              <a:t>LOGO</a:t>
            </a:r>
            <a:endParaRPr lang="zh-CN" altLang="en-US" sz="2000" b="1" dirty="0">
              <a:solidFill>
                <a:srgbClr val="48A2A0"/>
              </a:solidFill>
              <a:cs typeface="+mn-ea"/>
              <a:sym typeface="+mn-lt"/>
            </a:endParaRPr>
          </a:p>
        </p:txBody>
      </p:sp>
      <p:sp>
        <p:nvSpPr>
          <p:cNvPr id="39" name="íşḷiḍé">
            <a:extLst>
              <a:ext uri="{FF2B5EF4-FFF2-40B4-BE49-F238E27FC236}">
                <a16:creationId xmlns:a16="http://schemas.microsoft.com/office/drawing/2014/main" id="{3C09972B-57AA-4854-BB5B-0FAB3AD7D446}"/>
              </a:ext>
            </a:extLst>
          </p:cNvPr>
          <p:cNvSpPr/>
          <p:nvPr/>
        </p:nvSpPr>
        <p:spPr>
          <a:xfrm>
            <a:off x="3363903" y="1978118"/>
            <a:ext cx="137703" cy="137703"/>
          </a:xfrm>
          <a:prstGeom prst="ellipse">
            <a:avLst/>
          </a:prstGeom>
          <a:noFill/>
          <a:ln w="38100">
            <a:solidFill>
              <a:srgbClr val="6C92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37" name="iṡḻiďè"/>
          <p:cNvSpPr>
            <a:spLocks/>
          </p:cNvSpPr>
          <p:nvPr/>
        </p:nvSpPr>
        <p:spPr bwMode="auto">
          <a:xfrm rot="17590292">
            <a:off x="2495652" y="2419579"/>
            <a:ext cx="1979382" cy="1714453"/>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6" name="iṡḻiďè"/>
          <p:cNvSpPr>
            <a:spLocks/>
          </p:cNvSpPr>
          <p:nvPr/>
        </p:nvSpPr>
        <p:spPr bwMode="auto">
          <a:xfrm rot="17590292">
            <a:off x="1584123" y="1931786"/>
            <a:ext cx="2288396" cy="1982107"/>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3" name="MH_Others_1"/>
          <p:cNvSpPr txBox="1"/>
          <p:nvPr>
            <p:custDataLst>
              <p:tags r:id="rId1"/>
            </p:custDataLst>
          </p:nvPr>
        </p:nvSpPr>
        <p:spPr>
          <a:xfrm>
            <a:off x="1365369" y="2922840"/>
            <a:ext cx="3955467" cy="847938"/>
          </a:xfrm>
          <a:prstGeom prst="rect">
            <a:avLst/>
          </a:prstGeom>
          <a:noFill/>
        </p:spPr>
        <p:txBody>
          <a:bodyPr wrap="square" rtlCol="0">
            <a:noAutofit/>
          </a:bodyPr>
          <a:lstStyle/>
          <a:p>
            <a:pPr algn="ctr"/>
            <a:r>
              <a:rPr lang="en-US" altLang="zh-CN" sz="4400" b="1" dirty="0">
                <a:solidFill>
                  <a:schemeClr val="bg1"/>
                </a:solidFill>
                <a:effectLst>
                  <a:outerShdw blurRad="38100" dist="38100" dir="2700000" algn="tl">
                    <a:srgbClr val="000000">
                      <a:alpha val="43137"/>
                    </a:srgbClr>
                  </a:outerShdw>
                </a:effectLst>
                <a:cs typeface="+mn-ea"/>
                <a:sym typeface="+mn-lt"/>
              </a:rPr>
              <a:t>PART 04</a:t>
            </a:r>
            <a:endParaRPr lang="zh-CN" altLang="en-US" sz="4400" b="1" dirty="0">
              <a:solidFill>
                <a:schemeClr val="bg1"/>
              </a:solidFill>
              <a:effectLst>
                <a:outerShdw blurRad="38100" dist="38100" dir="2700000" algn="tl">
                  <a:srgbClr val="000000">
                    <a:alpha val="43137"/>
                  </a:srgbClr>
                </a:outerShdw>
              </a:effectLst>
              <a:cs typeface="+mn-ea"/>
              <a:sym typeface="+mn-lt"/>
            </a:endParaRPr>
          </a:p>
        </p:txBody>
      </p:sp>
      <p:sp>
        <p:nvSpPr>
          <p:cNvPr id="34" name="文本框 7"/>
          <p:cNvSpPr txBox="1"/>
          <p:nvPr/>
        </p:nvSpPr>
        <p:spPr>
          <a:xfrm>
            <a:off x="4807716" y="3687616"/>
            <a:ext cx="6318345" cy="618183"/>
          </a:xfrm>
          <a:prstGeom prst="rect">
            <a:avLst/>
          </a:prstGeom>
          <a:noFill/>
        </p:spPr>
        <p:txBody>
          <a:bodyPr wrap="square" rtlCol="0">
            <a:spAutoFit/>
          </a:bodyPr>
          <a:lstStyle/>
          <a:p>
            <a:pPr>
              <a:lnSpc>
                <a:spcPct val="150000"/>
              </a:lnSpc>
            </a:pPr>
            <a:r>
              <a:rPr lang="en-US" altLang="zh-CN" sz="1200" dirty="0">
                <a:cs typeface="+mn-ea"/>
                <a:sym typeface="+mn-lt"/>
              </a:rPr>
              <a:t>Lorem ipsum dolor sit amet kolor that suum at si mement bereh that keu ubat jeurawat bak talak licen Lorem ipsum dolor sit amet kolor that </a:t>
            </a:r>
            <a:r>
              <a:rPr lang="en-US" altLang="zh-CN" sz="1200" dirty="0" err="1">
                <a:cs typeface="+mn-ea"/>
                <a:sym typeface="+mn-lt"/>
              </a:rPr>
              <a:t>suum</a:t>
            </a:r>
            <a:endParaRPr lang="zh-CN" altLang="en-US" sz="1200" dirty="0">
              <a:cs typeface="+mn-ea"/>
              <a:sym typeface="+mn-lt"/>
            </a:endParaRPr>
          </a:p>
        </p:txBody>
      </p:sp>
      <p:sp>
        <p:nvSpPr>
          <p:cNvPr id="35" name="矩形 34"/>
          <p:cNvSpPr/>
          <p:nvPr/>
        </p:nvSpPr>
        <p:spPr>
          <a:xfrm>
            <a:off x="4807716" y="3014426"/>
            <a:ext cx="3185487" cy="646331"/>
          </a:xfrm>
          <a:prstGeom prst="rect">
            <a:avLst/>
          </a:prstGeom>
        </p:spPr>
        <p:txBody>
          <a:bodyPr wrap="none">
            <a:spAutoFit/>
          </a:bodyPr>
          <a:lstStyle/>
          <a:p>
            <a:r>
              <a:rPr lang="zh-CN" altLang="en-US" sz="3600" spc="300" dirty="0">
                <a:solidFill>
                  <a:schemeClr val="tx1">
                    <a:lumMod val="65000"/>
                    <a:lumOff val="35000"/>
                  </a:schemeClr>
                </a:solidFill>
                <a:cs typeface="+mn-ea"/>
                <a:sym typeface="+mn-lt"/>
              </a:rPr>
              <a:t>后续</a:t>
            </a:r>
            <a:r>
              <a:rPr lang="zh-CN" altLang="en-US" sz="3600" spc="300" dirty="0">
                <a:solidFill>
                  <a:srgbClr val="436B9B"/>
                </a:solidFill>
                <a:cs typeface="+mn-ea"/>
                <a:sym typeface="+mn-lt"/>
              </a:rPr>
              <a:t>工作计划</a:t>
            </a:r>
          </a:p>
        </p:txBody>
      </p:sp>
    </p:spTree>
    <p:extLst>
      <p:ext uri="{BB962C8B-B14F-4D97-AF65-F5344CB8AC3E}">
        <p14:creationId xmlns:p14="http://schemas.microsoft.com/office/powerpoint/2010/main" val="2080910664"/>
      </p:ext>
    </p:extLst>
  </p:cSld>
  <p:clrMapOvr>
    <a:masterClrMapping/>
  </p:clrMapOvr>
  <mc:AlternateContent xmlns:mc="http://schemas.openxmlformats.org/markup-compatibility/2006" xmlns:p14="http://schemas.microsoft.com/office/powerpoint/2010/main">
    <mc:Choice Requires="p14">
      <p:transition spd="slow" p14:dur="1500" advTm="3000">
        <p:split orient="vert"/>
      </p:transition>
    </mc:Choice>
    <mc:Fallback xmlns="">
      <p:transition spd="slow" advTm="3000">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grpId="0" nodeType="with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p:cTn id="7" dur="1000" fill="hold"/>
                                        <p:tgtEl>
                                          <p:spTgt spid="37"/>
                                        </p:tgtEl>
                                        <p:attrNameLst>
                                          <p:attrName>ppt_w</p:attrName>
                                        </p:attrNameLst>
                                      </p:cBhvr>
                                      <p:tavLst>
                                        <p:tav tm="0">
                                          <p:val>
                                            <p:fltVal val="0"/>
                                          </p:val>
                                        </p:tav>
                                        <p:tav tm="100000">
                                          <p:val>
                                            <p:strVal val="#ppt_w"/>
                                          </p:val>
                                        </p:tav>
                                      </p:tavLst>
                                    </p:anim>
                                    <p:anim calcmode="lin" valueType="num">
                                      <p:cBhvr>
                                        <p:cTn id="8" dur="1000" fill="hold"/>
                                        <p:tgtEl>
                                          <p:spTgt spid="37"/>
                                        </p:tgtEl>
                                        <p:attrNameLst>
                                          <p:attrName>ppt_h</p:attrName>
                                        </p:attrNameLst>
                                      </p:cBhvr>
                                      <p:tavLst>
                                        <p:tav tm="0">
                                          <p:val>
                                            <p:fltVal val="0"/>
                                          </p:val>
                                        </p:tav>
                                        <p:tav tm="100000">
                                          <p:val>
                                            <p:strVal val="#ppt_h"/>
                                          </p:val>
                                        </p:tav>
                                      </p:tavLst>
                                    </p:anim>
                                    <p:anim calcmode="lin" valueType="num">
                                      <p:cBhvr>
                                        <p:cTn id="9" dur="1000" fill="hold"/>
                                        <p:tgtEl>
                                          <p:spTgt spid="37"/>
                                        </p:tgtEl>
                                        <p:attrNameLst>
                                          <p:attrName>style.rotation</p:attrName>
                                        </p:attrNameLst>
                                      </p:cBhvr>
                                      <p:tavLst>
                                        <p:tav tm="0">
                                          <p:val>
                                            <p:fltVal val="90"/>
                                          </p:val>
                                        </p:tav>
                                        <p:tav tm="100000">
                                          <p:val>
                                            <p:fltVal val="0"/>
                                          </p:val>
                                        </p:tav>
                                      </p:tavLst>
                                    </p:anim>
                                    <p:animEffect transition="in" filter="fade">
                                      <p:cBhvr>
                                        <p:cTn id="10" dur="1000"/>
                                        <p:tgtEl>
                                          <p:spTgt spid="37"/>
                                        </p:tgtEl>
                                      </p:cBhvr>
                                    </p:animEffect>
                                  </p:childTnLst>
                                </p:cTn>
                              </p:par>
                              <p:par>
                                <p:cTn id="11" presetID="3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anim calcmode="lin" valueType="num">
                                      <p:cBhvr>
                                        <p:cTn id="13" dur="1000" fill="hold"/>
                                        <p:tgtEl>
                                          <p:spTgt spid="36"/>
                                        </p:tgtEl>
                                        <p:attrNameLst>
                                          <p:attrName>ppt_w</p:attrName>
                                        </p:attrNameLst>
                                      </p:cBhvr>
                                      <p:tavLst>
                                        <p:tav tm="0">
                                          <p:val>
                                            <p:fltVal val="0"/>
                                          </p:val>
                                        </p:tav>
                                        <p:tav tm="100000">
                                          <p:val>
                                            <p:strVal val="#ppt_w"/>
                                          </p:val>
                                        </p:tav>
                                      </p:tavLst>
                                    </p:anim>
                                    <p:anim calcmode="lin" valueType="num">
                                      <p:cBhvr>
                                        <p:cTn id="14" dur="1000" fill="hold"/>
                                        <p:tgtEl>
                                          <p:spTgt spid="36"/>
                                        </p:tgtEl>
                                        <p:attrNameLst>
                                          <p:attrName>ppt_h</p:attrName>
                                        </p:attrNameLst>
                                      </p:cBhvr>
                                      <p:tavLst>
                                        <p:tav tm="0">
                                          <p:val>
                                            <p:fltVal val="0"/>
                                          </p:val>
                                        </p:tav>
                                        <p:tav tm="100000">
                                          <p:val>
                                            <p:strVal val="#ppt_h"/>
                                          </p:val>
                                        </p:tav>
                                      </p:tavLst>
                                    </p:anim>
                                    <p:anim calcmode="lin" valueType="num">
                                      <p:cBhvr>
                                        <p:cTn id="15" dur="1000" fill="hold"/>
                                        <p:tgtEl>
                                          <p:spTgt spid="36"/>
                                        </p:tgtEl>
                                        <p:attrNameLst>
                                          <p:attrName>style.rotation</p:attrName>
                                        </p:attrNameLst>
                                      </p:cBhvr>
                                      <p:tavLst>
                                        <p:tav tm="0">
                                          <p:val>
                                            <p:fltVal val="90"/>
                                          </p:val>
                                        </p:tav>
                                        <p:tav tm="100000">
                                          <p:val>
                                            <p:fltVal val="0"/>
                                          </p:val>
                                        </p:tav>
                                      </p:tavLst>
                                    </p:anim>
                                    <p:animEffect transition="in" filter="fade">
                                      <p:cBhvr>
                                        <p:cTn id="16" dur="1000"/>
                                        <p:tgtEl>
                                          <p:spTgt spid="36"/>
                                        </p:tgtEl>
                                      </p:cBhvr>
                                    </p:animEffect>
                                  </p:childTnLst>
                                </p:cTn>
                              </p:par>
                              <p:par>
                                <p:cTn id="17" presetID="3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anim calcmode="lin" valueType="num">
                                      <p:cBhvr>
                                        <p:cTn id="19" dur="1000" fill="hold"/>
                                        <p:tgtEl>
                                          <p:spTgt spid="33"/>
                                        </p:tgtEl>
                                        <p:attrNameLst>
                                          <p:attrName>ppt_w</p:attrName>
                                        </p:attrNameLst>
                                      </p:cBhvr>
                                      <p:tavLst>
                                        <p:tav tm="0">
                                          <p:val>
                                            <p:fltVal val="0"/>
                                          </p:val>
                                        </p:tav>
                                        <p:tav tm="100000">
                                          <p:val>
                                            <p:strVal val="#ppt_w"/>
                                          </p:val>
                                        </p:tav>
                                      </p:tavLst>
                                    </p:anim>
                                    <p:anim calcmode="lin" valueType="num">
                                      <p:cBhvr>
                                        <p:cTn id="20" dur="1000" fill="hold"/>
                                        <p:tgtEl>
                                          <p:spTgt spid="33"/>
                                        </p:tgtEl>
                                        <p:attrNameLst>
                                          <p:attrName>ppt_h</p:attrName>
                                        </p:attrNameLst>
                                      </p:cBhvr>
                                      <p:tavLst>
                                        <p:tav tm="0">
                                          <p:val>
                                            <p:fltVal val="0"/>
                                          </p:val>
                                        </p:tav>
                                        <p:tav tm="100000">
                                          <p:val>
                                            <p:strVal val="#ppt_h"/>
                                          </p:val>
                                        </p:tav>
                                      </p:tavLst>
                                    </p:anim>
                                    <p:anim calcmode="lin" valueType="num">
                                      <p:cBhvr>
                                        <p:cTn id="21" dur="1000" fill="hold"/>
                                        <p:tgtEl>
                                          <p:spTgt spid="33"/>
                                        </p:tgtEl>
                                        <p:attrNameLst>
                                          <p:attrName>style.rotation</p:attrName>
                                        </p:attrNameLst>
                                      </p:cBhvr>
                                      <p:tavLst>
                                        <p:tav tm="0">
                                          <p:val>
                                            <p:fltVal val="90"/>
                                          </p:val>
                                        </p:tav>
                                        <p:tav tm="100000">
                                          <p:val>
                                            <p:fltVal val="0"/>
                                          </p:val>
                                        </p:tav>
                                      </p:tavLst>
                                    </p:anim>
                                    <p:animEffect transition="in" filter="fade">
                                      <p:cBhvr>
                                        <p:cTn id="22" dur="1000"/>
                                        <p:tgtEl>
                                          <p:spTgt spid="33"/>
                                        </p:tgtEl>
                                      </p:cBhvr>
                                    </p:animEffect>
                                  </p:childTnLst>
                                </p:cTn>
                              </p:par>
                            </p:childTnLst>
                          </p:cTn>
                        </p:par>
                        <p:par>
                          <p:cTn id="23" fill="hold">
                            <p:stCondLst>
                              <p:cond delay="1000"/>
                            </p:stCondLst>
                            <p:childTnLst>
                              <p:par>
                                <p:cTn id="24" presetID="41" presetClass="entr" presetSubtype="0" fill="hold" grpId="0" nodeType="afterEffect">
                                  <p:stCondLst>
                                    <p:cond delay="0"/>
                                  </p:stCondLst>
                                  <p:iterate type="lt">
                                    <p:tmPct val="10000"/>
                                  </p:iterate>
                                  <p:childTnLst>
                                    <p:set>
                                      <p:cBhvr>
                                        <p:cTn id="25" dur="1" fill="hold">
                                          <p:stCondLst>
                                            <p:cond delay="0"/>
                                          </p:stCondLst>
                                        </p:cTn>
                                        <p:tgtEl>
                                          <p:spTgt spid="35"/>
                                        </p:tgtEl>
                                        <p:attrNameLst>
                                          <p:attrName>style.visibility</p:attrName>
                                        </p:attrNameLst>
                                      </p:cBhvr>
                                      <p:to>
                                        <p:strVal val="visible"/>
                                      </p:to>
                                    </p:set>
                                    <p:anim calcmode="lin" valueType="num">
                                      <p:cBhvr>
                                        <p:cTn id="26" dur="500" fill="hold"/>
                                        <p:tgtEl>
                                          <p:spTgt spid="35"/>
                                        </p:tgtEl>
                                        <p:attrNameLst>
                                          <p:attrName>ppt_x</p:attrName>
                                        </p:attrNameLst>
                                      </p:cBhvr>
                                      <p:tavLst>
                                        <p:tav tm="0">
                                          <p:val>
                                            <p:strVal val="#ppt_x"/>
                                          </p:val>
                                        </p:tav>
                                        <p:tav tm="50000">
                                          <p:val>
                                            <p:strVal val="#ppt_x+.1"/>
                                          </p:val>
                                        </p:tav>
                                        <p:tav tm="100000">
                                          <p:val>
                                            <p:strVal val="#ppt_x"/>
                                          </p:val>
                                        </p:tav>
                                      </p:tavLst>
                                    </p:anim>
                                    <p:anim calcmode="lin" valueType="num">
                                      <p:cBhvr>
                                        <p:cTn id="27" dur="500" fill="hold"/>
                                        <p:tgtEl>
                                          <p:spTgt spid="35"/>
                                        </p:tgtEl>
                                        <p:attrNameLst>
                                          <p:attrName>ppt_y</p:attrName>
                                        </p:attrNameLst>
                                      </p:cBhvr>
                                      <p:tavLst>
                                        <p:tav tm="0">
                                          <p:val>
                                            <p:strVal val="#ppt_y"/>
                                          </p:val>
                                        </p:tav>
                                        <p:tav tm="100000">
                                          <p:val>
                                            <p:strVal val="#ppt_y"/>
                                          </p:val>
                                        </p:tav>
                                      </p:tavLst>
                                    </p:anim>
                                    <p:anim calcmode="lin" valueType="num">
                                      <p:cBhvr>
                                        <p:cTn id="28" dur="500" fill="hold"/>
                                        <p:tgtEl>
                                          <p:spTgt spid="35"/>
                                        </p:tgtEl>
                                        <p:attrNameLst>
                                          <p:attrName>ppt_h</p:attrName>
                                        </p:attrNameLst>
                                      </p:cBhvr>
                                      <p:tavLst>
                                        <p:tav tm="0">
                                          <p:val>
                                            <p:strVal val="#ppt_h/10"/>
                                          </p:val>
                                        </p:tav>
                                        <p:tav tm="50000">
                                          <p:val>
                                            <p:strVal val="#ppt_h+.01"/>
                                          </p:val>
                                        </p:tav>
                                        <p:tav tm="100000">
                                          <p:val>
                                            <p:strVal val="#ppt_h"/>
                                          </p:val>
                                        </p:tav>
                                      </p:tavLst>
                                    </p:anim>
                                    <p:anim calcmode="lin" valueType="num">
                                      <p:cBhvr>
                                        <p:cTn id="29" dur="500" fill="hold"/>
                                        <p:tgtEl>
                                          <p:spTgt spid="35"/>
                                        </p:tgtEl>
                                        <p:attrNameLst>
                                          <p:attrName>ppt_w</p:attrName>
                                        </p:attrNameLst>
                                      </p:cBhvr>
                                      <p:tavLst>
                                        <p:tav tm="0">
                                          <p:val>
                                            <p:strVal val="#ppt_w/10"/>
                                          </p:val>
                                        </p:tav>
                                        <p:tav tm="50000">
                                          <p:val>
                                            <p:strVal val="#ppt_w+.01"/>
                                          </p:val>
                                        </p:tav>
                                        <p:tav tm="100000">
                                          <p:val>
                                            <p:strVal val="#ppt_w"/>
                                          </p:val>
                                        </p:tav>
                                      </p:tavLst>
                                    </p:anim>
                                    <p:animEffect transition="in" filter="fade">
                                      <p:cBhvr>
                                        <p:cTn id="30" dur="500" tmFilter="0,0; .5, 1; 1, 1"/>
                                        <p:tgtEl>
                                          <p:spTgt spid="35"/>
                                        </p:tgtEl>
                                      </p:cBhvr>
                                    </p:animEffect>
                                  </p:childTnLst>
                                </p:cTn>
                              </p:par>
                            </p:childTnLst>
                          </p:cTn>
                        </p:par>
                        <p:par>
                          <p:cTn id="31" fill="hold">
                            <p:stCondLst>
                              <p:cond delay="1750"/>
                            </p:stCondLst>
                            <p:childTnLst>
                              <p:par>
                                <p:cTn id="32" presetID="22" presetClass="entr" presetSubtype="8" fill="hold" grpId="0"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500"/>
                                        <p:tgtEl>
                                          <p:spTgt spid="34"/>
                                        </p:tgtEl>
                                      </p:cBhvr>
                                    </p:animEffect>
                                  </p:childTnLst>
                                </p:cTn>
                              </p:par>
                            </p:childTnLst>
                          </p:cTn>
                        </p:par>
                        <p:par>
                          <p:cTn id="35" fill="hold">
                            <p:stCondLst>
                              <p:cond delay="2250"/>
                            </p:stCondLst>
                            <p:childTnLst>
                              <p:par>
                                <p:cTn id="36" presetID="10" presetClass="entr" presetSubtype="0" fill="hold" grpId="0" nodeType="afterEffect">
                                  <p:stCondLst>
                                    <p:cond delay="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500"/>
                                        <p:tgtEl>
                                          <p:spTgt spid="3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6" presetClass="entr" presetSubtype="32" fill="hold" grpId="0" nodeType="withEffect">
                                  <p:stCondLst>
                                    <p:cond delay="0"/>
                                  </p:stCondLst>
                                  <p:childTnLst>
                                    <p:set>
                                      <p:cBhvr>
                                        <p:cTn id="43" dur="1" fill="hold">
                                          <p:stCondLst>
                                            <p:cond delay="0"/>
                                          </p:stCondLst>
                                        </p:cTn>
                                        <p:tgtEl>
                                          <p:spTgt spid="39"/>
                                        </p:tgtEl>
                                        <p:attrNameLst>
                                          <p:attrName>style.visibility</p:attrName>
                                        </p:attrNameLst>
                                      </p:cBhvr>
                                      <p:to>
                                        <p:strVal val="visible"/>
                                      </p:to>
                                    </p:set>
                                    <p:animEffect transition="in" filter="circle(out)">
                                      <p:cBhvr>
                                        <p:cTn id="44"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8" grpId="0"/>
      <p:bldP spid="39" grpId="0" animBg="1"/>
      <p:bldP spid="37" grpId="0" animBg="1"/>
      <p:bldP spid="36" grpId="0" animBg="1"/>
      <p:bldP spid="33" grpId="0"/>
      <p:bldP spid="34" grpId="0"/>
      <p:bldP spid="3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22"/>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24" name="矩形 23"/>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25" name="组合 24"/>
          <p:cNvGrpSpPr/>
          <p:nvPr/>
        </p:nvGrpSpPr>
        <p:grpSpPr>
          <a:xfrm rot="10800000">
            <a:off x="0" y="304408"/>
            <a:ext cx="1010103" cy="857396"/>
            <a:chOff x="-39567" y="0"/>
            <a:chExt cx="1677745" cy="1424104"/>
          </a:xfrm>
        </p:grpSpPr>
        <p:sp>
          <p:nvSpPr>
            <p:cNvPr id="26"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27"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cxnSp>
        <p:nvCxnSpPr>
          <p:cNvPr id="28" name="直接连接符 27">
            <a:extLst>
              <a:ext uri="{FF2B5EF4-FFF2-40B4-BE49-F238E27FC236}">
                <a16:creationId xmlns:a16="http://schemas.microsoft.com/office/drawing/2014/main" id="{F41D8D69-95DE-478A-BC71-CF9F8FA243C7}"/>
              </a:ext>
            </a:extLst>
          </p:cNvPr>
          <p:cNvCxnSpPr/>
          <p:nvPr/>
        </p:nvCxnSpPr>
        <p:spPr>
          <a:xfrm>
            <a:off x="2479756" y="3694101"/>
            <a:ext cx="0" cy="902029"/>
          </a:xfrm>
          <a:prstGeom prst="line">
            <a:avLst/>
          </a:prstGeom>
          <a:ln>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D7E1799F-76F2-4E6A-B4BA-E46DBCEB1EB7}"/>
              </a:ext>
            </a:extLst>
          </p:cNvPr>
          <p:cNvCxnSpPr/>
          <p:nvPr/>
        </p:nvCxnSpPr>
        <p:spPr>
          <a:xfrm>
            <a:off x="7058486" y="3694101"/>
            <a:ext cx="0" cy="902029"/>
          </a:xfrm>
          <a:prstGeom prst="line">
            <a:avLst/>
          </a:prstGeom>
          <a:ln>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49BA4DEA-00C5-4965-BF3A-58BF7CEFF27E}"/>
              </a:ext>
            </a:extLst>
          </p:cNvPr>
          <p:cNvCxnSpPr/>
          <p:nvPr/>
        </p:nvCxnSpPr>
        <p:spPr>
          <a:xfrm>
            <a:off x="4769121" y="2722391"/>
            <a:ext cx="0" cy="902029"/>
          </a:xfrm>
          <a:prstGeom prst="line">
            <a:avLst/>
          </a:prstGeom>
          <a:ln>
            <a:solidFill>
              <a:schemeClr val="accent2"/>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98A0A9A-BDBE-4018-BAE0-10A3ACFBEA5B}"/>
              </a:ext>
            </a:extLst>
          </p:cNvPr>
          <p:cNvCxnSpPr/>
          <p:nvPr/>
        </p:nvCxnSpPr>
        <p:spPr>
          <a:xfrm>
            <a:off x="9347851" y="2722391"/>
            <a:ext cx="0" cy="902029"/>
          </a:xfrm>
          <a:prstGeom prst="line">
            <a:avLst/>
          </a:prstGeom>
          <a:ln>
            <a:solidFill>
              <a:schemeClr val="accent2"/>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0C6D3B5C-1D50-43EC-89D8-D66F66833652}"/>
              </a:ext>
            </a:extLst>
          </p:cNvPr>
          <p:cNvCxnSpPr/>
          <p:nvPr/>
        </p:nvCxnSpPr>
        <p:spPr>
          <a:xfrm>
            <a:off x="1011555" y="3700145"/>
            <a:ext cx="10033635"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3" name="椭圆 32">
            <a:extLst>
              <a:ext uri="{FF2B5EF4-FFF2-40B4-BE49-F238E27FC236}">
                <a16:creationId xmlns:a16="http://schemas.microsoft.com/office/drawing/2014/main" id="{DF6827B8-84BF-4E30-86B2-7FEC0409C0B0}"/>
              </a:ext>
            </a:extLst>
          </p:cNvPr>
          <p:cNvSpPr/>
          <p:nvPr/>
        </p:nvSpPr>
        <p:spPr>
          <a:xfrm>
            <a:off x="2284498" y="3498844"/>
            <a:ext cx="390517" cy="39051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cs typeface="+mn-ea"/>
                <a:sym typeface="+mn-lt"/>
              </a:rPr>
              <a:t>1</a:t>
            </a:r>
          </a:p>
        </p:txBody>
      </p:sp>
      <p:sp>
        <p:nvSpPr>
          <p:cNvPr id="34" name="椭圆 33">
            <a:extLst>
              <a:ext uri="{FF2B5EF4-FFF2-40B4-BE49-F238E27FC236}">
                <a16:creationId xmlns:a16="http://schemas.microsoft.com/office/drawing/2014/main" id="{B75A3FC3-8D32-47A5-AC9F-2AA8C61E7D87}"/>
              </a:ext>
            </a:extLst>
          </p:cNvPr>
          <p:cNvSpPr/>
          <p:nvPr/>
        </p:nvSpPr>
        <p:spPr>
          <a:xfrm>
            <a:off x="4573863" y="3498843"/>
            <a:ext cx="390517" cy="390517"/>
          </a:xfrm>
          <a:prstGeom prst="ellipse">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cs typeface="+mn-ea"/>
                <a:sym typeface="+mn-lt"/>
              </a:rPr>
              <a:t>2</a:t>
            </a:r>
          </a:p>
        </p:txBody>
      </p:sp>
      <p:sp>
        <p:nvSpPr>
          <p:cNvPr id="35" name="椭圆 34">
            <a:extLst>
              <a:ext uri="{FF2B5EF4-FFF2-40B4-BE49-F238E27FC236}">
                <a16:creationId xmlns:a16="http://schemas.microsoft.com/office/drawing/2014/main" id="{8B1F5933-0098-4812-A4D1-216ACBF4C856}"/>
              </a:ext>
            </a:extLst>
          </p:cNvPr>
          <p:cNvSpPr/>
          <p:nvPr/>
        </p:nvSpPr>
        <p:spPr>
          <a:xfrm>
            <a:off x="6863228" y="3498843"/>
            <a:ext cx="390517" cy="390517"/>
          </a:xfrm>
          <a:prstGeom prst="ellipse">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cs typeface="+mn-ea"/>
                <a:sym typeface="+mn-lt"/>
              </a:rPr>
              <a:t>3</a:t>
            </a:r>
          </a:p>
        </p:txBody>
      </p:sp>
      <p:sp>
        <p:nvSpPr>
          <p:cNvPr id="36" name="椭圆 35">
            <a:extLst>
              <a:ext uri="{FF2B5EF4-FFF2-40B4-BE49-F238E27FC236}">
                <a16:creationId xmlns:a16="http://schemas.microsoft.com/office/drawing/2014/main" id="{636780C7-60B0-4978-AF9A-FB7722381A88}"/>
              </a:ext>
            </a:extLst>
          </p:cNvPr>
          <p:cNvSpPr/>
          <p:nvPr/>
        </p:nvSpPr>
        <p:spPr>
          <a:xfrm>
            <a:off x="9152593" y="3529875"/>
            <a:ext cx="390517" cy="390517"/>
          </a:xfrm>
          <a:prstGeom prst="ellipse">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cs typeface="+mn-ea"/>
                <a:sym typeface="+mn-lt"/>
              </a:rPr>
              <a:t>4</a:t>
            </a:r>
          </a:p>
        </p:txBody>
      </p:sp>
      <p:sp>
        <p:nvSpPr>
          <p:cNvPr id="37" name="椭圆 36">
            <a:extLst>
              <a:ext uri="{FF2B5EF4-FFF2-40B4-BE49-F238E27FC236}">
                <a16:creationId xmlns:a16="http://schemas.microsoft.com/office/drawing/2014/main" id="{B5356BFD-CBB1-49FA-8B5A-8C858F87C7A5}"/>
              </a:ext>
            </a:extLst>
          </p:cNvPr>
          <p:cNvSpPr/>
          <p:nvPr/>
        </p:nvSpPr>
        <p:spPr>
          <a:xfrm>
            <a:off x="2110105" y="4827270"/>
            <a:ext cx="738505" cy="738505"/>
          </a:xfrm>
          <a:prstGeom prst="ellips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lumMod val="65000"/>
                  <a:lumOff val="35000"/>
                </a:schemeClr>
              </a:solidFill>
              <a:cs typeface="+mn-ea"/>
              <a:sym typeface="+mn-lt"/>
            </a:endParaRPr>
          </a:p>
        </p:txBody>
      </p:sp>
      <p:sp>
        <p:nvSpPr>
          <p:cNvPr id="38" name="椭圆 37">
            <a:extLst>
              <a:ext uri="{FF2B5EF4-FFF2-40B4-BE49-F238E27FC236}">
                <a16:creationId xmlns:a16="http://schemas.microsoft.com/office/drawing/2014/main" id="{BFF25E2E-4A20-4430-AC72-04205E5883A2}"/>
              </a:ext>
            </a:extLst>
          </p:cNvPr>
          <p:cNvSpPr/>
          <p:nvPr/>
        </p:nvSpPr>
        <p:spPr>
          <a:xfrm>
            <a:off x="4399280" y="1806575"/>
            <a:ext cx="738505" cy="738505"/>
          </a:xfrm>
          <a:prstGeom prst="ellipse">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lumMod val="65000"/>
                  <a:lumOff val="35000"/>
                </a:schemeClr>
              </a:solidFill>
              <a:cs typeface="+mn-ea"/>
              <a:sym typeface="+mn-lt"/>
            </a:endParaRPr>
          </a:p>
        </p:txBody>
      </p:sp>
      <p:sp>
        <p:nvSpPr>
          <p:cNvPr id="39" name="椭圆 38">
            <a:extLst>
              <a:ext uri="{FF2B5EF4-FFF2-40B4-BE49-F238E27FC236}">
                <a16:creationId xmlns:a16="http://schemas.microsoft.com/office/drawing/2014/main" id="{686BA419-9BAB-41B5-A143-4DFC4F66E63E}"/>
              </a:ext>
            </a:extLst>
          </p:cNvPr>
          <p:cNvSpPr/>
          <p:nvPr/>
        </p:nvSpPr>
        <p:spPr>
          <a:xfrm>
            <a:off x="8978265" y="1807210"/>
            <a:ext cx="738505" cy="738505"/>
          </a:xfrm>
          <a:prstGeom prst="ellipse">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dirty="0">
              <a:solidFill>
                <a:schemeClr val="tx1">
                  <a:lumMod val="65000"/>
                  <a:lumOff val="35000"/>
                </a:schemeClr>
              </a:solidFill>
              <a:cs typeface="+mn-ea"/>
              <a:sym typeface="+mn-lt"/>
            </a:endParaRPr>
          </a:p>
        </p:txBody>
      </p:sp>
      <p:sp>
        <p:nvSpPr>
          <p:cNvPr id="40" name="椭圆 39">
            <a:extLst>
              <a:ext uri="{FF2B5EF4-FFF2-40B4-BE49-F238E27FC236}">
                <a16:creationId xmlns:a16="http://schemas.microsoft.com/office/drawing/2014/main" id="{117545C3-E1BB-4DFB-A4C2-519AEF884A76}"/>
              </a:ext>
            </a:extLst>
          </p:cNvPr>
          <p:cNvSpPr/>
          <p:nvPr/>
        </p:nvSpPr>
        <p:spPr>
          <a:xfrm>
            <a:off x="6717030" y="4827270"/>
            <a:ext cx="738505" cy="738505"/>
          </a:xfrm>
          <a:prstGeom prst="ellips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lumMod val="65000"/>
                  <a:lumOff val="35000"/>
                </a:schemeClr>
              </a:solidFill>
              <a:cs typeface="+mn-ea"/>
              <a:sym typeface="+mn-lt"/>
            </a:endParaRPr>
          </a:p>
        </p:txBody>
      </p:sp>
      <p:grpSp>
        <p:nvGrpSpPr>
          <p:cNvPr id="41" name="组合 40">
            <a:extLst>
              <a:ext uri="{FF2B5EF4-FFF2-40B4-BE49-F238E27FC236}">
                <a16:creationId xmlns:a16="http://schemas.microsoft.com/office/drawing/2014/main" id="{A11B861F-02AC-403E-913F-BB15E3D6A051}"/>
              </a:ext>
            </a:extLst>
          </p:cNvPr>
          <p:cNvGrpSpPr/>
          <p:nvPr/>
        </p:nvGrpSpPr>
        <p:grpSpPr>
          <a:xfrm>
            <a:off x="2270125" y="5028568"/>
            <a:ext cx="368300" cy="336598"/>
            <a:chOff x="8415" y="6739"/>
            <a:chExt cx="560" cy="493"/>
          </a:xfrm>
          <a:solidFill>
            <a:srgbClr val="669C78"/>
          </a:solidFill>
        </p:grpSpPr>
        <p:sp>
          <p:nvSpPr>
            <p:cNvPr id="42" name="Freeform14">
              <a:extLst>
                <a:ext uri="{FF2B5EF4-FFF2-40B4-BE49-F238E27FC236}">
                  <a16:creationId xmlns:a16="http://schemas.microsoft.com/office/drawing/2014/main" id="{40AE94DE-25D1-4917-8728-E47980A80993}"/>
                </a:ext>
              </a:extLst>
            </p:cNvPr>
            <p:cNvSpPr/>
            <p:nvPr/>
          </p:nvSpPr>
          <p:spPr bwMode="auto">
            <a:xfrm>
              <a:off x="8466" y="6761"/>
              <a:ext cx="209" cy="450"/>
            </a:xfrm>
            <a:custGeom>
              <a:avLst/>
              <a:gdLst>
                <a:gd name="T0" fmla="*/ 52 w 59"/>
                <a:gd name="T1" fmla="*/ 5 h 126"/>
                <a:gd name="T2" fmla="*/ 9 w 59"/>
                <a:gd name="T3" fmla="*/ 38 h 126"/>
                <a:gd name="T4" fmla="*/ 0 w 59"/>
                <a:gd name="T5" fmla="*/ 39 h 126"/>
                <a:gd name="T6" fmla="*/ 0 w 59"/>
                <a:gd name="T7" fmla="*/ 86 h 126"/>
                <a:gd name="T8" fmla="*/ 9 w 59"/>
                <a:gd name="T9" fmla="*/ 88 h 126"/>
                <a:gd name="T10" fmla="*/ 51 w 59"/>
                <a:gd name="T11" fmla="*/ 119 h 126"/>
                <a:gd name="T12" fmla="*/ 59 w 59"/>
                <a:gd name="T13" fmla="*/ 119 h 126"/>
                <a:gd name="T14" fmla="*/ 59 w 59"/>
                <a:gd name="T15" fmla="*/ 5 h 126"/>
                <a:gd name="T16" fmla="*/ 52 w 59"/>
                <a:gd name="T17" fmla="*/ 5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9" h="126">
                  <a:moveTo>
                    <a:pt x="52" y="5"/>
                  </a:moveTo>
                  <a:cubicBezTo>
                    <a:pt x="9" y="38"/>
                    <a:pt x="9" y="38"/>
                    <a:pt x="9" y="38"/>
                  </a:cubicBezTo>
                  <a:cubicBezTo>
                    <a:pt x="9" y="38"/>
                    <a:pt x="5" y="38"/>
                    <a:pt x="0" y="39"/>
                  </a:cubicBezTo>
                  <a:cubicBezTo>
                    <a:pt x="0" y="86"/>
                    <a:pt x="0" y="86"/>
                    <a:pt x="0" y="86"/>
                  </a:cubicBezTo>
                  <a:cubicBezTo>
                    <a:pt x="5" y="87"/>
                    <a:pt x="9" y="88"/>
                    <a:pt x="9" y="88"/>
                  </a:cubicBezTo>
                  <a:cubicBezTo>
                    <a:pt x="51" y="119"/>
                    <a:pt x="51" y="119"/>
                    <a:pt x="51" y="119"/>
                  </a:cubicBezTo>
                  <a:cubicBezTo>
                    <a:pt x="51" y="119"/>
                    <a:pt x="59" y="126"/>
                    <a:pt x="59" y="119"/>
                  </a:cubicBezTo>
                  <a:cubicBezTo>
                    <a:pt x="59" y="112"/>
                    <a:pt x="59" y="11"/>
                    <a:pt x="59" y="5"/>
                  </a:cubicBezTo>
                  <a:cubicBezTo>
                    <a:pt x="59" y="0"/>
                    <a:pt x="52" y="5"/>
                    <a:pt x="52" y="5"/>
                  </a:cubicBezTo>
                  <a:close/>
                </a:path>
              </a:pathLst>
            </a:custGeom>
            <a:solidFill>
              <a:schemeClr val="accent1"/>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chemeClr val="tx1">
                    <a:lumMod val="65000"/>
                    <a:lumOff val="35000"/>
                  </a:schemeClr>
                </a:solidFill>
                <a:effectLst/>
                <a:uLnTx/>
                <a:uFillTx/>
                <a:cs typeface="+mn-ea"/>
                <a:sym typeface="+mn-lt"/>
              </a:endParaRPr>
            </a:p>
          </p:txBody>
        </p:sp>
        <p:sp>
          <p:nvSpPr>
            <p:cNvPr id="43" name="Freeform15">
              <a:extLst>
                <a:ext uri="{FF2B5EF4-FFF2-40B4-BE49-F238E27FC236}">
                  <a16:creationId xmlns:a16="http://schemas.microsoft.com/office/drawing/2014/main" id="{10B48D1D-7C22-42CC-BA01-40404ED68BC0}"/>
                </a:ext>
              </a:extLst>
            </p:cNvPr>
            <p:cNvSpPr/>
            <p:nvPr/>
          </p:nvSpPr>
          <p:spPr bwMode="auto">
            <a:xfrm>
              <a:off x="8415" y="6908"/>
              <a:ext cx="29" cy="158"/>
            </a:xfrm>
            <a:custGeom>
              <a:avLst/>
              <a:gdLst>
                <a:gd name="T0" fmla="*/ 0 w 8"/>
                <a:gd name="T1" fmla="*/ 8 h 44"/>
                <a:gd name="T2" fmla="*/ 0 w 8"/>
                <a:gd name="T3" fmla="*/ 38 h 44"/>
                <a:gd name="T4" fmla="*/ 8 w 8"/>
                <a:gd name="T5" fmla="*/ 44 h 44"/>
                <a:gd name="T6" fmla="*/ 8 w 8"/>
                <a:gd name="T7" fmla="*/ 0 h 44"/>
                <a:gd name="T8" fmla="*/ 0 w 8"/>
                <a:gd name="T9" fmla="*/ 8 h 44"/>
              </a:gdLst>
              <a:ahLst/>
              <a:cxnLst>
                <a:cxn ang="0">
                  <a:pos x="T0" y="T1"/>
                </a:cxn>
                <a:cxn ang="0">
                  <a:pos x="T2" y="T3"/>
                </a:cxn>
                <a:cxn ang="0">
                  <a:pos x="T4" y="T5"/>
                </a:cxn>
                <a:cxn ang="0">
                  <a:pos x="T6" y="T7"/>
                </a:cxn>
                <a:cxn ang="0">
                  <a:pos x="T8" y="T9"/>
                </a:cxn>
              </a:cxnLst>
              <a:rect l="0" t="0" r="r" b="b"/>
              <a:pathLst>
                <a:path w="8" h="44">
                  <a:moveTo>
                    <a:pt x="0" y="8"/>
                  </a:moveTo>
                  <a:cubicBezTo>
                    <a:pt x="0" y="16"/>
                    <a:pt x="0" y="32"/>
                    <a:pt x="0" y="38"/>
                  </a:cubicBezTo>
                  <a:cubicBezTo>
                    <a:pt x="0" y="40"/>
                    <a:pt x="4" y="42"/>
                    <a:pt x="8" y="44"/>
                  </a:cubicBezTo>
                  <a:cubicBezTo>
                    <a:pt x="8" y="0"/>
                    <a:pt x="8" y="0"/>
                    <a:pt x="8" y="0"/>
                  </a:cubicBezTo>
                  <a:cubicBezTo>
                    <a:pt x="4" y="2"/>
                    <a:pt x="0" y="4"/>
                    <a:pt x="0" y="8"/>
                  </a:cubicBezTo>
                  <a:close/>
                </a:path>
              </a:pathLst>
            </a:custGeom>
            <a:solidFill>
              <a:schemeClr val="accent1"/>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chemeClr val="tx1">
                    <a:lumMod val="65000"/>
                    <a:lumOff val="35000"/>
                  </a:schemeClr>
                </a:solidFill>
                <a:effectLst/>
                <a:uLnTx/>
                <a:uFillTx/>
                <a:cs typeface="+mn-ea"/>
                <a:sym typeface="+mn-lt"/>
              </a:endParaRPr>
            </a:p>
          </p:txBody>
        </p:sp>
        <p:sp>
          <p:nvSpPr>
            <p:cNvPr id="44" name="Freeform16">
              <a:extLst>
                <a:ext uri="{FF2B5EF4-FFF2-40B4-BE49-F238E27FC236}">
                  <a16:creationId xmlns:a16="http://schemas.microsoft.com/office/drawing/2014/main" id="{9B11968A-4C61-47B7-96C8-4ED889F22C85}"/>
                </a:ext>
              </a:extLst>
            </p:cNvPr>
            <p:cNvSpPr/>
            <p:nvPr/>
          </p:nvSpPr>
          <p:spPr bwMode="auto">
            <a:xfrm>
              <a:off x="8726" y="6862"/>
              <a:ext cx="83" cy="246"/>
            </a:xfrm>
            <a:custGeom>
              <a:avLst/>
              <a:gdLst>
                <a:gd name="T0" fmla="*/ 10 w 23"/>
                <a:gd name="T1" fmla="*/ 2 h 69"/>
                <a:gd name="T2" fmla="*/ 2 w 23"/>
                <a:gd name="T3" fmla="*/ 2 h 69"/>
                <a:gd name="T4" fmla="*/ 2 w 23"/>
                <a:gd name="T5" fmla="*/ 10 h 69"/>
                <a:gd name="T6" fmla="*/ 12 w 23"/>
                <a:gd name="T7" fmla="*/ 35 h 69"/>
                <a:gd name="T8" fmla="*/ 2 w 23"/>
                <a:gd name="T9" fmla="*/ 60 h 69"/>
                <a:gd name="T10" fmla="*/ 2 w 23"/>
                <a:gd name="T11" fmla="*/ 67 h 69"/>
                <a:gd name="T12" fmla="*/ 6 w 23"/>
                <a:gd name="T13" fmla="*/ 69 h 69"/>
                <a:gd name="T14" fmla="*/ 10 w 23"/>
                <a:gd name="T15" fmla="*/ 67 h 69"/>
                <a:gd name="T16" fmla="*/ 23 w 23"/>
                <a:gd name="T17" fmla="*/ 35 h 69"/>
                <a:gd name="T18" fmla="*/ 10 w 23"/>
                <a:gd name="T19" fmla="*/ 2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 h="69">
                  <a:moveTo>
                    <a:pt x="10" y="2"/>
                  </a:moveTo>
                  <a:cubicBezTo>
                    <a:pt x="7" y="0"/>
                    <a:pt x="4" y="0"/>
                    <a:pt x="2" y="2"/>
                  </a:cubicBezTo>
                  <a:cubicBezTo>
                    <a:pt x="0" y="4"/>
                    <a:pt x="0" y="8"/>
                    <a:pt x="2" y="10"/>
                  </a:cubicBezTo>
                  <a:cubicBezTo>
                    <a:pt x="9" y="17"/>
                    <a:pt x="12" y="26"/>
                    <a:pt x="12" y="35"/>
                  </a:cubicBezTo>
                  <a:cubicBezTo>
                    <a:pt x="12" y="44"/>
                    <a:pt x="9" y="53"/>
                    <a:pt x="2" y="60"/>
                  </a:cubicBezTo>
                  <a:cubicBezTo>
                    <a:pt x="0" y="62"/>
                    <a:pt x="0" y="65"/>
                    <a:pt x="2" y="67"/>
                  </a:cubicBezTo>
                  <a:cubicBezTo>
                    <a:pt x="3" y="68"/>
                    <a:pt x="4" y="69"/>
                    <a:pt x="6" y="69"/>
                  </a:cubicBezTo>
                  <a:cubicBezTo>
                    <a:pt x="7" y="69"/>
                    <a:pt x="9" y="68"/>
                    <a:pt x="10" y="67"/>
                  </a:cubicBezTo>
                  <a:cubicBezTo>
                    <a:pt x="19" y="58"/>
                    <a:pt x="23" y="47"/>
                    <a:pt x="23" y="35"/>
                  </a:cubicBezTo>
                  <a:cubicBezTo>
                    <a:pt x="23" y="23"/>
                    <a:pt x="19" y="11"/>
                    <a:pt x="10" y="2"/>
                  </a:cubicBezTo>
                  <a:close/>
                </a:path>
              </a:pathLst>
            </a:custGeom>
            <a:solidFill>
              <a:schemeClr val="accent1"/>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chemeClr val="tx1">
                    <a:lumMod val="65000"/>
                    <a:lumOff val="35000"/>
                  </a:schemeClr>
                </a:solidFill>
                <a:effectLst/>
                <a:uLnTx/>
                <a:uFillTx/>
                <a:cs typeface="+mn-ea"/>
                <a:sym typeface="+mn-lt"/>
              </a:endParaRPr>
            </a:p>
          </p:txBody>
        </p:sp>
        <p:sp>
          <p:nvSpPr>
            <p:cNvPr id="45" name="Freeform17">
              <a:extLst>
                <a:ext uri="{FF2B5EF4-FFF2-40B4-BE49-F238E27FC236}">
                  <a16:creationId xmlns:a16="http://schemas.microsoft.com/office/drawing/2014/main" id="{BB4F9E26-43E4-4A76-8054-05B20172260E}"/>
                </a:ext>
              </a:extLst>
            </p:cNvPr>
            <p:cNvSpPr/>
            <p:nvPr/>
          </p:nvSpPr>
          <p:spPr bwMode="auto">
            <a:xfrm flipV="1">
              <a:off x="8777" y="6801"/>
              <a:ext cx="110" cy="367"/>
            </a:xfrm>
            <a:custGeom>
              <a:avLst/>
              <a:gdLst>
                <a:gd name="T0" fmla="*/ 10 w 31"/>
                <a:gd name="T1" fmla="*/ 2 h 103"/>
                <a:gd name="T2" fmla="*/ 3 w 31"/>
                <a:gd name="T3" fmla="*/ 2 h 103"/>
                <a:gd name="T4" fmla="*/ 3 w 31"/>
                <a:gd name="T5" fmla="*/ 10 h 103"/>
                <a:gd name="T6" fmla="*/ 20 w 31"/>
                <a:gd name="T7" fmla="*/ 52 h 103"/>
                <a:gd name="T8" fmla="*/ 3 w 31"/>
                <a:gd name="T9" fmla="*/ 94 h 103"/>
                <a:gd name="T10" fmla="*/ 3 w 31"/>
                <a:gd name="T11" fmla="*/ 102 h 103"/>
                <a:gd name="T12" fmla="*/ 6 w 31"/>
                <a:gd name="T13" fmla="*/ 103 h 103"/>
                <a:gd name="T14" fmla="*/ 10 w 31"/>
                <a:gd name="T15" fmla="*/ 102 h 103"/>
                <a:gd name="T16" fmla="*/ 31 w 31"/>
                <a:gd name="T17" fmla="*/ 52 h 103"/>
                <a:gd name="T18" fmla="*/ 10 w 31"/>
                <a:gd name="T19" fmla="*/ 2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1" h="103">
                  <a:moveTo>
                    <a:pt x="10" y="2"/>
                  </a:moveTo>
                  <a:cubicBezTo>
                    <a:pt x="8" y="0"/>
                    <a:pt x="5" y="0"/>
                    <a:pt x="3" y="2"/>
                  </a:cubicBezTo>
                  <a:cubicBezTo>
                    <a:pt x="0" y="4"/>
                    <a:pt x="0" y="8"/>
                    <a:pt x="3" y="10"/>
                  </a:cubicBezTo>
                  <a:cubicBezTo>
                    <a:pt x="14" y="21"/>
                    <a:pt x="20" y="37"/>
                    <a:pt x="20" y="52"/>
                  </a:cubicBezTo>
                  <a:cubicBezTo>
                    <a:pt x="20" y="67"/>
                    <a:pt x="14" y="82"/>
                    <a:pt x="3" y="94"/>
                  </a:cubicBezTo>
                  <a:cubicBezTo>
                    <a:pt x="0" y="96"/>
                    <a:pt x="0" y="100"/>
                    <a:pt x="3" y="102"/>
                  </a:cubicBezTo>
                  <a:cubicBezTo>
                    <a:pt x="4" y="103"/>
                    <a:pt x="5" y="103"/>
                    <a:pt x="6" y="103"/>
                  </a:cubicBezTo>
                  <a:cubicBezTo>
                    <a:pt x="8" y="103"/>
                    <a:pt x="9" y="103"/>
                    <a:pt x="10" y="102"/>
                  </a:cubicBezTo>
                  <a:cubicBezTo>
                    <a:pt x="24" y="88"/>
                    <a:pt x="31" y="70"/>
                    <a:pt x="31" y="52"/>
                  </a:cubicBezTo>
                  <a:cubicBezTo>
                    <a:pt x="31" y="34"/>
                    <a:pt x="24" y="16"/>
                    <a:pt x="10" y="2"/>
                  </a:cubicBezTo>
                  <a:close/>
                </a:path>
              </a:pathLst>
            </a:custGeom>
            <a:solidFill>
              <a:schemeClr val="accent1"/>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chemeClr val="tx1">
                    <a:lumMod val="65000"/>
                    <a:lumOff val="35000"/>
                  </a:schemeClr>
                </a:solidFill>
                <a:effectLst/>
                <a:uLnTx/>
                <a:uFillTx/>
                <a:cs typeface="+mn-ea"/>
                <a:sym typeface="+mn-lt"/>
              </a:endParaRPr>
            </a:p>
          </p:txBody>
        </p:sp>
        <p:sp>
          <p:nvSpPr>
            <p:cNvPr id="46" name="Freeform18">
              <a:extLst>
                <a:ext uri="{FF2B5EF4-FFF2-40B4-BE49-F238E27FC236}">
                  <a16:creationId xmlns:a16="http://schemas.microsoft.com/office/drawing/2014/main" id="{2C1695DE-A119-4E4D-9091-D9D7835F9BE3}"/>
                </a:ext>
              </a:extLst>
            </p:cNvPr>
            <p:cNvSpPr/>
            <p:nvPr/>
          </p:nvSpPr>
          <p:spPr bwMode="auto">
            <a:xfrm>
              <a:off x="8841" y="6739"/>
              <a:ext cx="134" cy="493"/>
            </a:xfrm>
            <a:custGeom>
              <a:avLst/>
              <a:gdLst>
                <a:gd name="T0" fmla="*/ 10 w 38"/>
                <a:gd name="T1" fmla="*/ 2 h 138"/>
                <a:gd name="T2" fmla="*/ 2 w 38"/>
                <a:gd name="T3" fmla="*/ 2 h 138"/>
                <a:gd name="T4" fmla="*/ 2 w 38"/>
                <a:gd name="T5" fmla="*/ 9 h 138"/>
                <a:gd name="T6" fmla="*/ 27 w 38"/>
                <a:gd name="T7" fmla="*/ 69 h 138"/>
                <a:gd name="T8" fmla="*/ 2 w 38"/>
                <a:gd name="T9" fmla="*/ 128 h 138"/>
                <a:gd name="T10" fmla="*/ 2 w 38"/>
                <a:gd name="T11" fmla="*/ 136 h 138"/>
                <a:gd name="T12" fmla="*/ 6 w 38"/>
                <a:gd name="T13" fmla="*/ 138 h 138"/>
                <a:gd name="T14" fmla="*/ 10 w 38"/>
                <a:gd name="T15" fmla="*/ 136 h 138"/>
                <a:gd name="T16" fmla="*/ 38 w 38"/>
                <a:gd name="T17" fmla="*/ 69 h 138"/>
                <a:gd name="T18" fmla="*/ 10 w 38"/>
                <a:gd name="T19" fmla="*/ 2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 h="138">
                  <a:moveTo>
                    <a:pt x="10" y="2"/>
                  </a:moveTo>
                  <a:cubicBezTo>
                    <a:pt x="8" y="0"/>
                    <a:pt x="5" y="0"/>
                    <a:pt x="2" y="2"/>
                  </a:cubicBezTo>
                  <a:cubicBezTo>
                    <a:pt x="0" y="4"/>
                    <a:pt x="0" y="7"/>
                    <a:pt x="2" y="9"/>
                  </a:cubicBezTo>
                  <a:cubicBezTo>
                    <a:pt x="19" y="26"/>
                    <a:pt x="27" y="47"/>
                    <a:pt x="27" y="69"/>
                  </a:cubicBezTo>
                  <a:cubicBezTo>
                    <a:pt x="27" y="90"/>
                    <a:pt x="19" y="112"/>
                    <a:pt x="2" y="128"/>
                  </a:cubicBezTo>
                  <a:cubicBezTo>
                    <a:pt x="0" y="130"/>
                    <a:pt x="0" y="134"/>
                    <a:pt x="2" y="136"/>
                  </a:cubicBezTo>
                  <a:cubicBezTo>
                    <a:pt x="4" y="137"/>
                    <a:pt x="5" y="138"/>
                    <a:pt x="6" y="138"/>
                  </a:cubicBezTo>
                  <a:cubicBezTo>
                    <a:pt x="8" y="138"/>
                    <a:pt x="9" y="137"/>
                    <a:pt x="10" y="136"/>
                  </a:cubicBezTo>
                  <a:cubicBezTo>
                    <a:pt x="29" y="117"/>
                    <a:pt x="38" y="93"/>
                    <a:pt x="38" y="69"/>
                  </a:cubicBezTo>
                  <a:cubicBezTo>
                    <a:pt x="38" y="45"/>
                    <a:pt x="29" y="20"/>
                    <a:pt x="10" y="2"/>
                  </a:cubicBezTo>
                  <a:close/>
                </a:path>
              </a:pathLst>
            </a:custGeom>
            <a:solidFill>
              <a:schemeClr val="accent1"/>
            </a:solidFill>
            <a:ln>
              <a:noFill/>
            </a:ln>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schemeClr val="tx1">
                    <a:lumMod val="65000"/>
                    <a:lumOff val="35000"/>
                  </a:schemeClr>
                </a:solidFill>
                <a:effectLst/>
                <a:uLnTx/>
                <a:uFillTx/>
                <a:cs typeface="+mn-ea"/>
                <a:sym typeface="+mn-lt"/>
              </a:endParaRPr>
            </a:p>
          </p:txBody>
        </p:sp>
      </p:grpSp>
      <p:sp>
        <p:nvSpPr>
          <p:cNvPr id="47" name="Freeform 250">
            <a:extLst>
              <a:ext uri="{FF2B5EF4-FFF2-40B4-BE49-F238E27FC236}">
                <a16:creationId xmlns:a16="http://schemas.microsoft.com/office/drawing/2014/main" id="{AC1BE2F2-0C16-4572-A902-810B6A031F3C}"/>
              </a:ext>
            </a:extLst>
          </p:cNvPr>
          <p:cNvSpPr>
            <a:spLocks noEditPoints="1"/>
          </p:cNvSpPr>
          <p:nvPr/>
        </p:nvSpPr>
        <p:spPr bwMode="auto">
          <a:xfrm>
            <a:off x="4573929" y="1981200"/>
            <a:ext cx="403225" cy="388938"/>
          </a:xfrm>
          <a:custGeom>
            <a:avLst/>
            <a:gdLst>
              <a:gd name="T0" fmla="*/ 19 w 229"/>
              <a:gd name="T1" fmla="*/ 0 h 217"/>
              <a:gd name="T2" fmla="*/ 209 w 229"/>
              <a:gd name="T3" fmla="*/ 0 h 217"/>
              <a:gd name="T4" fmla="*/ 229 w 229"/>
              <a:gd name="T5" fmla="*/ 20 h 217"/>
              <a:gd name="T6" fmla="*/ 229 w 229"/>
              <a:gd name="T7" fmla="*/ 140 h 217"/>
              <a:gd name="T8" fmla="*/ 209 w 229"/>
              <a:gd name="T9" fmla="*/ 160 h 217"/>
              <a:gd name="T10" fmla="*/ 19 w 229"/>
              <a:gd name="T11" fmla="*/ 160 h 217"/>
              <a:gd name="T12" fmla="*/ 0 w 229"/>
              <a:gd name="T13" fmla="*/ 140 h 217"/>
              <a:gd name="T14" fmla="*/ 0 w 229"/>
              <a:gd name="T15" fmla="*/ 20 h 217"/>
              <a:gd name="T16" fmla="*/ 19 w 229"/>
              <a:gd name="T17" fmla="*/ 0 h 217"/>
              <a:gd name="T18" fmla="*/ 56 w 229"/>
              <a:gd name="T19" fmla="*/ 203 h 217"/>
              <a:gd name="T20" fmla="*/ 94 w 229"/>
              <a:gd name="T21" fmla="*/ 199 h 217"/>
              <a:gd name="T22" fmla="*/ 94 w 229"/>
              <a:gd name="T23" fmla="*/ 171 h 217"/>
              <a:gd name="T24" fmla="*/ 140 w 229"/>
              <a:gd name="T25" fmla="*/ 171 h 217"/>
              <a:gd name="T26" fmla="*/ 140 w 229"/>
              <a:gd name="T27" fmla="*/ 199 h 217"/>
              <a:gd name="T28" fmla="*/ 176 w 229"/>
              <a:gd name="T29" fmla="*/ 203 h 217"/>
              <a:gd name="T30" fmla="*/ 176 w 229"/>
              <a:gd name="T31" fmla="*/ 217 h 217"/>
              <a:gd name="T32" fmla="*/ 56 w 229"/>
              <a:gd name="T33" fmla="*/ 217 h 217"/>
              <a:gd name="T34" fmla="*/ 56 w 229"/>
              <a:gd name="T35" fmla="*/ 203 h 217"/>
              <a:gd name="T36" fmla="*/ 17 w 229"/>
              <a:gd name="T37" fmla="*/ 19 h 217"/>
              <a:gd name="T38" fmla="*/ 17 w 229"/>
              <a:gd name="T39" fmla="*/ 124 h 217"/>
              <a:gd name="T40" fmla="*/ 210 w 229"/>
              <a:gd name="T41" fmla="*/ 124 h 217"/>
              <a:gd name="T42" fmla="*/ 210 w 229"/>
              <a:gd name="T43" fmla="*/ 19 h 217"/>
              <a:gd name="T44" fmla="*/ 17 w 229"/>
              <a:gd name="T45" fmla="*/ 19 h 217"/>
              <a:gd name="T46" fmla="*/ 191 w 229"/>
              <a:gd name="T47" fmla="*/ 134 h 217"/>
              <a:gd name="T48" fmla="*/ 183 w 229"/>
              <a:gd name="T49" fmla="*/ 142 h 217"/>
              <a:gd name="T50" fmla="*/ 191 w 229"/>
              <a:gd name="T51" fmla="*/ 150 h 217"/>
              <a:gd name="T52" fmla="*/ 199 w 229"/>
              <a:gd name="T53" fmla="*/ 142 h 217"/>
              <a:gd name="T54" fmla="*/ 191 w 229"/>
              <a:gd name="T55" fmla="*/ 134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29" h="217">
                <a:moveTo>
                  <a:pt x="19" y="0"/>
                </a:moveTo>
                <a:cubicBezTo>
                  <a:pt x="209" y="0"/>
                  <a:pt x="209" y="0"/>
                  <a:pt x="209" y="0"/>
                </a:cubicBezTo>
                <a:cubicBezTo>
                  <a:pt x="220" y="0"/>
                  <a:pt x="229" y="9"/>
                  <a:pt x="229" y="20"/>
                </a:cubicBezTo>
                <a:cubicBezTo>
                  <a:pt x="229" y="140"/>
                  <a:pt x="229" y="140"/>
                  <a:pt x="229" y="140"/>
                </a:cubicBezTo>
                <a:cubicBezTo>
                  <a:pt x="229" y="151"/>
                  <a:pt x="220" y="160"/>
                  <a:pt x="209" y="160"/>
                </a:cubicBezTo>
                <a:cubicBezTo>
                  <a:pt x="19" y="160"/>
                  <a:pt x="19" y="160"/>
                  <a:pt x="19" y="160"/>
                </a:cubicBezTo>
                <a:cubicBezTo>
                  <a:pt x="8" y="160"/>
                  <a:pt x="0" y="151"/>
                  <a:pt x="0" y="140"/>
                </a:cubicBezTo>
                <a:cubicBezTo>
                  <a:pt x="0" y="20"/>
                  <a:pt x="0" y="20"/>
                  <a:pt x="0" y="20"/>
                </a:cubicBezTo>
                <a:cubicBezTo>
                  <a:pt x="0" y="9"/>
                  <a:pt x="8" y="0"/>
                  <a:pt x="19" y="0"/>
                </a:cubicBezTo>
                <a:close/>
                <a:moveTo>
                  <a:pt x="56" y="203"/>
                </a:moveTo>
                <a:cubicBezTo>
                  <a:pt x="69" y="201"/>
                  <a:pt x="81" y="199"/>
                  <a:pt x="94" y="199"/>
                </a:cubicBezTo>
                <a:cubicBezTo>
                  <a:pt x="94" y="171"/>
                  <a:pt x="94" y="171"/>
                  <a:pt x="94" y="171"/>
                </a:cubicBezTo>
                <a:cubicBezTo>
                  <a:pt x="140" y="171"/>
                  <a:pt x="140" y="171"/>
                  <a:pt x="140" y="171"/>
                </a:cubicBezTo>
                <a:cubicBezTo>
                  <a:pt x="140" y="199"/>
                  <a:pt x="140" y="199"/>
                  <a:pt x="140" y="199"/>
                </a:cubicBezTo>
                <a:cubicBezTo>
                  <a:pt x="152" y="200"/>
                  <a:pt x="164" y="201"/>
                  <a:pt x="176" y="203"/>
                </a:cubicBezTo>
                <a:cubicBezTo>
                  <a:pt x="176" y="217"/>
                  <a:pt x="176" y="217"/>
                  <a:pt x="176" y="217"/>
                </a:cubicBezTo>
                <a:cubicBezTo>
                  <a:pt x="56" y="217"/>
                  <a:pt x="56" y="217"/>
                  <a:pt x="56" y="217"/>
                </a:cubicBezTo>
                <a:cubicBezTo>
                  <a:pt x="56" y="213"/>
                  <a:pt x="56" y="208"/>
                  <a:pt x="56" y="203"/>
                </a:cubicBezTo>
                <a:close/>
                <a:moveTo>
                  <a:pt x="17" y="19"/>
                </a:moveTo>
                <a:cubicBezTo>
                  <a:pt x="17" y="124"/>
                  <a:pt x="17" y="124"/>
                  <a:pt x="17" y="124"/>
                </a:cubicBezTo>
                <a:cubicBezTo>
                  <a:pt x="210" y="124"/>
                  <a:pt x="210" y="124"/>
                  <a:pt x="210" y="124"/>
                </a:cubicBezTo>
                <a:cubicBezTo>
                  <a:pt x="210" y="19"/>
                  <a:pt x="210" y="19"/>
                  <a:pt x="210" y="19"/>
                </a:cubicBezTo>
                <a:cubicBezTo>
                  <a:pt x="17" y="19"/>
                  <a:pt x="17" y="19"/>
                  <a:pt x="17" y="19"/>
                </a:cubicBezTo>
                <a:close/>
                <a:moveTo>
                  <a:pt x="191" y="134"/>
                </a:moveTo>
                <a:cubicBezTo>
                  <a:pt x="186" y="134"/>
                  <a:pt x="183" y="137"/>
                  <a:pt x="183" y="142"/>
                </a:cubicBezTo>
                <a:cubicBezTo>
                  <a:pt x="183" y="146"/>
                  <a:pt x="186" y="150"/>
                  <a:pt x="191" y="150"/>
                </a:cubicBezTo>
                <a:cubicBezTo>
                  <a:pt x="195" y="150"/>
                  <a:pt x="199" y="146"/>
                  <a:pt x="199" y="142"/>
                </a:cubicBezTo>
                <a:cubicBezTo>
                  <a:pt x="199" y="137"/>
                  <a:pt x="195" y="134"/>
                  <a:pt x="191" y="134"/>
                </a:cubicBezTo>
                <a:close/>
              </a:path>
            </a:pathLst>
          </a:custGeom>
          <a:solidFill>
            <a:schemeClr val="accent2"/>
          </a:solidFill>
          <a:ln>
            <a:noFill/>
          </a:ln>
        </p:spPr>
        <p:txBody>
          <a:bodyPr lIns="80296" tIns="40148" rIns="80296" bIns="40148"/>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580" b="0" i="0" u="none" strike="noStrike" kern="1200" cap="none" spc="0" normalizeH="0" baseline="0" noProof="0" dirty="0">
              <a:ln>
                <a:noFill/>
              </a:ln>
              <a:solidFill>
                <a:schemeClr val="tx1">
                  <a:lumMod val="65000"/>
                  <a:lumOff val="35000"/>
                </a:schemeClr>
              </a:solidFill>
              <a:effectLst/>
              <a:uLnTx/>
              <a:uFillTx/>
              <a:cs typeface="+mn-ea"/>
              <a:sym typeface="+mn-lt"/>
            </a:endParaRPr>
          </a:p>
        </p:txBody>
      </p:sp>
      <p:sp>
        <p:nvSpPr>
          <p:cNvPr id="48" name="Freeform 267">
            <a:extLst>
              <a:ext uri="{FF2B5EF4-FFF2-40B4-BE49-F238E27FC236}">
                <a16:creationId xmlns:a16="http://schemas.microsoft.com/office/drawing/2014/main" id="{D34C508D-AF93-4C20-9D7C-466F0EFD9C2E}"/>
              </a:ext>
            </a:extLst>
          </p:cNvPr>
          <p:cNvSpPr>
            <a:spLocks noEditPoints="1"/>
          </p:cNvSpPr>
          <p:nvPr/>
        </p:nvSpPr>
        <p:spPr bwMode="auto">
          <a:xfrm>
            <a:off x="6861199" y="4967923"/>
            <a:ext cx="449263" cy="458787"/>
          </a:xfrm>
          <a:custGeom>
            <a:avLst/>
            <a:gdLst>
              <a:gd name="T0" fmla="*/ 107 w 213"/>
              <a:gd name="T1" fmla="*/ 0 h 213"/>
              <a:gd name="T2" fmla="*/ 213 w 213"/>
              <a:gd name="T3" fmla="*/ 107 h 213"/>
              <a:gd name="T4" fmla="*/ 107 w 213"/>
              <a:gd name="T5" fmla="*/ 213 h 213"/>
              <a:gd name="T6" fmla="*/ 0 w 213"/>
              <a:gd name="T7" fmla="*/ 107 h 213"/>
              <a:gd name="T8" fmla="*/ 107 w 213"/>
              <a:gd name="T9" fmla="*/ 0 h 213"/>
              <a:gd name="T10" fmla="*/ 89 w 213"/>
              <a:gd name="T11" fmla="*/ 75 h 213"/>
              <a:gd name="T12" fmla="*/ 100 w 213"/>
              <a:gd name="T13" fmla="*/ 70 h 213"/>
              <a:gd name="T14" fmla="*/ 87 w 213"/>
              <a:gd name="T15" fmla="*/ 18 h 213"/>
              <a:gd name="T16" fmla="*/ 63 w 213"/>
              <a:gd name="T17" fmla="*/ 26 h 213"/>
              <a:gd name="T18" fmla="*/ 89 w 213"/>
              <a:gd name="T19" fmla="*/ 75 h 213"/>
              <a:gd name="T20" fmla="*/ 107 w 213"/>
              <a:gd name="T21" fmla="*/ 82 h 213"/>
              <a:gd name="T22" fmla="*/ 82 w 213"/>
              <a:gd name="T23" fmla="*/ 107 h 213"/>
              <a:gd name="T24" fmla="*/ 107 w 213"/>
              <a:gd name="T25" fmla="*/ 131 h 213"/>
              <a:gd name="T26" fmla="*/ 131 w 213"/>
              <a:gd name="T27" fmla="*/ 107 h 213"/>
              <a:gd name="T28" fmla="*/ 107 w 213"/>
              <a:gd name="T29" fmla="*/ 82 h 213"/>
              <a:gd name="T30" fmla="*/ 132 w 213"/>
              <a:gd name="T31" fmla="*/ 133 h 213"/>
              <a:gd name="T32" fmla="*/ 122 w 213"/>
              <a:gd name="T33" fmla="*/ 140 h 213"/>
              <a:gd name="T34" fmla="*/ 149 w 213"/>
              <a:gd name="T35" fmla="*/ 187 h 213"/>
              <a:gd name="T36" fmla="*/ 169 w 213"/>
              <a:gd name="T37" fmla="*/ 173 h 213"/>
              <a:gd name="T38" fmla="*/ 132 w 213"/>
              <a:gd name="T39" fmla="*/ 133 h 213"/>
              <a:gd name="T40" fmla="*/ 197 w 213"/>
              <a:gd name="T41" fmla="*/ 126 h 213"/>
              <a:gd name="T42" fmla="*/ 144 w 213"/>
              <a:gd name="T43" fmla="*/ 112 h 213"/>
              <a:gd name="T44" fmla="*/ 138 w 213"/>
              <a:gd name="T45" fmla="*/ 126 h 213"/>
              <a:gd name="T46" fmla="*/ 181 w 213"/>
              <a:gd name="T47" fmla="*/ 160 h 213"/>
              <a:gd name="T48" fmla="*/ 197 w 213"/>
              <a:gd name="T49" fmla="*/ 126 h 213"/>
              <a:gd name="T50" fmla="*/ 25 w 213"/>
              <a:gd name="T51" fmla="*/ 65 h 213"/>
              <a:gd name="T52" fmla="*/ 72 w 213"/>
              <a:gd name="T53" fmla="*/ 92 h 213"/>
              <a:gd name="T54" fmla="*/ 82 w 213"/>
              <a:gd name="T55" fmla="*/ 80 h 213"/>
              <a:gd name="T56" fmla="*/ 49 w 213"/>
              <a:gd name="T57" fmla="*/ 36 h 213"/>
              <a:gd name="T58" fmla="*/ 25 w 213"/>
              <a:gd name="T59" fmla="*/ 65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13" h="213">
                <a:moveTo>
                  <a:pt x="107" y="0"/>
                </a:moveTo>
                <a:cubicBezTo>
                  <a:pt x="166" y="0"/>
                  <a:pt x="213" y="48"/>
                  <a:pt x="213" y="107"/>
                </a:cubicBezTo>
                <a:cubicBezTo>
                  <a:pt x="213" y="165"/>
                  <a:pt x="166" y="213"/>
                  <a:pt x="107" y="213"/>
                </a:cubicBezTo>
                <a:cubicBezTo>
                  <a:pt x="48" y="213"/>
                  <a:pt x="0" y="165"/>
                  <a:pt x="0" y="107"/>
                </a:cubicBezTo>
                <a:cubicBezTo>
                  <a:pt x="0" y="48"/>
                  <a:pt x="48" y="0"/>
                  <a:pt x="107" y="0"/>
                </a:cubicBezTo>
                <a:close/>
                <a:moveTo>
                  <a:pt x="89" y="75"/>
                </a:moveTo>
                <a:cubicBezTo>
                  <a:pt x="93" y="73"/>
                  <a:pt x="96" y="71"/>
                  <a:pt x="100" y="70"/>
                </a:cubicBezTo>
                <a:cubicBezTo>
                  <a:pt x="87" y="18"/>
                  <a:pt x="87" y="18"/>
                  <a:pt x="87" y="18"/>
                </a:cubicBezTo>
                <a:cubicBezTo>
                  <a:pt x="79" y="20"/>
                  <a:pt x="71" y="23"/>
                  <a:pt x="63" y="26"/>
                </a:cubicBezTo>
                <a:cubicBezTo>
                  <a:pt x="89" y="75"/>
                  <a:pt x="89" y="75"/>
                  <a:pt x="89" y="75"/>
                </a:cubicBezTo>
                <a:close/>
                <a:moveTo>
                  <a:pt x="107" y="82"/>
                </a:moveTo>
                <a:cubicBezTo>
                  <a:pt x="93" y="82"/>
                  <a:pt x="82" y="93"/>
                  <a:pt x="82" y="107"/>
                </a:cubicBezTo>
                <a:cubicBezTo>
                  <a:pt x="82" y="120"/>
                  <a:pt x="93" y="131"/>
                  <a:pt x="107" y="131"/>
                </a:cubicBezTo>
                <a:cubicBezTo>
                  <a:pt x="120" y="131"/>
                  <a:pt x="131" y="120"/>
                  <a:pt x="131" y="107"/>
                </a:cubicBezTo>
                <a:cubicBezTo>
                  <a:pt x="131" y="93"/>
                  <a:pt x="120" y="82"/>
                  <a:pt x="107" y="82"/>
                </a:cubicBezTo>
                <a:close/>
                <a:moveTo>
                  <a:pt x="132" y="133"/>
                </a:moveTo>
                <a:cubicBezTo>
                  <a:pt x="129" y="135"/>
                  <a:pt x="126" y="138"/>
                  <a:pt x="122" y="140"/>
                </a:cubicBezTo>
                <a:cubicBezTo>
                  <a:pt x="149" y="187"/>
                  <a:pt x="149" y="187"/>
                  <a:pt x="149" y="187"/>
                </a:cubicBezTo>
                <a:cubicBezTo>
                  <a:pt x="156" y="183"/>
                  <a:pt x="163" y="178"/>
                  <a:pt x="169" y="173"/>
                </a:cubicBezTo>
                <a:cubicBezTo>
                  <a:pt x="132" y="133"/>
                  <a:pt x="132" y="133"/>
                  <a:pt x="132" y="133"/>
                </a:cubicBezTo>
                <a:close/>
                <a:moveTo>
                  <a:pt x="197" y="126"/>
                </a:moveTo>
                <a:cubicBezTo>
                  <a:pt x="144" y="112"/>
                  <a:pt x="144" y="112"/>
                  <a:pt x="144" y="112"/>
                </a:cubicBezTo>
                <a:cubicBezTo>
                  <a:pt x="143" y="117"/>
                  <a:pt x="141" y="121"/>
                  <a:pt x="138" y="126"/>
                </a:cubicBezTo>
                <a:cubicBezTo>
                  <a:pt x="181" y="160"/>
                  <a:pt x="181" y="160"/>
                  <a:pt x="181" y="160"/>
                </a:cubicBezTo>
                <a:cubicBezTo>
                  <a:pt x="188" y="149"/>
                  <a:pt x="194" y="138"/>
                  <a:pt x="197" y="126"/>
                </a:cubicBezTo>
                <a:close/>
                <a:moveTo>
                  <a:pt x="25" y="65"/>
                </a:moveTo>
                <a:cubicBezTo>
                  <a:pt x="72" y="92"/>
                  <a:pt x="72" y="92"/>
                  <a:pt x="72" y="92"/>
                </a:cubicBezTo>
                <a:cubicBezTo>
                  <a:pt x="75" y="87"/>
                  <a:pt x="78" y="83"/>
                  <a:pt x="82" y="80"/>
                </a:cubicBezTo>
                <a:cubicBezTo>
                  <a:pt x="49" y="36"/>
                  <a:pt x="49" y="36"/>
                  <a:pt x="49" y="36"/>
                </a:cubicBezTo>
                <a:cubicBezTo>
                  <a:pt x="39" y="44"/>
                  <a:pt x="31" y="54"/>
                  <a:pt x="25" y="65"/>
                </a:cubicBezTo>
                <a:close/>
              </a:path>
            </a:pathLst>
          </a:custGeom>
          <a:solidFill>
            <a:schemeClr val="accent1"/>
          </a:solidFill>
          <a:ln>
            <a:noFill/>
          </a:ln>
        </p:spPr>
        <p:txBody>
          <a:bodyPr lIns="80296" tIns="40148" rIns="80296" bIns="40148"/>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580" b="0" i="0" u="none" strike="noStrike" kern="1200" cap="none" spc="0" normalizeH="0" baseline="0" noProof="0" dirty="0">
              <a:ln>
                <a:noFill/>
              </a:ln>
              <a:solidFill>
                <a:schemeClr val="tx1">
                  <a:lumMod val="65000"/>
                  <a:lumOff val="35000"/>
                </a:schemeClr>
              </a:solidFill>
              <a:effectLst/>
              <a:uLnTx/>
              <a:uFillTx/>
              <a:cs typeface="+mn-ea"/>
              <a:sym typeface="+mn-lt"/>
            </a:endParaRPr>
          </a:p>
        </p:txBody>
      </p:sp>
      <p:sp>
        <p:nvSpPr>
          <p:cNvPr id="49" name="Freeform 39">
            <a:extLst>
              <a:ext uri="{FF2B5EF4-FFF2-40B4-BE49-F238E27FC236}">
                <a16:creationId xmlns:a16="http://schemas.microsoft.com/office/drawing/2014/main" id="{6F066ED0-CFF7-408A-BDFA-8F48EB18AB20}"/>
              </a:ext>
            </a:extLst>
          </p:cNvPr>
          <p:cNvSpPr>
            <a:spLocks noEditPoints="1"/>
          </p:cNvSpPr>
          <p:nvPr/>
        </p:nvSpPr>
        <p:spPr bwMode="auto">
          <a:xfrm>
            <a:off x="9152890" y="1981200"/>
            <a:ext cx="478790" cy="391160"/>
          </a:xfrm>
          <a:custGeom>
            <a:avLst/>
            <a:gdLst>
              <a:gd name="T0" fmla="*/ 116 w 155"/>
              <a:gd name="T1" fmla="*/ 12 h 131"/>
              <a:gd name="T2" fmla="*/ 116 w 155"/>
              <a:gd name="T3" fmla="*/ 101 h 131"/>
              <a:gd name="T4" fmla="*/ 155 w 155"/>
              <a:gd name="T5" fmla="*/ 34 h 131"/>
              <a:gd name="T6" fmla="*/ 116 w 155"/>
              <a:gd name="T7" fmla="*/ 12 h 131"/>
              <a:gd name="T8" fmla="*/ 9 w 155"/>
              <a:gd name="T9" fmla="*/ 8 h 131"/>
              <a:gd name="T10" fmla="*/ 0 w 155"/>
              <a:gd name="T11" fmla="*/ 8 h 131"/>
              <a:gd name="T12" fmla="*/ 0 w 155"/>
              <a:gd name="T13" fmla="*/ 16 h 131"/>
              <a:gd name="T14" fmla="*/ 17 w 155"/>
              <a:gd name="T15" fmla="*/ 16 h 131"/>
              <a:gd name="T16" fmla="*/ 17 w 155"/>
              <a:gd name="T17" fmla="*/ 8 h 131"/>
              <a:gd name="T18" fmla="*/ 23 w 155"/>
              <a:gd name="T19" fmla="*/ 14 h 131"/>
              <a:gd name="T20" fmla="*/ 17 w 155"/>
              <a:gd name="T21" fmla="*/ 20 h 131"/>
              <a:gd name="T22" fmla="*/ 9 w 155"/>
              <a:gd name="T23" fmla="*/ 20 h 131"/>
              <a:gd name="T24" fmla="*/ 9 w 155"/>
              <a:gd name="T25" fmla="*/ 28 h 131"/>
              <a:gd name="T26" fmla="*/ 0 w 155"/>
              <a:gd name="T27" fmla="*/ 28 h 131"/>
              <a:gd name="T28" fmla="*/ 0 w 155"/>
              <a:gd name="T29" fmla="*/ 37 h 131"/>
              <a:gd name="T30" fmla="*/ 17 w 155"/>
              <a:gd name="T31" fmla="*/ 37 h 131"/>
              <a:gd name="T32" fmla="*/ 17 w 155"/>
              <a:gd name="T33" fmla="*/ 28 h 131"/>
              <a:gd name="T34" fmla="*/ 23 w 155"/>
              <a:gd name="T35" fmla="*/ 35 h 131"/>
              <a:gd name="T36" fmla="*/ 17 w 155"/>
              <a:gd name="T37" fmla="*/ 41 h 131"/>
              <a:gd name="T38" fmla="*/ 9 w 155"/>
              <a:gd name="T39" fmla="*/ 41 h 131"/>
              <a:gd name="T40" fmla="*/ 9 w 155"/>
              <a:gd name="T41" fmla="*/ 49 h 131"/>
              <a:gd name="T42" fmla="*/ 0 w 155"/>
              <a:gd name="T43" fmla="*/ 49 h 131"/>
              <a:gd name="T44" fmla="*/ 0 w 155"/>
              <a:gd name="T45" fmla="*/ 57 h 131"/>
              <a:gd name="T46" fmla="*/ 17 w 155"/>
              <a:gd name="T47" fmla="*/ 57 h 131"/>
              <a:gd name="T48" fmla="*/ 17 w 155"/>
              <a:gd name="T49" fmla="*/ 49 h 131"/>
              <a:gd name="T50" fmla="*/ 23 w 155"/>
              <a:gd name="T51" fmla="*/ 55 h 131"/>
              <a:gd name="T52" fmla="*/ 17 w 155"/>
              <a:gd name="T53" fmla="*/ 61 h 131"/>
              <a:gd name="T54" fmla="*/ 9 w 155"/>
              <a:gd name="T55" fmla="*/ 61 h 131"/>
              <a:gd name="T56" fmla="*/ 9 w 155"/>
              <a:gd name="T57" fmla="*/ 70 h 131"/>
              <a:gd name="T58" fmla="*/ 0 w 155"/>
              <a:gd name="T59" fmla="*/ 70 h 131"/>
              <a:gd name="T60" fmla="*/ 0 w 155"/>
              <a:gd name="T61" fmla="*/ 78 h 131"/>
              <a:gd name="T62" fmla="*/ 17 w 155"/>
              <a:gd name="T63" fmla="*/ 78 h 131"/>
              <a:gd name="T64" fmla="*/ 17 w 155"/>
              <a:gd name="T65" fmla="*/ 70 h 131"/>
              <a:gd name="T66" fmla="*/ 23 w 155"/>
              <a:gd name="T67" fmla="*/ 76 h 131"/>
              <a:gd name="T68" fmla="*/ 17 w 155"/>
              <a:gd name="T69" fmla="*/ 82 h 131"/>
              <a:gd name="T70" fmla="*/ 9 w 155"/>
              <a:gd name="T71" fmla="*/ 82 h 131"/>
              <a:gd name="T72" fmla="*/ 9 w 155"/>
              <a:gd name="T73" fmla="*/ 90 h 131"/>
              <a:gd name="T74" fmla="*/ 0 w 155"/>
              <a:gd name="T75" fmla="*/ 90 h 131"/>
              <a:gd name="T76" fmla="*/ 0 w 155"/>
              <a:gd name="T77" fmla="*/ 98 h 131"/>
              <a:gd name="T78" fmla="*/ 17 w 155"/>
              <a:gd name="T79" fmla="*/ 98 h 131"/>
              <a:gd name="T80" fmla="*/ 17 w 155"/>
              <a:gd name="T81" fmla="*/ 90 h 131"/>
              <a:gd name="T82" fmla="*/ 23 w 155"/>
              <a:gd name="T83" fmla="*/ 96 h 131"/>
              <a:gd name="T84" fmla="*/ 17 w 155"/>
              <a:gd name="T85" fmla="*/ 102 h 131"/>
              <a:gd name="T86" fmla="*/ 9 w 155"/>
              <a:gd name="T87" fmla="*/ 102 h 131"/>
              <a:gd name="T88" fmla="*/ 9 w 155"/>
              <a:gd name="T89" fmla="*/ 111 h 131"/>
              <a:gd name="T90" fmla="*/ 0 w 155"/>
              <a:gd name="T91" fmla="*/ 111 h 131"/>
              <a:gd name="T92" fmla="*/ 0 w 155"/>
              <a:gd name="T93" fmla="*/ 119 h 131"/>
              <a:gd name="T94" fmla="*/ 17 w 155"/>
              <a:gd name="T95" fmla="*/ 119 h 131"/>
              <a:gd name="T96" fmla="*/ 17 w 155"/>
              <a:gd name="T97" fmla="*/ 111 h 131"/>
              <a:gd name="T98" fmla="*/ 23 w 155"/>
              <a:gd name="T99" fmla="*/ 117 h 131"/>
              <a:gd name="T100" fmla="*/ 17 w 155"/>
              <a:gd name="T101" fmla="*/ 123 h 131"/>
              <a:gd name="T102" fmla="*/ 9 w 155"/>
              <a:gd name="T103" fmla="*/ 123 h 131"/>
              <a:gd name="T104" fmla="*/ 9 w 155"/>
              <a:gd name="T105" fmla="*/ 131 h 131"/>
              <a:gd name="T106" fmla="*/ 107 w 155"/>
              <a:gd name="T107" fmla="*/ 131 h 131"/>
              <a:gd name="T108" fmla="*/ 107 w 155"/>
              <a:gd name="T109" fmla="*/ 0 h 131"/>
              <a:gd name="T110" fmla="*/ 9 w 155"/>
              <a:gd name="T111" fmla="*/ 0 h 131"/>
              <a:gd name="T112" fmla="*/ 9 w 155"/>
              <a:gd name="T113" fmla="*/ 8 h 131"/>
              <a:gd name="T114" fmla="*/ 33 w 155"/>
              <a:gd name="T115" fmla="*/ 20 h 131"/>
              <a:gd name="T116" fmla="*/ 83 w 155"/>
              <a:gd name="T117" fmla="*/ 20 h 131"/>
              <a:gd name="T118" fmla="*/ 83 w 155"/>
              <a:gd name="T119" fmla="*/ 45 h 131"/>
              <a:gd name="T120" fmla="*/ 33 w 155"/>
              <a:gd name="T121" fmla="*/ 45 h 131"/>
              <a:gd name="T122" fmla="*/ 33 w 155"/>
              <a:gd name="T123" fmla="*/ 20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5" h="131">
                <a:moveTo>
                  <a:pt x="116" y="12"/>
                </a:moveTo>
                <a:cubicBezTo>
                  <a:pt x="116" y="101"/>
                  <a:pt x="116" y="101"/>
                  <a:pt x="116" y="101"/>
                </a:cubicBezTo>
                <a:cubicBezTo>
                  <a:pt x="155" y="34"/>
                  <a:pt x="155" y="34"/>
                  <a:pt x="155" y="34"/>
                </a:cubicBezTo>
                <a:lnTo>
                  <a:pt x="116" y="12"/>
                </a:lnTo>
                <a:close/>
                <a:moveTo>
                  <a:pt x="9" y="8"/>
                </a:moveTo>
                <a:cubicBezTo>
                  <a:pt x="0" y="8"/>
                  <a:pt x="0" y="8"/>
                  <a:pt x="0" y="8"/>
                </a:cubicBezTo>
                <a:cubicBezTo>
                  <a:pt x="0" y="16"/>
                  <a:pt x="0" y="16"/>
                  <a:pt x="0" y="16"/>
                </a:cubicBezTo>
                <a:cubicBezTo>
                  <a:pt x="17" y="16"/>
                  <a:pt x="17" y="16"/>
                  <a:pt x="17" y="16"/>
                </a:cubicBezTo>
                <a:cubicBezTo>
                  <a:pt x="17" y="8"/>
                  <a:pt x="17" y="8"/>
                  <a:pt x="17" y="8"/>
                </a:cubicBezTo>
                <a:cubicBezTo>
                  <a:pt x="20" y="8"/>
                  <a:pt x="23" y="11"/>
                  <a:pt x="23" y="14"/>
                </a:cubicBezTo>
                <a:cubicBezTo>
                  <a:pt x="23" y="17"/>
                  <a:pt x="20" y="20"/>
                  <a:pt x="17" y="20"/>
                </a:cubicBezTo>
                <a:cubicBezTo>
                  <a:pt x="9" y="20"/>
                  <a:pt x="9" y="20"/>
                  <a:pt x="9" y="20"/>
                </a:cubicBezTo>
                <a:cubicBezTo>
                  <a:pt x="9" y="28"/>
                  <a:pt x="9" y="28"/>
                  <a:pt x="9" y="28"/>
                </a:cubicBezTo>
                <a:cubicBezTo>
                  <a:pt x="0" y="28"/>
                  <a:pt x="0" y="28"/>
                  <a:pt x="0" y="28"/>
                </a:cubicBezTo>
                <a:cubicBezTo>
                  <a:pt x="0" y="37"/>
                  <a:pt x="0" y="37"/>
                  <a:pt x="0" y="37"/>
                </a:cubicBezTo>
                <a:cubicBezTo>
                  <a:pt x="17" y="37"/>
                  <a:pt x="17" y="37"/>
                  <a:pt x="17" y="37"/>
                </a:cubicBezTo>
                <a:cubicBezTo>
                  <a:pt x="17" y="28"/>
                  <a:pt x="17" y="28"/>
                  <a:pt x="17" y="28"/>
                </a:cubicBezTo>
                <a:cubicBezTo>
                  <a:pt x="20" y="28"/>
                  <a:pt x="23" y="31"/>
                  <a:pt x="23" y="35"/>
                </a:cubicBezTo>
                <a:cubicBezTo>
                  <a:pt x="23" y="38"/>
                  <a:pt x="20" y="41"/>
                  <a:pt x="17" y="41"/>
                </a:cubicBezTo>
                <a:cubicBezTo>
                  <a:pt x="9" y="41"/>
                  <a:pt x="9" y="41"/>
                  <a:pt x="9" y="41"/>
                </a:cubicBezTo>
                <a:cubicBezTo>
                  <a:pt x="9" y="49"/>
                  <a:pt x="9" y="49"/>
                  <a:pt x="9" y="49"/>
                </a:cubicBezTo>
                <a:cubicBezTo>
                  <a:pt x="0" y="49"/>
                  <a:pt x="0" y="49"/>
                  <a:pt x="0" y="49"/>
                </a:cubicBezTo>
                <a:cubicBezTo>
                  <a:pt x="0" y="57"/>
                  <a:pt x="0" y="57"/>
                  <a:pt x="0" y="57"/>
                </a:cubicBezTo>
                <a:cubicBezTo>
                  <a:pt x="17" y="57"/>
                  <a:pt x="17" y="57"/>
                  <a:pt x="17" y="57"/>
                </a:cubicBezTo>
                <a:cubicBezTo>
                  <a:pt x="17" y="49"/>
                  <a:pt x="17" y="49"/>
                  <a:pt x="17" y="49"/>
                </a:cubicBezTo>
                <a:cubicBezTo>
                  <a:pt x="20" y="49"/>
                  <a:pt x="23" y="52"/>
                  <a:pt x="23" y="55"/>
                </a:cubicBezTo>
                <a:cubicBezTo>
                  <a:pt x="23" y="59"/>
                  <a:pt x="20" y="61"/>
                  <a:pt x="17" y="61"/>
                </a:cubicBezTo>
                <a:cubicBezTo>
                  <a:pt x="9" y="61"/>
                  <a:pt x="9" y="61"/>
                  <a:pt x="9" y="61"/>
                </a:cubicBezTo>
                <a:cubicBezTo>
                  <a:pt x="9" y="70"/>
                  <a:pt x="9" y="70"/>
                  <a:pt x="9" y="70"/>
                </a:cubicBezTo>
                <a:cubicBezTo>
                  <a:pt x="0" y="70"/>
                  <a:pt x="0" y="70"/>
                  <a:pt x="0" y="70"/>
                </a:cubicBezTo>
                <a:cubicBezTo>
                  <a:pt x="0" y="78"/>
                  <a:pt x="0" y="78"/>
                  <a:pt x="0" y="78"/>
                </a:cubicBezTo>
                <a:cubicBezTo>
                  <a:pt x="17" y="78"/>
                  <a:pt x="17" y="78"/>
                  <a:pt x="17" y="78"/>
                </a:cubicBezTo>
                <a:cubicBezTo>
                  <a:pt x="17" y="70"/>
                  <a:pt x="17" y="70"/>
                  <a:pt x="17" y="70"/>
                </a:cubicBezTo>
                <a:cubicBezTo>
                  <a:pt x="20" y="70"/>
                  <a:pt x="23" y="72"/>
                  <a:pt x="23" y="76"/>
                </a:cubicBezTo>
                <a:cubicBezTo>
                  <a:pt x="23" y="79"/>
                  <a:pt x="20" y="82"/>
                  <a:pt x="17" y="82"/>
                </a:cubicBezTo>
                <a:cubicBezTo>
                  <a:pt x="9" y="82"/>
                  <a:pt x="9" y="82"/>
                  <a:pt x="9" y="82"/>
                </a:cubicBezTo>
                <a:cubicBezTo>
                  <a:pt x="9" y="90"/>
                  <a:pt x="9" y="90"/>
                  <a:pt x="9" y="90"/>
                </a:cubicBezTo>
                <a:cubicBezTo>
                  <a:pt x="0" y="90"/>
                  <a:pt x="0" y="90"/>
                  <a:pt x="0" y="90"/>
                </a:cubicBezTo>
                <a:cubicBezTo>
                  <a:pt x="0" y="98"/>
                  <a:pt x="0" y="98"/>
                  <a:pt x="0" y="98"/>
                </a:cubicBezTo>
                <a:cubicBezTo>
                  <a:pt x="17" y="98"/>
                  <a:pt x="17" y="98"/>
                  <a:pt x="17" y="98"/>
                </a:cubicBezTo>
                <a:cubicBezTo>
                  <a:pt x="17" y="90"/>
                  <a:pt x="17" y="90"/>
                  <a:pt x="17" y="90"/>
                </a:cubicBezTo>
                <a:cubicBezTo>
                  <a:pt x="20" y="90"/>
                  <a:pt x="23" y="93"/>
                  <a:pt x="23" y="96"/>
                </a:cubicBezTo>
                <a:cubicBezTo>
                  <a:pt x="23" y="100"/>
                  <a:pt x="20" y="102"/>
                  <a:pt x="17" y="102"/>
                </a:cubicBezTo>
                <a:cubicBezTo>
                  <a:pt x="9" y="102"/>
                  <a:pt x="9" y="102"/>
                  <a:pt x="9" y="102"/>
                </a:cubicBezTo>
                <a:cubicBezTo>
                  <a:pt x="9" y="111"/>
                  <a:pt x="9" y="111"/>
                  <a:pt x="9" y="111"/>
                </a:cubicBezTo>
                <a:cubicBezTo>
                  <a:pt x="0" y="111"/>
                  <a:pt x="0" y="111"/>
                  <a:pt x="0" y="111"/>
                </a:cubicBezTo>
                <a:cubicBezTo>
                  <a:pt x="0" y="119"/>
                  <a:pt x="0" y="119"/>
                  <a:pt x="0" y="119"/>
                </a:cubicBezTo>
                <a:cubicBezTo>
                  <a:pt x="17" y="119"/>
                  <a:pt x="17" y="119"/>
                  <a:pt x="17" y="119"/>
                </a:cubicBezTo>
                <a:cubicBezTo>
                  <a:pt x="17" y="111"/>
                  <a:pt x="17" y="111"/>
                  <a:pt x="17" y="111"/>
                </a:cubicBezTo>
                <a:cubicBezTo>
                  <a:pt x="20" y="111"/>
                  <a:pt x="23" y="113"/>
                  <a:pt x="23" y="117"/>
                </a:cubicBezTo>
                <a:cubicBezTo>
                  <a:pt x="23" y="120"/>
                  <a:pt x="20" y="123"/>
                  <a:pt x="17" y="123"/>
                </a:cubicBezTo>
                <a:cubicBezTo>
                  <a:pt x="9" y="123"/>
                  <a:pt x="9" y="123"/>
                  <a:pt x="9" y="123"/>
                </a:cubicBezTo>
                <a:cubicBezTo>
                  <a:pt x="9" y="131"/>
                  <a:pt x="9" y="131"/>
                  <a:pt x="9" y="131"/>
                </a:cubicBezTo>
                <a:cubicBezTo>
                  <a:pt x="107" y="131"/>
                  <a:pt x="107" y="131"/>
                  <a:pt x="107" y="131"/>
                </a:cubicBezTo>
                <a:cubicBezTo>
                  <a:pt x="107" y="0"/>
                  <a:pt x="107" y="0"/>
                  <a:pt x="107" y="0"/>
                </a:cubicBezTo>
                <a:cubicBezTo>
                  <a:pt x="9" y="0"/>
                  <a:pt x="9" y="0"/>
                  <a:pt x="9" y="0"/>
                </a:cubicBezTo>
                <a:lnTo>
                  <a:pt x="9" y="8"/>
                </a:lnTo>
                <a:close/>
                <a:moveTo>
                  <a:pt x="33" y="20"/>
                </a:moveTo>
                <a:cubicBezTo>
                  <a:pt x="83" y="20"/>
                  <a:pt x="83" y="20"/>
                  <a:pt x="83" y="20"/>
                </a:cubicBezTo>
                <a:cubicBezTo>
                  <a:pt x="83" y="45"/>
                  <a:pt x="83" y="45"/>
                  <a:pt x="83" y="45"/>
                </a:cubicBezTo>
                <a:cubicBezTo>
                  <a:pt x="33" y="45"/>
                  <a:pt x="33" y="45"/>
                  <a:pt x="33" y="45"/>
                </a:cubicBezTo>
                <a:lnTo>
                  <a:pt x="33" y="20"/>
                </a:lnTo>
                <a:close/>
              </a:path>
            </a:pathLst>
          </a:custGeom>
          <a:solidFill>
            <a:schemeClr val="accent2"/>
          </a:solidFill>
          <a:ln>
            <a:noFill/>
          </a:ln>
        </p:spPr>
        <p:txBody>
          <a:bodyPr vert="horz" wrap="square" lIns="91440" tIns="45720" rIns="91440" bIns="45720" numCol="1" anchor="t" anchorCtr="0" compatLnSpc="1"/>
          <a:lstStyle/>
          <a:p>
            <a:endParaRPr lang="en-US" dirty="0">
              <a:solidFill>
                <a:schemeClr val="tx1">
                  <a:lumMod val="65000"/>
                  <a:lumOff val="35000"/>
                </a:schemeClr>
              </a:solidFill>
              <a:cs typeface="+mn-ea"/>
              <a:sym typeface="+mn-lt"/>
            </a:endParaRPr>
          </a:p>
        </p:txBody>
      </p:sp>
      <p:sp>
        <p:nvSpPr>
          <p:cNvPr id="50" name="文本框 49">
            <a:extLst>
              <a:ext uri="{FF2B5EF4-FFF2-40B4-BE49-F238E27FC236}">
                <a16:creationId xmlns:a16="http://schemas.microsoft.com/office/drawing/2014/main" id="{BF6AD4E0-88BD-4A53-AEAC-01D0BCFFE54B}"/>
              </a:ext>
            </a:extLst>
          </p:cNvPr>
          <p:cNvSpPr txBox="1"/>
          <p:nvPr/>
        </p:nvSpPr>
        <p:spPr>
          <a:xfrm>
            <a:off x="1566545" y="1981200"/>
            <a:ext cx="2056130" cy="738664"/>
          </a:xfrm>
          <a:prstGeom prst="rect">
            <a:avLst/>
          </a:prstGeom>
          <a:noFill/>
        </p:spPr>
        <p:txBody>
          <a:bodyPr wrap="square" rtlCol="0">
            <a:spAutoFit/>
          </a:bodyPr>
          <a:lstStyle/>
          <a:p>
            <a:pPr algn="l">
              <a:lnSpc>
                <a:spcPct val="100000"/>
              </a:lnSpc>
            </a:pPr>
            <a:r>
              <a:rPr lang="zh-CN" altLang="en-US" sz="1400" dirty="0">
                <a:solidFill>
                  <a:schemeClr val="tx1">
                    <a:lumMod val="65000"/>
                    <a:lumOff val="35000"/>
                  </a:schemeClr>
                </a:solidFill>
                <a:cs typeface="+mn-ea"/>
                <a:sym typeface="+mn-lt"/>
              </a:rPr>
              <a:t>您所需要的本请添加您所需要的文请所需要的文添。</a:t>
            </a:r>
          </a:p>
        </p:txBody>
      </p:sp>
      <p:sp>
        <p:nvSpPr>
          <p:cNvPr id="51" name="文本框 50">
            <a:extLst>
              <a:ext uri="{FF2B5EF4-FFF2-40B4-BE49-F238E27FC236}">
                <a16:creationId xmlns:a16="http://schemas.microsoft.com/office/drawing/2014/main" id="{B26B4F6C-C2DD-495F-917C-53B9BBAE69D4}"/>
              </a:ext>
            </a:extLst>
          </p:cNvPr>
          <p:cNvSpPr txBox="1"/>
          <p:nvPr/>
        </p:nvSpPr>
        <p:spPr>
          <a:xfrm>
            <a:off x="3747135" y="4491990"/>
            <a:ext cx="2056130" cy="738664"/>
          </a:xfrm>
          <a:prstGeom prst="rect">
            <a:avLst/>
          </a:prstGeom>
          <a:noFill/>
        </p:spPr>
        <p:txBody>
          <a:bodyPr wrap="square" rtlCol="0">
            <a:spAutoFit/>
          </a:bodyPr>
          <a:lstStyle/>
          <a:p>
            <a:pPr algn="l">
              <a:lnSpc>
                <a:spcPct val="100000"/>
              </a:lnSpc>
            </a:pPr>
            <a:r>
              <a:rPr lang="zh-CN" altLang="en-US" sz="1400" dirty="0">
                <a:solidFill>
                  <a:schemeClr val="tx1">
                    <a:lumMod val="65000"/>
                    <a:lumOff val="35000"/>
                  </a:schemeClr>
                </a:solidFill>
                <a:cs typeface="+mn-ea"/>
                <a:sym typeface="+mn-lt"/>
              </a:rPr>
              <a:t>您所需要的本请添加您所需要的文请所需要的文添。</a:t>
            </a:r>
          </a:p>
        </p:txBody>
      </p:sp>
      <p:sp>
        <p:nvSpPr>
          <p:cNvPr id="52" name="文本框 51">
            <a:extLst>
              <a:ext uri="{FF2B5EF4-FFF2-40B4-BE49-F238E27FC236}">
                <a16:creationId xmlns:a16="http://schemas.microsoft.com/office/drawing/2014/main" id="{0A37BCB9-53C2-4548-95B0-CB4CE0CCF85B}"/>
              </a:ext>
            </a:extLst>
          </p:cNvPr>
          <p:cNvSpPr txBox="1"/>
          <p:nvPr/>
        </p:nvSpPr>
        <p:spPr>
          <a:xfrm>
            <a:off x="6057900" y="1981200"/>
            <a:ext cx="2056130" cy="738664"/>
          </a:xfrm>
          <a:prstGeom prst="rect">
            <a:avLst/>
          </a:prstGeom>
          <a:noFill/>
        </p:spPr>
        <p:txBody>
          <a:bodyPr wrap="square" rtlCol="0">
            <a:spAutoFit/>
          </a:bodyPr>
          <a:lstStyle/>
          <a:p>
            <a:pPr algn="l">
              <a:lnSpc>
                <a:spcPct val="100000"/>
              </a:lnSpc>
            </a:pPr>
            <a:r>
              <a:rPr lang="zh-CN" altLang="en-US" sz="1400" dirty="0">
                <a:solidFill>
                  <a:schemeClr val="tx1">
                    <a:lumMod val="65000"/>
                    <a:lumOff val="35000"/>
                  </a:schemeClr>
                </a:solidFill>
                <a:cs typeface="+mn-ea"/>
                <a:sym typeface="+mn-lt"/>
              </a:rPr>
              <a:t>您所需要的本请添加您所需要的文请所需要的文添。</a:t>
            </a:r>
          </a:p>
        </p:txBody>
      </p:sp>
      <p:sp>
        <p:nvSpPr>
          <p:cNvPr id="53" name="文本框 52">
            <a:extLst>
              <a:ext uri="{FF2B5EF4-FFF2-40B4-BE49-F238E27FC236}">
                <a16:creationId xmlns:a16="http://schemas.microsoft.com/office/drawing/2014/main" id="{EFB6A333-7AE3-43EF-81BA-031418659C80}"/>
              </a:ext>
            </a:extLst>
          </p:cNvPr>
          <p:cNvSpPr txBox="1"/>
          <p:nvPr/>
        </p:nvSpPr>
        <p:spPr>
          <a:xfrm>
            <a:off x="8502015" y="4521200"/>
            <a:ext cx="2056130" cy="738664"/>
          </a:xfrm>
          <a:prstGeom prst="rect">
            <a:avLst/>
          </a:prstGeom>
          <a:noFill/>
        </p:spPr>
        <p:txBody>
          <a:bodyPr wrap="square" rtlCol="0">
            <a:spAutoFit/>
          </a:bodyPr>
          <a:lstStyle/>
          <a:p>
            <a:pPr algn="l">
              <a:lnSpc>
                <a:spcPct val="100000"/>
              </a:lnSpc>
            </a:pPr>
            <a:r>
              <a:rPr lang="zh-CN" altLang="en-US" sz="1400" dirty="0">
                <a:solidFill>
                  <a:schemeClr val="tx1">
                    <a:lumMod val="65000"/>
                    <a:lumOff val="35000"/>
                  </a:schemeClr>
                </a:solidFill>
                <a:cs typeface="+mn-ea"/>
                <a:sym typeface="+mn-lt"/>
              </a:rPr>
              <a:t>您所需要的本请添加您所需要的文请所需要的文添。</a:t>
            </a:r>
          </a:p>
        </p:txBody>
      </p:sp>
      <p:sp>
        <p:nvSpPr>
          <p:cNvPr id="54" name="文本框 53">
            <a:extLst>
              <a:ext uri="{FF2B5EF4-FFF2-40B4-BE49-F238E27FC236}">
                <a16:creationId xmlns:a16="http://schemas.microsoft.com/office/drawing/2014/main" id="{3B37B48F-6F3C-4276-AD00-3A2AAC84EA11}"/>
              </a:ext>
            </a:extLst>
          </p:cNvPr>
          <p:cNvSpPr txBox="1"/>
          <p:nvPr/>
        </p:nvSpPr>
        <p:spPr>
          <a:xfrm>
            <a:off x="1708150" y="2954655"/>
            <a:ext cx="1329055" cy="438150"/>
          </a:xfrm>
          <a:prstGeom prst="rect">
            <a:avLst/>
          </a:prstGeom>
          <a:noFill/>
        </p:spPr>
        <p:txBody>
          <a:bodyPr wrap="square" rtlCol="0">
            <a:spAutoFit/>
            <a:scene3d>
              <a:camera prst="orthographicFront"/>
              <a:lightRig rig="threePt" dir="t"/>
            </a:scene3d>
            <a:sp3d contourW="12700"/>
          </a:bodyPr>
          <a:lstStyle/>
          <a:p>
            <a:pPr lvl="0" algn="ctr">
              <a:lnSpc>
                <a:spcPct val="94000"/>
              </a:lnSpc>
              <a:spcBef>
                <a:spcPts val="0"/>
              </a:spcBef>
              <a:spcAft>
                <a:spcPts val="0"/>
              </a:spcAft>
              <a:buClrTx/>
              <a:buSzTx/>
              <a:buFontTx/>
              <a:defRPr/>
            </a:pPr>
            <a:r>
              <a:rPr lang="en-US" altLang="zh-CN" sz="2400" b="1" noProof="0" dirty="0">
                <a:ln>
                  <a:noFill/>
                </a:ln>
                <a:solidFill>
                  <a:schemeClr val="tx1">
                    <a:lumMod val="65000"/>
                    <a:lumOff val="35000"/>
                  </a:schemeClr>
                </a:solidFill>
                <a:effectLst/>
                <a:uLnTx/>
                <a:uFillTx/>
                <a:cs typeface="+mn-ea"/>
                <a:sym typeface="+mn-lt"/>
              </a:rPr>
              <a:t>关键词</a:t>
            </a:r>
          </a:p>
        </p:txBody>
      </p:sp>
      <p:sp>
        <p:nvSpPr>
          <p:cNvPr id="55" name="文本框 54">
            <a:extLst>
              <a:ext uri="{FF2B5EF4-FFF2-40B4-BE49-F238E27FC236}">
                <a16:creationId xmlns:a16="http://schemas.microsoft.com/office/drawing/2014/main" id="{A92E8C9C-2F59-4451-8AB0-FC1F8D5393C9}"/>
              </a:ext>
            </a:extLst>
          </p:cNvPr>
          <p:cNvSpPr txBox="1"/>
          <p:nvPr/>
        </p:nvSpPr>
        <p:spPr>
          <a:xfrm>
            <a:off x="6422390" y="2954655"/>
            <a:ext cx="1329055" cy="438150"/>
          </a:xfrm>
          <a:prstGeom prst="rect">
            <a:avLst/>
          </a:prstGeom>
          <a:noFill/>
        </p:spPr>
        <p:txBody>
          <a:bodyPr wrap="square" rtlCol="0">
            <a:spAutoFit/>
            <a:scene3d>
              <a:camera prst="orthographicFront"/>
              <a:lightRig rig="threePt" dir="t"/>
            </a:scene3d>
            <a:sp3d contourW="12700"/>
          </a:bodyPr>
          <a:lstStyle/>
          <a:p>
            <a:pPr lvl="0" algn="ctr">
              <a:lnSpc>
                <a:spcPct val="94000"/>
              </a:lnSpc>
              <a:spcBef>
                <a:spcPts val="0"/>
              </a:spcBef>
              <a:spcAft>
                <a:spcPts val="0"/>
              </a:spcAft>
              <a:buClrTx/>
              <a:buSzTx/>
              <a:buFontTx/>
              <a:defRPr/>
            </a:pPr>
            <a:r>
              <a:rPr lang="en-US" altLang="zh-CN" sz="2400" b="1" noProof="0" dirty="0">
                <a:ln>
                  <a:noFill/>
                </a:ln>
                <a:solidFill>
                  <a:schemeClr val="tx1">
                    <a:lumMod val="65000"/>
                    <a:lumOff val="35000"/>
                  </a:schemeClr>
                </a:solidFill>
                <a:effectLst/>
                <a:uLnTx/>
                <a:uFillTx/>
                <a:cs typeface="+mn-ea"/>
                <a:sym typeface="+mn-lt"/>
              </a:rPr>
              <a:t>关键词</a:t>
            </a:r>
          </a:p>
        </p:txBody>
      </p:sp>
      <p:sp>
        <p:nvSpPr>
          <p:cNvPr id="56" name="文本框 55">
            <a:extLst>
              <a:ext uri="{FF2B5EF4-FFF2-40B4-BE49-F238E27FC236}">
                <a16:creationId xmlns:a16="http://schemas.microsoft.com/office/drawing/2014/main" id="{D979EF74-ECAA-4CA4-BCC5-914387FE8D61}"/>
              </a:ext>
            </a:extLst>
          </p:cNvPr>
          <p:cNvSpPr txBox="1"/>
          <p:nvPr/>
        </p:nvSpPr>
        <p:spPr>
          <a:xfrm>
            <a:off x="4104005" y="4001770"/>
            <a:ext cx="1329055" cy="438150"/>
          </a:xfrm>
          <a:prstGeom prst="rect">
            <a:avLst/>
          </a:prstGeom>
          <a:noFill/>
        </p:spPr>
        <p:txBody>
          <a:bodyPr wrap="square" rtlCol="0">
            <a:spAutoFit/>
            <a:scene3d>
              <a:camera prst="orthographicFront"/>
              <a:lightRig rig="threePt" dir="t"/>
            </a:scene3d>
            <a:sp3d contourW="12700"/>
          </a:bodyPr>
          <a:lstStyle/>
          <a:p>
            <a:pPr lvl="0" algn="ctr">
              <a:lnSpc>
                <a:spcPct val="94000"/>
              </a:lnSpc>
              <a:spcBef>
                <a:spcPts val="0"/>
              </a:spcBef>
              <a:spcAft>
                <a:spcPts val="0"/>
              </a:spcAft>
              <a:buClrTx/>
              <a:buSzTx/>
              <a:buFontTx/>
              <a:defRPr/>
            </a:pPr>
            <a:r>
              <a:rPr lang="en-US" altLang="zh-CN" sz="2400" b="1" noProof="0" dirty="0">
                <a:ln>
                  <a:noFill/>
                </a:ln>
                <a:solidFill>
                  <a:schemeClr val="tx1">
                    <a:lumMod val="65000"/>
                    <a:lumOff val="35000"/>
                  </a:schemeClr>
                </a:solidFill>
                <a:effectLst/>
                <a:uLnTx/>
                <a:uFillTx/>
                <a:cs typeface="+mn-ea"/>
                <a:sym typeface="+mn-lt"/>
              </a:rPr>
              <a:t>关键词</a:t>
            </a:r>
          </a:p>
        </p:txBody>
      </p:sp>
      <p:sp>
        <p:nvSpPr>
          <p:cNvPr id="57" name="文本框 56">
            <a:extLst>
              <a:ext uri="{FF2B5EF4-FFF2-40B4-BE49-F238E27FC236}">
                <a16:creationId xmlns:a16="http://schemas.microsoft.com/office/drawing/2014/main" id="{18E0B4F8-57C7-4A7E-90E4-4149F6F22087}"/>
              </a:ext>
            </a:extLst>
          </p:cNvPr>
          <p:cNvSpPr txBox="1"/>
          <p:nvPr/>
        </p:nvSpPr>
        <p:spPr>
          <a:xfrm>
            <a:off x="8682990" y="4001770"/>
            <a:ext cx="1329055" cy="438150"/>
          </a:xfrm>
          <a:prstGeom prst="rect">
            <a:avLst/>
          </a:prstGeom>
          <a:noFill/>
        </p:spPr>
        <p:txBody>
          <a:bodyPr wrap="square" rtlCol="0">
            <a:spAutoFit/>
            <a:scene3d>
              <a:camera prst="orthographicFront"/>
              <a:lightRig rig="threePt" dir="t"/>
            </a:scene3d>
            <a:sp3d contourW="12700"/>
          </a:bodyPr>
          <a:lstStyle/>
          <a:p>
            <a:pPr lvl="0" algn="ctr">
              <a:lnSpc>
                <a:spcPct val="94000"/>
              </a:lnSpc>
              <a:spcBef>
                <a:spcPts val="0"/>
              </a:spcBef>
              <a:spcAft>
                <a:spcPts val="0"/>
              </a:spcAft>
              <a:buClrTx/>
              <a:buSzTx/>
              <a:buFontTx/>
              <a:defRPr/>
            </a:pPr>
            <a:r>
              <a:rPr lang="en-US" altLang="zh-CN" sz="2400" b="1" noProof="0" dirty="0">
                <a:ln>
                  <a:noFill/>
                </a:ln>
                <a:solidFill>
                  <a:schemeClr val="tx1">
                    <a:lumMod val="65000"/>
                    <a:lumOff val="35000"/>
                  </a:schemeClr>
                </a:solidFill>
                <a:effectLst/>
                <a:uLnTx/>
                <a:uFillTx/>
                <a:cs typeface="+mn-ea"/>
                <a:sym typeface="+mn-lt"/>
              </a:rPr>
              <a:t>关键词</a:t>
            </a:r>
          </a:p>
        </p:txBody>
      </p:sp>
    </p:spTree>
    <p:extLst>
      <p:ext uri="{BB962C8B-B14F-4D97-AF65-F5344CB8AC3E}">
        <p14:creationId xmlns:p14="http://schemas.microsoft.com/office/powerpoint/2010/main" val="3907281880"/>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 calcmode="lin" valueType="num">
                                      <p:cBhvr>
                                        <p:cTn id="7" dur="500" fill="hold"/>
                                        <p:tgtEl>
                                          <p:spTgt spid="28"/>
                                        </p:tgtEl>
                                        <p:attrNameLst>
                                          <p:attrName>ppt_w</p:attrName>
                                        </p:attrNameLst>
                                      </p:cBhvr>
                                      <p:tavLst>
                                        <p:tav tm="0">
                                          <p:val>
                                            <p:fltVal val="0"/>
                                          </p:val>
                                        </p:tav>
                                        <p:tav tm="100000">
                                          <p:val>
                                            <p:strVal val="#ppt_w"/>
                                          </p:val>
                                        </p:tav>
                                      </p:tavLst>
                                    </p:anim>
                                    <p:anim calcmode="lin" valueType="num">
                                      <p:cBhvr>
                                        <p:cTn id="8" dur="500" fill="hold"/>
                                        <p:tgtEl>
                                          <p:spTgt spid="28"/>
                                        </p:tgtEl>
                                        <p:attrNameLst>
                                          <p:attrName>ppt_h</p:attrName>
                                        </p:attrNameLst>
                                      </p:cBhvr>
                                      <p:tavLst>
                                        <p:tav tm="0">
                                          <p:val>
                                            <p:fltVal val="0"/>
                                          </p:val>
                                        </p:tav>
                                        <p:tav tm="100000">
                                          <p:val>
                                            <p:strVal val="#ppt_h"/>
                                          </p:val>
                                        </p:tav>
                                      </p:tavLst>
                                    </p:anim>
                                    <p:animEffect transition="in" filter="fade">
                                      <p:cBhvr>
                                        <p:cTn id="9" dur="500"/>
                                        <p:tgtEl>
                                          <p:spTgt spid="28"/>
                                        </p:tgtEl>
                                      </p:cBhvr>
                                    </p:animEffect>
                                  </p:childTnLst>
                                </p:cTn>
                              </p:par>
                              <p:par>
                                <p:cTn id="10" presetID="53" presetClass="entr" presetSubtype="16" fill="hold" nodeType="withEffect">
                                  <p:stCondLst>
                                    <p:cond delay="0"/>
                                  </p:stCondLst>
                                  <p:childTnLst>
                                    <p:set>
                                      <p:cBhvr>
                                        <p:cTn id="11" dur="1" fill="hold">
                                          <p:stCondLst>
                                            <p:cond delay="0"/>
                                          </p:stCondLst>
                                        </p:cTn>
                                        <p:tgtEl>
                                          <p:spTgt spid="29"/>
                                        </p:tgtEl>
                                        <p:attrNameLst>
                                          <p:attrName>style.visibility</p:attrName>
                                        </p:attrNameLst>
                                      </p:cBhvr>
                                      <p:to>
                                        <p:strVal val="visible"/>
                                      </p:to>
                                    </p:set>
                                    <p:anim calcmode="lin" valueType="num">
                                      <p:cBhvr>
                                        <p:cTn id="12" dur="500" fill="hold"/>
                                        <p:tgtEl>
                                          <p:spTgt spid="29"/>
                                        </p:tgtEl>
                                        <p:attrNameLst>
                                          <p:attrName>ppt_w</p:attrName>
                                        </p:attrNameLst>
                                      </p:cBhvr>
                                      <p:tavLst>
                                        <p:tav tm="0">
                                          <p:val>
                                            <p:fltVal val="0"/>
                                          </p:val>
                                        </p:tav>
                                        <p:tav tm="100000">
                                          <p:val>
                                            <p:strVal val="#ppt_w"/>
                                          </p:val>
                                        </p:tav>
                                      </p:tavLst>
                                    </p:anim>
                                    <p:anim calcmode="lin" valueType="num">
                                      <p:cBhvr>
                                        <p:cTn id="13" dur="500" fill="hold"/>
                                        <p:tgtEl>
                                          <p:spTgt spid="29"/>
                                        </p:tgtEl>
                                        <p:attrNameLst>
                                          <p:attrName>ppt_h</p:attrName>
                                        </p:attrNameLst>
                                      </p:cBhvr>
                                      <p:tavLst>
                                        <p:tav tm="0">
                                          <p:val>
                                            <p:fltVal val="0"/>
                                          </p:val>
                                        </p:tav>
                                        <p:tav tm="100000">
                                          <p:val>
                                            <p:strVal val="#ppt_h"/>
                                          </p:val>
                                        </p:tav>
                                      </p:tavLst>
                                    </p:anim>
                                    <p:animEffect transition="in" filter="fade">
                                      <p:cBhvr>
                                        <p:cTn id="14" dur="500"/>
                                        <p:tgtEl>
                                          <p:spTgt spid="29"/>
                                        </p:tgtEl>
                                      </p:cBhvr>
                                    </p:animEffect>
                                  </p:childTnLst>
                                </p:cTn>
                              </p:par>
                              <p:par>
                                <p:cTn id="15" presetID="53" presetClass="entr" presetSubtype="16" fill="hold" nodeType="withEffect">
                                  <p:stCondLst>
                                    <p:cond delay="0"/>
                                  </p:stCondLst>
                                  <p:childTnLst>
                                    <p:set>
                                      <p:cBhvr>
                                        <p:cTn id="16" dur="1" fill="hold">
                                          <p:stCondLst>
                                            <p:cond delay="0"/>
                                          </p:stCondLst>
                                        </p:cTn>
                                        <p:tgtEl>
                                          <p:spTgt spid="30"/>
                                        </p:tgtEl>
                                        <p:attrNameLst>
                                          <p:attrName>style.visibility</p:attrName>
                                        </p:attrNameLst>
                                      </p:cBhvr>
                                      <p:to>
                                        <p:strVal val="visible"/>
                                      </p:to>
                                    </p:set>
                                    <p:anim calcmode="lin" valueType="num">
                                      <p:cBhvr>
                                        <p:cTn id="17" dur="500" fill="hold"/>
                                        <p:tgtEl>
                                          <p:spTgt spid="30"/>
                                        </p:tgtEl>
                                        <p:attrNameLst>
                                          <p:attrName>ppt_w</p:attrName>
                                        </p:attrNameLst>
                                      </p:cBhvr>
                                      <p:tavLst>
                                        <p:tav tm="0">
                                          <p:val>
                                            <p:fltVal val="0"/>
                                          </p:val>
                                        </p:tav>
                                        <p:tav tm="100000">
                                          <p:val>
                                            <p:strVal val="#ppt_w"/>
                                          </p:val>
                                        </p:tav>
                                      </p:tavLst>
                                    </p:anim>
                                    <p:anim calcmode="lin" valueType="num">
                                      <p:cBhvr>
                                        <p:cTn id="18" dur="500" fill="hold"/>
                                        <p:tgtEl>
                                          <p:spTgt spid="30"/>
                                        </p:tgtEl>
                                        <p:attrNameLst>
                                          <p:attrName>ppt_h</p:attrName>
                                        </p:attrNameLst>
                                      </p:cBhvr>
                                      <p:tavLst>
                                        <p:tav tm="0">
                                          <p:val>
                                            <p:fltVal val="0"/>
                                          </p:val>
                                        </p:tav>
                                        <p:tav tm="100000">
                                          <p:val>
                                            <p:strVal val="#ppt_h"/>
                                          </p:val>
                                        </p:tav>
                                      </p:tavLst>
                                    </p:anim>
                                    <p:animEffect transition="in" filter="fade">
                                      <p:cBhvr>
                                        <p:cTn id="19" dur="500"/>
                                        <p:tgtEl>
                                          <p:spTgt spid="30"/>
                                        </p:tgtEl>
                                      </p:cBhvr>
                                    </p:animEffect>
                                  </p:childTnLst>
                                </p:cTn>
                              </p:par>
                              <p:par>
                                <p:cTn id="20" presetID="53" presetClass="entr" presetSubtype="16" fill="hold" nodeType="withEffect">
                                  <p:stCondLst>
                                    <p:cond delay="0"/>
                                  </p:stCondLst>
                                  <p:childTnLst>
                                    <p:set>
                                      <p:cBhvr>
                                        <p:cTn id="21" dur="1" fill="hold">
                                          <p:stCondLst>
                                            <p:cond delay="0"/>
                                          </p:stCondLst>
                                        </p:cTn>
                                        <p:tgtEl>
                                          <p:spTgt spid="31"/>
                                        </p:tgtEl>
                                        <p:attrNameLst>
                                          <p:attrName>style.visibility</p:attrName>
                                        </p:attrNameLst>
                                      </p:cBhvr>
                                      <p:to>
                                        <p:strVal val="visible"/>
                                      </p:to>
                                    </p:set>
                                    <p:anim calcmode="lin" valueType="num">
                                      <p:cBhvr>
                                        <p:cTn id="22" dur="500" fill="hold"/>
                                        <p:tgtEl>
                                          <p:spTgt spid="31"/>
                                        </p:tgtEl>
                                        <p:attrNameLst>
                                          <p:attrName>ppt_w</p:attrName>
                                        </p:attrNameLst>
                                      </p:cBhvr>
                                      <p:tavLst>
                                        <p:tav tm="0">
                                          <p:val>
                                            <p:fltVal val="0"/>
                                          </p:val>
                                        </p:tav>
                                        <p:tav tm="100000">
                                          <p:val>
                                            <p:strVal val="#ppt_w"/>
                                          </p:val>
                                        </p:tav>
                                      </p:tavLst>
                                    </p:anim>
                                    <p:anim calcmode="lin" valueType="num">
                                      <p:cBhvr>
                                        <p:cTn id="23" dur="500" fill="hold"/>
                                        <p:tgtEl>
                                          <p:spTgt spid="31"/>
                                        </p:tgtEl>
                                        <p:attrNameLst>
                                          <p:attrName>ppt_h</p:attrName>
                                        </p:attrNameLst>
                                      </p:cBhvr>
                                      <p:tavLst>
                                        <p:tav tm="0">
                                          <p:val>
                                            <p:fltVal val="0"/>
                                          </p:val>
                                        </p:tav>
                                        <p:tav tm="100000">
                                          <p:val>
                                            <p:strVal val="#ppt_h"/>
                                          </p:val>
                                        </p:tav>
                                      </p:tavLst>
                                    </p:anim>
                                    <p:animEffect transition="in" filter="fade">
                                      <p:cBhvr>
                                        <p:cTn id="24" dur="500"/>
                                        <p:tgtEl>
                                          <p:spTgt spid="31"/>
                                        </p:tgtEl>
                                      </p:cBhvr>
                                    </p:animEffect>
                                  </p:childTnLst>
                                </p:cTn>
                              </p:par>
                              <p:par>
                                <p:cTn id="25" presetID="53" presetClass="entr" presetSubtype="16" fill="hold" nodeType="withEffect">
                                  <p:stCondLst>
                                    <p:cond delay="0"/>
                                  </p:stCondLst>
                                  <p:childTnLst>
                                    <p:set>
                                      <p:cBhvr>
                                        <p:cTn id="26" dur="1" fill="hold">
                                          <p:stCondLst>
                                            <p:cond delay="0"/>
                                          </p:stCondLst>
                                        </p:cTn>
                                        <p:tgtEl>
                                          <p:spTgt spid="32"/>
                                        </p:tgtEl>
                                        <p:attrNameLst>
                                          <p:attrName>style.visibility</p:attrName>
                                        </p:attrNameLst>
                                      </p:cBhvr>
                                      <p:to>
                                        <p:strVal val="visible"/>
                                      </p:to>
                                    </p:set>
                                    <p:anim calcmode="lin" valueType="num">
                                      <p:cBhvr>
                                        <p:cTn id="27" dur="500" fill="hold"/>
                                        <p:tgtEl>
                                          <p:spTgt spid="32"/>
                                        </p:tgtEl>
                                        <p:attrNameLst>
                                          <p:attrName>ppt_w</p:attrName>
                                        </p:attrNameLst>
                                      </p:cBhvr>
                                      <p:tavLst>
                                        <p:tav tm="0">
                                          <p:val>
                                            <p:fltVal val="0"/>
                                          </p:val>
                                        </p:tav>
                                        <p:tav tm="100000">
                                          <p:val>
                                            <p:strVal val="#ppt_w"/>
                                          </p:val>
                                        </p:tav>
                                      </p:tavLst>
                                    </p:anim>
                                    <p:anim calcmode="lin" valueType="num">
                                      <p:cBhvr>
                                        <p:cTn id="28" dur="500" fill="hold"/>
                                        <p:tgtEl>
                                          <p:spTgt spid="32"/>
                                        </p:tgtEl>
                                        <p:attrNameLst>
                                          <p:attrName>ppt_h</p:attrName>
                                        </p:attrNameLst>
                                      </p:cBhvr>
                                      <p:tavLst>
                                        <p:tav tm="0">
                                          <p:val>
                                            <p:fltVal val="0"/>
                                          </p:val>
                                        </p:tav>
                                        <p:tav tm="100000">
                                          <p:val>
                                            <p:strVal val="#ppt_h"/>
                                          </p:val>
                                        </p:tav>
                                      </p:tavLst>
                                    </p:anim>
                                    <p:animEffect transition="in" filter="fade">
                                      <p:cBhvr>
                                        <p:cTn id="29" dur="500"/>
                                        <p:tgtEl>
                                          <p:spTgt spid="32"/>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 calcmode="lin" valueType="num">
                                      <p:cBhvr>
                                        <p:cTn id="32" dur="500" fill="hold"/>
                                        <p:tgtEl>
                                          <p:spTgt spid="33"/>
                                        </p:tgtEl>
                                        <p:attrNameLst>
                                          <p:attrName>ppt_w</p:attrName>
                                        </p:attrNameLst>
                                      </p:cBhvr>
                                      <p:tavLst>
                                        <p:tav tm="0">
                                          <p:val>
                                            <p:fltVal val="0"/>
                                          </p:val>
                                        </p:tav>
                                        <p:tav tm="100000">
                                          <p:val>
                                            <p:strVal val="#ppt_w"/>
                                          </p:val>
                                        </p:tav>
                                      </p:tavLst>
                                    </p:anim>
                                    <p:anim calcmode="lin" valueType="num">
                                      <p:cBhvr>
                                        <p:cTn id="33" dur="500" fill="hold"/>
                                        <p:tgtEl>
                                          <p:spTgt spid="33"/>
                                        </p:tgtEl>
                                        <p:attrNameLst>
                                          <p:attrName>ppt_h</p:attrName>
                                        </p:attrNameLst>
                                      </p:cBhvr>
                                      <p:tavLst>
                                        <p:tav tm="0">
                                          <p:val>
                                            <p:fltVal val="0"/>
                                          </p:val>
                                        </p:tav>
                                        <p:tav tm="100000">
                                          <p:val>
                                            <p:strVal val="#ppt_h"/>
                                          </p:val>
                                        </p:tav>
                                      </p:tavLst>
                                    </p:anim>
                                    <p:animEffect transition="in" filter="fade">
                                      <p:cBhvr>
                                        <p:cTn id="34" dur="500"/>
                                        <p:tgtEl>
                                          <p:spTgt spid="33"/>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34"/>
                                        </p:tgtEl>
                                        <p:attrNameLst>
                                          <p:attrName>style.visibility</p:attrName>
                                        </p:attrNameLst>
                                      </p:cBhvr>
                                      <p:to>
                                        <p:strVal val="visible"/>
                                      </p:to>
                                    </p:set>
                                    <p:anim calcmode="lin" valueType="num">
                                      <p:cBhvr>
                                        <p:cTn id="37" dur="500" fill="hold"/>
                                        <p:tgtEl>
                                          <p:spTgt spid="34"/>
                                        </p:tgtEl>
                                        <p:attrNameLst>
                                          <p:attrName>ppt_w</p:attrName>
                                        </p:attrNameLst>
                                      </p:cBhvr>
                                      <p:tavLst>
                                        <p:tav tm="0">
                                          <p:val>
                                            <p:fltVal val="0"/>
                                          </p:val>
                                        </p:tav>
                                        <p:tav tm="100000">
                                          <p:val>
                                            <p:strVal val="#ppt_w"/>
                                          </p:val>
                                        </p:tav>
                                      </p:tavLst>
                                    </p:anim>
                                    <p:anim calcmode="lin" valueType="num">
                                      <p:cBhvr>
                                        <p:cTn id="38" dur="500" fill="hold"/>
                                        <p:tgtEl>
                                          <p:spTgt spid="34"/>
                                        </p:tgtEl>
                                        <p:attrNameLst>
                                          <p:attrName>ppt_h</p:attrName>
                                        </p:attrNameLst>
                                      </p:cBhvr>
                                      <p:tavLst>
                                        <p:tav tm="0">
                                          <p:val>
                                            <p:fltVal val="0"/>
                                          </p:val>
                                        </p:tav>
                                        <p:tav tm="100000">
                                          <p:val>
                                            <p:strVal val="#ppt_h"/>
                                          </p:val>
                                        </p:tav>
                                      </p:tavLst>
                                    </p:anim>
                                    <p:animEffect transition="in" filter="fade">
                                      <p:cBhvr>
                                        <p:cTn id="39" dur="500"/>
                                        <p:tgtEl>
                                          <p:spTgt spid="34"/>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 calcmode="lin" valueType="num">
                                      <p:cBhvr>
                                        <p:cTn id="42" dur="500" fill="hold"/>
                                        <p:tgtEl>
                                          <p:spTgt spid="35"/>
                                        </p:tgtEl>
                                        <p:attrNameLst>
                                          <p:attrName>ppt_w</p:attrName>
                                        </p:attrNameLst>
                                      </p:cBhvr>
                                      <p:tavLst>
                                        <p:tav tm="0">
                                          <p:val>
                                            <p:fltVal val="0"/>
                                          </p:val>
                                        </p:tav>
                                        <p:tav tm="100000">
                                          <p:val>
                                            <p:strVal val="#ppt_w"/>
                                          </p:val>
                                        </p:tav>
                                      </p:tavLst>
                                    </p:anim>
                                    <p:anim calcmode="lin" valueType="num">
                                      <p:cBhvr>
                                        <p:cTn id="43" dur="500" fill="hold"/>
                                        <p:tgtEl>
                                          <p:spTgt spid="35"/>
                                        </p:tgtEl>
                                        <p:attrNameLst>
                                          <p:attrName>ppt_h</p:attrName>
                                        </p:attrNameLst>
                                      </p:cBhvr>
                                      <p:tavLst>
                                        <p:tav tm="0">
                                          <p:val>
                                            <p:fltVal val="0"/>
                                          </p:val>
                                        </p:tav>
                                        <p:tav tm="100000">
                                          <p:val>
                                            <p:strVal val="#ppt_h"/>
                                          </p:val>
                                        </p:tav>
                                      </p:tavLst>
                                    </p:anim>
                                    <p:animEffect transition="in" filter="fade">
                                      <p:cBhvr>
                                        <p:cTn id="44" dur="500"/>
                                        <p:tgtEl>
                                          <p:spTgt spid="35"/>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anim calcmode="lin" valueType="num">
                                      <p:cBhvr>
                                        <p:cTn id="47" dur="500" fill="hold"/>
                                        <p:tgtEl>
                                          <p:spTgt spid="36"/>
                                        </p:tgtEl>
                                        <p:attrNameLst>
                                          <p:attrName>ppt_w</p:attrName>
                                        </p:attrNameLst>
                                      </p:cBhvr>
                                      <p:tavLst>
                                        <p:tav tm="0">
                                          <p:val>
                                            <p:fltVal val="0"/>
                                          </p:val>
                                        </p:tav>
                                        <p:tav tm="100000">
                                          <p:val>
                                            <p:strVal val="#ppt_w"/>
                                          </p:val>
                                        </p:tav>
                                      </p:tavLst>
                                    </p:anim>
                                    <p:anim calcmode="lin" valueType="num">
                                      <p:cBhvr>
                                        <p:cTn id="48" dur="500" fill="hold"/>
                                        <p:tgtEl>
                                          <p:spTgt spid="36"/>
                                        </p:tgtEl>
                                        <p:attrNameLst>
                                          <p:attrName>ppt_h</p:attrName>
                                        </p:attrNameLst>
                                      </p:cBhvr>
                                      <p:tavLst>
                                        <p:tav tm="0">
                                          <p:val>
                                            <p:fltVal val="0"/>
                                          </p:val>
                                        </p:tav>
                                        <p:tav tm="100000">
                                          <p:val>
                                            <p:strVal val="#ppt_h"/>
                                          </p:val>
                                        </p:tav>
                                      </p:tavLst>
                                    </p:anim>
                                    <p:animEffect transition="in" filter="fade">
                                      <p:cBhvr>
                                        <p:cTn id="49" dur="500"/>
                                        <p:tgtEl>
                                          <p:spTgt spid="36"/>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 calcmode="lin" valueType="num">
                                      <p:cBhvr>
                                        <p:cTn id="52" dur="500" fill="hold"/>
                                        <p:tgtEl>
                                          <p:spTgt spid="37"/>
                                        </p:tgtEl>
                                        <p:attrNameLst>
                                          <p:attrName>ppt_w</p:attrName>
                                        </p:attrNameLst>
                                      </p:cBhvr>
                                      <p:tavLst>
                                        <p:tav tm="0">
                                          <p:val>
                                            <p:fltVal val="0"/>
                                          </p:val>
                                        </p:tav>
                                        <p:tav tm="100000">
                                          <p:val>
                                            <p:strVal val="#ppt_w"/>
                                          </p:val>
                                        </p:tav>
                                      </p:tavLst>
                                    </p:anim>
                                    <p:anim calcmode="lin" valueType="num">
                                      <p:cBhvr>
                                        <p:cTn id="53" dur="500" fill="hold"/>
                                        <p:tgtEl>
                                          <p:spTgt spid="37"/>
                                        </p:tgtEl>
                                        <p:attrNameLst>
                                          <p:attrName>ppt_h</p:attrName>
                                        </p:attrNameLst>
                                      </p:cBhvr>
                                      <p:tavLst>
                                        <p:tav tm="0">
                                          <p:val>
                                            <p:fltVal val="0"/>
                                          </p:val>
                                        </p:tav>
                                        <p:tav tm="100000">
                                          <p:val>
                                            <p:strVal val="#ppt_h"/>
                                          </p:val>
                                        </p:tav>
                                      </p:tavLst>
                                    </p:anim>
                                    <p:animEffect transition="in" filter="fade">
                                      <p:cBhvr>
                                        <p:cTn id="54" dur="500"/>
                                        <p:tgtEl>
                                          <p:spTgt spid="37"/>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 calcmode="lin" valueType="num">
                                      <p:cBhvr>
                                        <p:cTn id="57" dur="500" fill="hold"/>
                                        <p:tgtEl>
                                          <p:spTgt spid="38"/>
                                        </p:tgtEl>
                                        <p:attrNameLst>
                                          <p:attrName>ppt_w</p:attrName>
                                        </p:attrNameLst>
                                      </p:cBhvr>
                                      <p:tavLst>
                                        <p:tav tm="0">
                                          <p:val>
                                            <p:fltVal val="0"/>
                                          </p:val>
                                        </p:tav>
                                        <p:tav tm="100000">
                                          <p:val>
                                            <p:strVal val="#ppt_w"/>
                                          </p:val>
                                        </p:tav>
                                      </p:tavLst>
                                    </p:anim>
                                    <p:anim calcmode="lin" valueType="num">
                                      <p:cBhvr>
                                        <p:cTn id="58" dur="500" fill="hold"/>
                                        <p:tgtEl>
                                          <p:spTgt spid="38"/>
                                        </p:tgtEl>
                                        <p:attrNameLst>
                                          <p:attrName>ppt_h</p:attrName>
                                        </p:attrNameLst>
                                      </p:cBhvr>
                                      <p:tavLst>
                                        <p:tav tm="0">
                                          <p:val>
                                            <p:fltVal val="0"/>
                                          </p:val>
                                        </p:tav>
                                        <p:tav tm="100000">
                                          <p:val>
                                            <p:strVal val="#ppt_h"/>
                                          </p:val>
                                        </p:tav>
                                      </p:tavLst>
                                    </p:anim>
                                    <p:animEffect transition="in" filter="fade">
                                      <p:cBhvr>
                                        <p:cTn id="59" dur="500"/>
                                        <p:tgtEl>
                                          <p:spTgt spid="38"/>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39"/>
                                        </p:tgtEl>
                                        <p:attrNameLst>
                                          <p:attrName>style.visibility</p:attrName>
                                        </p:attrNameLst>
                                      </p:cBhvr>
                                      <p:to>
                                        <p:strVal val="visible"/>
                                      </p:to>
                                    </p:set>
                                    <p:anim calcmode="lin" valueType="num">
                                      <p:cBhvr>
                                        <p:cTn id="62" dur="500" fill="hold"/>
                                        <p:tgtEl>
                                          <p:spTgt spid="39"/>
                                        </p:tgtEl>
                                        <p:attrNameLst>
                                          <p:attrName>ppt_w</p:attrName>
                                        </p:attrNameLst>
                                      </p:cBhvr>
                                      <p:tavLst>
                                        <p:tav tm="0">
                                          <p:val>
                                            <p:fltVal val="0"/>
                                          </p:val>
                                        </p:tav>
                                        <p:tav tm="100000">
                                          <p:val>
                                            <p:strVal val="#ppt_w"/>
                                          </p:val>
                                        </p:tav>
                                      </p:tavLst>
                                    </p:anim>
                                    <p:anim calcmode="lin" valueType="num">
                                      <p:cBhvr>
                                        <p:cTn id="63" dur="500" fill="hold"/>
                                        <p:tgtEl>
                                          <p:spTgt spid="39"/>
                                        </p:tgtEl>
                                        <p:attrNameLst>
                                          <p:attrName>ppt_h</p:attrName>
                                        </p:attrNameLst>
                                      </p:cBhvr>
                                      <p:tavLst>
                                        <p:tav tm="0">
                                          <p:val>
                                            <p:fltVal val="0"/>
                                          </p:val>
                                        </p:tav>
                                        <p:tav tm="100000">
                                          <p:val>
                                            <p:strVal val="#ppt_h"/>
                                          </p:val>
                                        </p:tav>
                                      </p:tavLst>
                                    </p:anim>
                                    <p:animEffect transition="in" filter="fade">
                                      <p:cBhvr>
                                        <p:cTn id="64" dur="500"/>
                                        <p:tgtEl>
                                          <p:spTgt spid="39"/>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anim calcmode="lin" valueType="num">
                                      <p:cBhvr>
                                        <p:cTn id="67" dur="500" fill="hold"/>
                                        <p:tgtEl>
                                          <p:spTgt spid="40"/>
                                        </p:tgtEl>
                                        <p:attrNameLst>
                                          <p:attrName>ppt_w</p:attrName>
                                        </p:attrNameLst>
                                      </p:cBhvr>
                                      <p:tavLst>
                                        <p:tav tm="0">
                                          <p:val>
                                            <p:fltVal val="0"/>
                                          </p:val>
                                        </p:tav>
                                        <p:tav tm="100000">
                                          <p:val>
                                            <p:strVal val="#ppt_w"/>
                                          </p:val>
                                        </p:tav>
                                      </p:tavLst>
                                    </p:anim>
                                    <p:anim calcmode="lin" valueType="num">
                                      <p:cBhvr>
                                        <p:cTn id="68" dur="500" fill="hold"/>
                                        <p:tgtEl>
                                          <p:spTgt spid="40"/>
                                        </p:tgtEl>
                                        <p:attrNameLst>
                                          <p:attrName>ppt_h</p:attrName>
                                        </p:attrNameLst>
                                      </p:cBhvr>
                                      <p:tavLst>
                                        <p:tav tm="0">
                                          <p:val>
                                            <p:fltVal val="0"/>
                                          </p:val>
                                        </p:tav>
                                        <p:tav tm="100000">
                                          <p:val>
                                            <p:strVal val="#ppt_h"/>
                                          </p:val>
                                        </p:tav>
                                      </p:tavLst>
                                    </p:anim>
                                    <p:animEffect transition="in" filter="fade">
                                      <p:cBhvr>
                                        <p:cTn id="69" dur="500"/>
                                        <p:tgtEl>
                                          <p:spTgt spid="40"/>
                                        </p:tgtEl>
                                      </p:cBhvr>
                                    </p:animEffect>
                                  </p:childTnLst>
                                </p:cTn>
                              </p:par>
                              <p:par>
                                <p:cTn id="70" presetID="53" presetClass="entr" presetSubtype="16" fill="hold" nodeType="withEffect">
                                  <p:stCondLst>
                                    <p:cond delay="0"/>
                                  </p:stCondLst>
                                  <p:childTnLst>
                                    <p:set>
                                      <p:cBhvr>
                                        <p:cTn id="71" dur="1" fill="hold">
                                          <p:stCondLst>
                                            <p:cond delay="0"/>
                                          </p:stCondLst>
                                        </p:cTn>
                                        <p:tgtEl>
                                          <p:spTgt spid="41"/>
                                        </p:tgtEl>
                                        <p:attrNameLst>
                                          <p:attrName>style.visibility</p:attrName>
                                        </p:attrNameLst>
                                      </p:cBhvr>
                                      <p:to>
                                        <p:strVal val="visible"/>
                                      </p:to>
                                    </p:set>
                                    <p:anim calcmode="lin" valueType="num">
                                      <p:cBhvr>
                                        <p:cTn id="72" dur="500" fill="hold"/>
                                        <p:tgtEl>
                                          <p:spTgt spid="41"/>
                                        </p:tgtEl>
                                        <p:attrNameLst>
                                          <p:attrName>ppt_w</p:attrName>
                                        </p:attrNameLst>
                                      </p:cBhvr>
                                      <p:tavLst>
                                        <p:tav tm="0">
                                          <p:val>
                                            <p:fltVal val="0"/>
                                          </p:val>
                                        </p:tav>
                                        <p:tav tm="100000">
                                          <p:val>
                                            <p:strVal val="#ppt_w"/>
                                          </p:val>
                                        </p:tav>
                                      </p:tavLst>
                                    </p:anim>
                                    <p:anim calcmode="lin" valueType="num">
                                      <p:cBhvr>
                                        <p:cTn id="73" dur="500" fill="hold"/>
                                        <p:tgtEl>
                                          <p:spTgt spid="41"/>
                                        </p:tgtEl>
                                        <p:attrNameLst>
                                          <p:attrName>ppt_h</p:attrName>
                                        </p:attrNameLst>
                                      </p:cBhvr>
                                      <p:tavLst>
                                        <p:tav tm="0">
                                          <p:val>
                                            <p:fltVal val="0"/>
                                          </p:val>
                                        </p:tav>
                                        <p:tav tm="100000">
                                          <p:val>
                                            <p:strVal val="#ppt_h"/>
                                          </p:val>
                                        </p:tav>
                                      </p:tavLst>
                                    </p:anim>
                                    <p:animEffect transition="in" filter="fade">
                                      <p:cBhvr>
                                        <p:cTn id="74" dur="500"/>
                                        <p:tgtEl>
                                          <p:spTgt spid="41"/>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47"/>
                                        </p:tgtEl>
                                        <p:attrNameLst>
                                          <p:attrName>style.visibility</p:attrName>
                                        </p:attrNameLst>
                                      </p:cBhvr>
                                      <p:to>
                                        <p:strVal val="visible"/>
                                      </p:to>
                                    </p:set>
                                    <p:anim calcmode="lin" valueType="num">
                                      <p:cBhvr>
                                        <p:cTn id="77" dur="500" fill="hold"/>
                                        <p:tgtEl>
                                          <p:spTgt spid="47"/>
                                        </p:tgtEl>
                                        <p:attrNameLst>
                                          <p:attrName>ppt_w</p:attrName>
                                        </p:attrNameLst>
                                      </p:cBhvr>
                                      <p:tavLst>
                                        <p:tav tm="0">
                                          <p:val>
                                            <p:fltVal val="0"/>
                                          </p:val>
                                        </p:tav>
                                        <p:tav tm="100000">
                                          <p:val>
                                            <p:strVal val="#ppt_w"/>
                                          </p:val>
                                        </p:tav>
                                      </p:tavLst>
                                    </p:anim>
                                    <p:anim calcmode="lin" valueType="num">
                                      <p:cBhvr>
                                        <p:cTn id="78" dur="500" fill="hold"/>
                                        <p:tgtEl>
                                          <p:spTgt spid="47"/>
                                        </p:tgtEl>
                                        <p:attrNameLst>
                                          <p:attrName>ppt_h</p:attrName>
                                        </p:attrNameLst>
                                      </p:cBhvr>
                                      <p:tavLst>
                                        <p:tav tm="0">
                                          <p:val>
                                            <p:fltVal val="0"/>
                                          </p:val>
                                        </p:tav>
                                        <p:tav tm="100000">
                                          <p:val>
                                            <p:strVal val="#ppt_h"/>
                                          </p:val>
                                        </p:tav>
                                      </p:tavLst>
                                    </p:anim>
                                    <p:animEffect transition="in" filter="fade">
                                      <p:cBhvr>
                                        <p:cTn id="79" dur="500"/>
                                        <p:tgtEl>
                                          <p:spTgt spid="47"/>
                                        </p:tgtEl>
                                      </p:cBhvr>
                                    </p:animEffect>
                                  </p:childTnLst>
                                </p:cTn>
                              </p:par>
                              <p:par>
                                <p:cTn id="80" presetID="53" presetClass="entr" presetSubtype="16" fill="hold" grpId="0" nodeType="withEffect">
                                  <p:stCondLst>
                                    <p:cond delay="0"/>
                                  </p:stCondLst>
                                  <p:childTnLst>
                                    <p:set>
                                      <p:cBhvr>
                                        <p:cTn id="81" dur="1" fill="hold">
                                          <p:stCondLst>
                                            <p:cond delay="0"/>
                                          </p:stCondLst>
                                        </p:cTn>
                                        <p:tgtEl>
                                          <p:spTgt spid="48"/>
                                        </p:tgtEl>
                                        <p:attrNameLst>
                                          <p:attrName>style.visibility</p:attrName>
                                        </p:attrNameLst>
                                      </p:cBhvr>
                                      <p:to>
                                        <p:strVal val="visible"/>
                                      </p:to>
                                    </p:set>
                                    <p:anim calcmode="lin" valueType="num">
                                      <p:cBhvr>
                                        <p:cTn id="82" dur="500" fill="hold"/>
                                        <p:tgtEl>
                                          <p:spTgt spid="48"/>
                                        </p:tgtEl>
                                        <p:attrNameLst>
                                          <p:attrName>ppt_w</p:attrName>
                                        </p:attrNameLst>
                                      </p:cBhvr>
                                      <p:tavLst>
                                        <p:tav tm="0">
                                          <p:val>
                                            <p:fltVal val="0"/>
                                          </p:val>
                                        </p:tav>
                                        <p:tav tm="100000">
                                          <p:val>
                                            <p:strVal val="#ppt_w"/>
                                          </p:val>
                                        </p:tav>
                                      </p:tavLst>
                                    </p:anim>
                                    <p:anim calcmode="lin" valueType="num">
                                      <p:cBhvr>
                                        <p:cTn id="83" dur="500" fill="hold"/>
                                        <p:tgtEl>
                                          <p:spTgt spid="48"/>
                                        </p:tgtEl>
                                        <p:attrNameLst>
                                          <p:attrName>ppt_h</p:attrName>
                                        </p:attrNameLst>
                                      </p:cBhvr>
                                      <p:tavLst>
                                        <p:tav tm="0">
                                          <p:val>
                                            <p:fltVal val="0"/>
                                          </p:val>
                                        </p:tav>
                                        <p:tav tm="100000">
                                          <p:val>
                                            <p:strVal val="#ppt_h"/>
                                          </p:val>
                                        </p:tav>
                                      </p:tavLst>
                                    </p:anim>
                                    <p:animEffect transition="in" filter="fade">
                                      <p:cBhvr>
                                        <p:cTn id="84" dur="500"/>
                                        <p:tgtEl>
                                          <p:spTgt spid="48"/>
                                        </p:tgtEl>
                                      </p:cBhvr>
                                    </p:animEffect>
                                  </p:childTnLst>
                                </p:cTn>
                              </p:par>
                              <p:par>
                                <p:cTn id="85" presetID="53" presetClass="entr" presetSubtype="16" fill="hold" grpId="0" nodeType="withEffect">
                                  <p:stCondLst>
                                    <p:cond delay="0"/>
                                  </p:stCondLst>
                                  <p:childTnLst>
                                    <p:set>
                                      <p:cBhvr>
                                        <p:cTn id="86" dur="1" fill="hold">
                                          <p:stCondLst>
                                            <p:cond delay="0"/>
                                          </p:stCondLst>
                                        </p:cTn>
                                        <p:tgtEl>
                                          <p:spTgt spid="49"/>
                                        </p:tgtEl>
                                        <p:attrNameLst>
                                          <p:attrName>style.visibility</p:attrName>
                                        </p:attrNameLst>
                                      </p:cBhvr>
                                      <p:to>
                                        <p:strVal val="visible"/>
                                      </p:to>
                                    </p:set>
                                    <p:anim calcmode="lin" valueType="num">
                                      <p:cBhvr>
                                        <p:cTn id="87" dur="500" fill="hold"/>
                                        <p:tgtEl>
                                          <p:spTgt spid="49"/>
                                        </p:tgtEl>
                                        <p:attrNameLst>
                                          <p:attrName>ppt_w</p:attrName>
                                        </p:attrNameLst>
                                      </p:cBhvr>
                                      <p:tavLst>
                                        <p:tav tm="0">
                                          <p:val>
                                            <p:fltVal val="0"/>
                                          </p:val>
                                        </p:tav>
                                        <p:tav tm="100000">
                                          <p:val>
                                            <p:strVal val="#ppt_w"/>
                                          </p:val>
                                        </p:tav>
                                      </p:tavLst>
                                    </p:anim>
                                    <p:anim calcmode="lin" valueType="num">
                                      <p:cBhvr>
                                        <p:cTn id="88" dur="500" fill="hold"/>
                                        <p:tgtEl>
                                          <p:spTgt spid="49"/>
                                        </p:tgtEl>
                                        <p:attrNameLst>
                                          <p:attrName>ppt_h</p:attrName>
                                        </p:attrNameLst>
                                      </p:cBhvr>
                                      <p:tavLst>
                                        <p:tav tm="0">
                                          <p:val>
                                            <p:fltVal val="0"/>
                                          </p:val>
                                        </p:tav>
                                        <p:tav tm="100000">
                                          <p:val>
                                            <p:strVal val="#ppt_h"/>
                                          </p:val>
                                        </p:tav>
                                      </p:tavLst>
                                    </p:anim>
                                    <p:animEffect transition="in" filter="fade">
                                      <p:cBhvr>
                                        <p:cTn id="89" dur="500"/>
                                        <p:tgtEl>
                                          <p:spTgt spid="49"/>
                                        </p:tgtEl>
                                      </p:cBhvr>
                                    </p:animEffect>
                                  </p:childTnLst>
                                </p:cTn>
                              </p:par>
                              <p:par>
                                <p:cTn id="90" presetID="53" presetClass="entr" presetSubtype="16" fill="hold" grpId="0" nodeType="withEffect">
                                  <p:stCondLst>
                                    <p:cond delay="0"/>
                                  </p:stCondLst>
                                  <p:childTnLst>
                                    <p:set>
                                      <p:cBhvr>
                                        <p:cTn id="91" dur="1" fill="hold">
                                          <p:stCondLst>
                                            <p:cond delay="0"/>
                                          </p:stCondLst>
                                        </p:cTn>
                                        <p:tgtEl>
                                          <p:spTgt spid="50"/>
                                        </p:tgtEl>
                                        <p:attrNameLst>
                                          <p:attrName>style.visibility</p:attrName>
                                        </p:attrNameLst>
                                      </p:cBhvr>
                                      <p:to>
                                        <p:strVal val="visible"/>
                                      </p:to>
                                    </p:set>
                                    <p:anim calcmode="lin" valueType="num">
                                      <p:cBhvr>
                                        <p:cTn id="92" dur="500" fill="hold"/>
                                        <p:tgtEl>
                                          <p:spTgt spid="50"/>
                                        </p:tgtEl>
                                        <p:attrNameLst>
                                          <p:attrName>ppt_w</p:attrName>
                                        </p:attrNameLst>
                                      </p:cBhvr>
                                      <p:tavLst>
                                        <p:tav tm="0">
                                          <p:val>
                                            <p:fltVal val="0"/>
                                          </p:val>
                                        </p:tav>
                                        <p:tav tm="100000">
                                          <p:val>
                                            <p:strVal val="#ppt_w"/>
                                          </p:val>
                                        </p:tav>
                                      </p:tavLst>
                                    </p:anim>
                                    <p:anim calcmode="lin" valueType="num">
                                      <p:cBhvr>
                                        <p:cTn id="93" dur="500" fill="hold"/>
                                        <p:tgtEl>
                                          <p:spTgt spid="50"/>
                                        </p:tgtEl>
                                        <p:attrNameLst>
                                          <p:attrName>ppt_h</p:attrName>
                                        </p:attrNameLst>
                                      </p:cBhvr>
                                      <p:tavLst>
                                        <p:tav tm="0">
                                          <p:val>
                                            <p:fltVal val="0"/>
                                          </p:val>
                                        </p:tav>
                                        <p:tav tm="100000">
                                          <p:val>
                                            <p:strVal val="#ppt_h"/>
                                          </p:val>
                                        </p:tav>
                                      </p:tavLst>
                                    </p:anim>
                                    <p:animEffect transition="in" filter="fade">
                                      <p:cBhvr>
                                        <p:cTn id="94" dur="500"/>
                                        <p:tgtEl>
                                          <p:spTgt spid="50"/>
                                        </p:tgtEl>
                                      </p:cBhvr>
                                    </p:animEffect>
                                  </p:childTnLst>
                                </p:cTn>
                              </p:par>
                              <p:par>
                                <p:cTn id="95" presetID="53" presetClass="entr" presetSubtype="16" fill="hold" grpId="0" nodeType="withEffect">
                                  <p:stCondLst>
                                    <p:cond delay="0"/>
                                  </p:stCondLst>
                                  <p:childTnLst>
                                    <p:set>
                                      <p:cBhvr>
                                        <p:cTn id="96" dur="1" fill="hold">
                                          <p:stCondLst>
                                            <p:cond delay="0"/>
                                          </p:stCondLst>
                                        </p:cTn>
                                        <p:tgtEl>
                                          <p:spTgt spid="51"/>
                                        </p:tgtEl>
                                        <p:attrNameLst>
                                          <p:attrName>style.visibility</p:attrName>
                                        </p:attrNameLst>
                                      </p:cBhvr>
                                      <p:to>
                                        <p:strVal val="visible"/>
                                      </p:to>
                                    </p:set>
                                    <p:anim calcmode="lin" valueType="num">
                                      <p:cBhvr>
                                        <p:cTn id="97" dur="500" fill="hold"/>
                                        <p:tgtEl>
                                          <p:spTgt spid="51"/>
                                        </p:tgtEl>
                                        <p:attrNameLst>
                                          <p:attrName>ppt_w</p:attrName>
                                        </p:attrNameLst>
                                      </p:cBhvr>
                                      <p:tavLst>
                                        <p:tav tm="0">
                                          <p:val>
                                            <p:fltVal val="0"/>
                                          </p:val>
                                        </p:tav>
                                        <p:tav tm="100000">
                                          <p:val>
                                            <p:strVal val="#ppt_w"/>
                                          </p:val>
                                        </p:tav>
                                      </p:tavLst>
                                    </p:anim>
                                    <p:anim calcmode="lin" valueType="num">
                                      <p:cBhvr>
                                        <p:cTn id="98" dur="500" fill="hold"/>
                                        <p:tgtEl>
                                          <p:spTgt spid="51"/>
                                        </p:tgtEl>
                                        <p:attrNameLst>
                                          <p:attrName>ppt_h</p:attrName>
                                        </p:attrNameLst>
                                      </p:cBhvr>
                                      <p:tavLst>
                                        <p:tav tm="0">
                                          <p:val>
                                            <p:fltVal val="0"/>
                                          </p:val>
                                        </p:tav>
                                        <p:tav tm="100000">
                                          <p:val>
                                            <p:strVal val="#ppt_h"/>
                                          </p:val>
                                        </p:tav>
                                      </p:tavLst>
                                    </p:anim>
                                    <p:animEffect transition="in" filter="fade">
                                      <p:cBhvr>
                                        <p:cTn id="99" dur="500"/>
                                        <p:tgtEl>
                                          <p:spTgt spid="51"/>
                                        </p:tgtEl>
                                      </p:cBhvr>
                                    </p:animEffect>
                                  </p:childTnLst>
                                </p:cTn>
                              </p:par>
                              <p:par>
                                <p:cTn id="100" presetID="53" presetClass="entr" presetSubtype="16" fill="hold" grpId="0" nodeType="withEffect">
                                  <p:stCondLst>
                                    <p:cond delay="0"/>
                                  </p:stCondLst>
                                  <p:childTnLst>
                                    <p:set>
                                      <p:cBhvr>
                                        <p:cTn id="101" dur="1" fill="hold">
                                          <p:stCondLst>
                                            <p:cond delay="0"/>
                                          </p:stCondLst>
                                        </p:cTn>
                                        <p:tgtEl>
                                          <p:spTgt spid="52"/>
                                        </p:tgtEl>
                                        <p:attrNameLst>
                                          <p:attrName>style.visibility</p:attrName>
                                        </p:attrNameLst>
                                      </p:cBhvr>
                                      <p:to>
                                        <p:strVal val="visible"/>
                                      </p:to>
                                    </p:set>
                                    <p:anim calcmode="lin" valueType="num">
                                      <p:cBhvr>
                                        <p:cTn id="102" dur="500" fill="hold"/>
                                        <p:tgtEl>
                                          <p:spTgt spid="52"/>
                                        </p:tgtEl>
                                        <p:attrNameLst>
                                          <p:attrName>ppt_w</p:attrName>
                                        </p:attrNameLst>
                                      </p:cBhvr>
                                      <p:tavLst>
                                        <p:tav tm="0">
                                          <p:val>
                                            <p:fltVal val="0"/>
                                          </p:val>
                                        </p:tav>
                                        <p:tav tm="100000">
                                          <p:val>
                                            <p:strVal val="#ppt_w"/>
                                          </p:val>
                                        </p:tav>
                                      </p:tavLst>
                                    </p:anim>
                                    <p:anim calcmode="lin" valueType="num">
                                      <p:cBhvr>
                                        <p:cTn id="103" dur="500" fill="hold"/>
                                        <p:tgtEl>
                                          <p:spTgt spid="52"/>
                                        </p:tgtEl>
                                        <p:attrNameLst>
                                          <p:attrName>ppt_h</p:attrName>
                                        </p:attrNameLst>
                                      </p:cBhvr>
                                      <p:tavLst>
                                        <p:tav tm="0">
                                          <p:val>
                                            <p:fltVal val="0"/>
                                          </p:val>
                                        </p:tav>
                                        <p:tav tm="100000">
                                          <p:val>
                                            <p:strVal val="#ppt_h"/>
                                          </p:val>
                                        </p:tav>
                                      </p:tavLst>
                                    </p:anim>
                                    <p:animEffect transition="in" filter="fade">
                                      <p:cBhvr>
                                        <p:cTn id="104" dur="500"/>
                                        <p:tgtEl>
                                          <p:spTgt spid="52"/>
                                        </p:tgtEl>
                                      </p:cBhvr>
                                    </p:animEffect>
                                  </p:childTnLst>
                                </p:cTn>
                              </p:par>
                              <p:par>
                                <p:cTn id="105" presetID="53" presetClass="entr" presetSubtype="16" fill="hold" grpId="0" nodeType="withEffect">
                                  <p:stCondLst>
                                    <p:cond delay="0"/>
                                  </p:stCondLst>
                                  <p:childTnLst>
                                    <p:set>
                                      <p:cBhvr>
                                        <p:cTn id="106" dur="1" fill="hold">
                                          <p:stCondLst>
                                            <p:cond delay="0"/>
                                          </p:stCondLst>
                                        </p:cTn>
                                        <p:tgtEl>
                                          <p:spTgt spid="53"/>
                                        </p:tgtEl>
                                        <p:attrNameLst>
                                          <p:attrName>style.visibility</p:attrName>
                                        </p:attrNameLst>
                                      </p:cBhvr>
                                      <p:to>
                                        <p:strVal val="visible"/>
                                      </p:to>
                                    </p:set>
                                    <p:anim calcmode="lin" valueType="num">
                                      <p:cBhvr>
                                        <p:cTn id="107" dur="500" fill="hold"/>
                                        <p:tgtEl>
                                          <p:spTgt spid="53"/>
                                        </p:tgtEl>
                                        <p:attrNameLst>
                                          <p:attrName>ppt_w</p:attrName>
                                        </p:attrNameLst>
                                      </p:cBhvr>
                                      <p:tavLst>
                                        <p:tav tm="0">
                                          <p:val>
                                            <p:fltVal val="0"/>
                                          </p:val>
                                        </p:tav>
                                        <p:tav tm="100000">
                                          <p:val>
                                            <p:strVal val="#ppt_w"/>
                                          </p:val>
                                        </p:tav>
                                      </p:tavLst>
                                    </p:anim>
                                    <p:anim calcmode="lin" valueType="num">
                                      <p:cBhvr>
                                        <p:cTn id="108" dur="500" fill="hold"/>
                                        <p:tgtEl>
                                          <p:spTgt spid="53"/>
                                        </p:tgtEl>
                                        <p:attrNameLst>
                                          <p:attrName>ppt_h</p:attrName>
                                        </p:attrNameLst>
                                      </p:cBhvr>
                                      <p:tavLst>
                                        <p:tav tm="0">
                                          <p:val>
                                            <p:fltVal val="0"/>
                                          </p:val>
                                        </p:tav>
                                        <p:tav tm="100000">
                                          <p:val>
                                            <p:strVal val="#ppt_h"/>
                                          </p:val>
                                        </p:tav>
                                      </p:tavLst>
                                    </p:anim>
                                    <p:animEffect transition="in" filter="fade">
                                      <p:cBhvr>
                                        <p:cTn id="109" dur="500"/>
                                        <p:tgtEl>
                                          <p:spTgt spid="53"/>
                                        </p:tgtEl>
                                      </p:cBhvr>
                                    </p:animEffect>
                                  </p:childTnLst>
                                </p:cTn>
                              </p:par>
                              <p:par>
                                <p:cTn id="110" presetID="53" presetClass="entr" presetSubtype="16" fill="hold" grpId="0" nodeType="withEffect">
                                  <p:stCondLst>
                                    <p:cond delay="0"/>
                                  </p:stCondLst>
                                  <p:childTnLst>
                                    <p:set>
                                      <p:cBhvr>
                                        <p:cTn id="111" dur="1" fill="hold">
                                          <p:stCondLst>
                                            <p:cond delay="0"/>
                                          </p:stCondLst>
                                        </p:cTn>
                                        <p:tgtEl>
                                          <p:spTgt spid="54"/>
                                        </p:tgtEl>
                                        <p:attrNameLst>
                                          <p:attrName>style.visibility</p:attrName>
                                        </p:attrNameLst>
                                      </p:cBhvr>
                                      <p:to>
                                        <p:strVal val="visible"/>
                                      </p:to>
                                    </p:set>
                                    <p:anim calcmode="lin" valueType="num">
                                      <p:cBhvr>
                                        <p:cTn id="112" dur="500" fill="hold"/>
                                        <p:tgtEl>
                                          <p:spTgt spid="54"/>
                                        </p:tgtEl>
                                        <p:attrNameLst>
                                          <p:attrName>ppt_w</p:attrName>
                                        </p:attrNameLst>
                                      </p:cBhvr>
                                      <p:tavLst>
                                        <p:tav tm="0">
                                          <p:val>
                                            <p:fltVal val="0"/>
                                          </p:val>
                                        </p:tav>
                                        <p:tav tm="100000">
                                          <p:val>
                                            <p:strVal val="#ppt_w"/>
                                          </p:val>
                                        </p:tav>
                                      </p:tavLst>
                                    </p:anim>
                                    <p:anim calcmode="lin" valueType="num">
                                      <p:cBhvr>
                                        <p:cTn id="113" dur="500" fill="hold"/>
                                        <p:tgtEl>
                                          <p:spTgt spid="54"/>
                                        </p:tgtEl>
                                        <p:attrNameLst>
                                          <p:attrName>ppt_h</p:attrName>
                                        </p:attrNameLst>
                                      </p:cBhvr>
                                      <p:tavLst>
                                        <p:tav tm="0">
                                          <p:val>
                                            <p:fltVal val="0"/>
                                          </p:val>
                                        </p:tav>
                                        <p:tav tm="100000">
                                          <p:val>
                                            <p:strVal val="#ppt_h"/>
                                          </p:val>
                                        </p:tav>
                                      </p:tavLst>
                                    </p:anim>
                                    <p:animEffect transition="in" filter="fade">
                                      <p:cBhvr>
                                        <p:cTn id="114" dur="500"/>
                                        <p:tgtEl>
                                          <p:spTgt spid="54"/>
                                        </p:tgtEl>
                                      </p:cBhvr>
                                    </p:animEffect>
                                  </p:childTnLst>
                                </p:cTn>
                              </p:par>
                              <p:par>
                                <p:cTn id="115" presetID="53" presetClass="entr" presetSubtype="16" fill="hold" grpId="0" nodeType="withEffect">
                                  <p:stCondLst>
                                    <p:cond delay="0"/>
                                  </p:stCondLst>
                                  <p:childTnLst>
                                    <p:set>
                                      <p:cBhvr>
                                        <p:cTn id="116" dur="1" fill="hold">
                                          <p:stCondLst>
                                            <p:cond delay="0"/>
                                          </p:stCondLst>
                                        </p:cTn>
                                        <p:tgtEl>
                                          <p:spTgt spid="55"/>
                                        </p:tgtEl>
                                        <p:attrNameLst>
                                          <p:attrName>style.visibility</p:attrName>
                                        </p:attrNameLst>
                                      </p:cBhvr>
                                      <p:to>
                                        <p:strVal val="visible"/>
                                      </p:to>
                                    </p:set>
                                    <p:anim calcmode="lin" valueType="num">
                                      <p:cBhvr>
                                        <p:cTn id="117" dur="500" fill="hold"/>
                                        <p:tgtEl>
                                          <p:spTgt spid="55"/>
                                        </p:tgtEl>
                                        <p:attrNameLst>
                                          <p:attrName>ppt_w</p:attrName>
                                        </p:attrNameLst>
                                      </p:cBhvr>
                                      <p:tavLst>
                                        <p:tav tm="0">
                                          <p:val>
                                            <p:fltVal val="0"/>
                                          </p:val>
                                        </p:tav>
                                        <p:tav tm="100000">
                                          <p:val>
                                            <p:strVal val="#ppt_w"/>
                                          </p:val>
                                        </p:tav>
                                      </p:tavLst>
                                    </p:anim>
                                    <p:anim calcmode="lin" valueType="num">
                                      <p:cBhvr>
                                        <p:cTn id="118" dur="500" fill="hold"/>
                                        <p:tgtEl>
                                          <p:spTgt spid="55"/>
                                        </p:tgtEl>
                                        <p:attrNameLst>
                                          <p:attrName>ppt_h</p:attrName>
                                        </p:attrNameLst>
                                      </p:cBhvr>
                                      <p:tavLst>
                                        <p:tav tm="0">
                                          <p:val>
                                            <p:fltVal val="0"/>
                                          </p:val>
                                        </p:tav>
                                        <p:tav tm="100000">
                                          <p:val>
                                            <p:strVal val="#ppt_h"/>
                                          </p:val>
                                        </p:tav>
                                      </p:tavLst>
                                    </p:anim>
                                    <p:animEffect transition="in" filter="fade">
                                      <p:cBhvr>
                                        <p:cTn id="119" dur="500"/>
                                        <p:tgtEl>
                                          <p:spTgt spid="55"/>
                                        </p:tgtEl>
                                      </p:cBhvr>
                                    </p:animEffect>
                                  </p:childTnLst>
                                </p:cTn>
                              </p:par>
                              <p:par>
                                <p:cTn id="120" presetID="53" presetClass="entr" presetSubtype="16" fill="hold" grpId="0" nodeType="withEffect">
                                  <p:stCondLst>
                                    <p:cond delay="0"/>
                                  </p:stCondLst>
                                  <p:childTnLst>
                                    <p:set>
                                      <p:cBhvr>
                                        <p:cTn id="121" dur="1" fill="hold">
                                          <p:stCondLst>
                                            <p:cond delay="0"/>
                                          </p:stCondLst>
                                        </p:cTn>
                                        <p:tgtEl>
                                          <p:spTgt spid="56"/>
                                        </p:tgtEl>
                                        <p:attrNameLst>
                                          <p:attrName>style.visibility</p:attrName>
                                        </p:attrNameLst>
                                      </p:cBhvr>
                                      <p:to>
                                        <p:strVal val="visible"/>
                                      </p:to>
                                    </p:set>
                                    <p:anim calcmode="lin" valueType="num">
                                      <p:cBhvr>
                                        <p:cTn id="122" dur="500" fill="hold"/>
                                        <p:tgtEl>
                                          <p:spTgt spid="56"/>
                                        </p:tgtEl>
                                        <p:attrNameLst>
                                          <p:attrName>ppt_w</p:attrName>
                                        </p:attrNameLst>
                                      </p:cBhvr>
                                      <p:tavLst>
                                        <p:tav tm="0">
                                          <p:val>
                                            <p:fltVal val="0"/>
                                          </p:val>
                                        </p:tav>
                                        <p:tav tm="100000">
                                          <p:val>
                                            <p:strVal val="#ppt_w"/>
                                          </p:val>
                                        </p:tav>
                                      </p:tavLst>
                                    </p:anim>
                                    <p:anim calcmode="lin" valueType="num">
                                      <p:cBhvr>
                                        <p:cTn id="123" dur="500" fill="hold"/>
                                        <p:tgtEl>
                                          <p:spTgt spid="56"/>
                                        </p:tgtEl>
                                        <p:attrNameLst>
                                          <p:attrName>ppt_h</p:attrName>
                                        </p:attrNameLst>
                                      </p:cBhvr>
                                      <p:tavLst>
                                        <p:tav tm="0">
                                          <p:val>
                                            <p:fltVal val="0"/>
                                          </p:val>
                                        </p:tav>
                                        <p:tav tm="100000">
                                          <p:val>
                                            <p:strVal val="#ppt_h"/>
                                          </p:val>
                                        </p:tav>
                                      </p:tavLst>
                                    </p:anim>
                                    <p:animEffect transition="in" filter="fade">
                                      <p:cBhvr>
                                        <p:cTn id="124" dur="500"/>
                                        <p:tgtEl>
                                          <p:spTgt spid="56"/>
                                        </p:tgtEl>
                                      </p:cBhvr>
                                    </p:animEffect>
                                  </p:childTnLst>
                                </p:cTn>
                              </p:par>
                              <p:par>
                                <p:cTn id="125" presetID="53" presetClass="entr" presetSubtype="16" fill="hold" grpId="0" nodeType="withEffect">
                                  <p:stCondLst>
                                    <p:cond delay="0"/>
                                  </p:stCondLst>
                                  <p:childTnLst>
                                    <p:set>
                                      <p:cBhvr>
                                        <p:cTn id="126" dur="1" fill="hold">
                                          <p:stCondLst>
                                            <p:cond delay="0"/>
                                          </p:stCondLst>
                                        </p:cTn>
                                        <p:tgtEl>
                                          <p:spTgt spid="57"/>
                                        </p:tgtEl>
                                        <p:attrNameLst>
                                          <p:attrName>style.visibility</p:attrName>
                                        </p:attrNameLst>
                                      </p:cBhvr>
                                      <p:to>
                                        <p:strVal val="visible"/>
                                      </p:to>
                                    </p:set>
                                    <p:anim calcmode="lin" valueType="num">
                                      <p:cBhvr>
                                        <p:cTn id="127" dur="500" fill="hold"/>
                                        <p:tgtEl>
                                          <p:spTgt spid="57"/>
                                        </p:tgtEl>
                                        <p:attrNameLst>
                                          <p:attrName>ppt_w</p:attrName>
                                        </p:attrNameLst>
                                      </p:cBhvr>
                                      <p:tavLst>
                                        <p:tav tm="0">
                                          <p:val>
                                            <p:fltVal val="0"/>
                                          </p:val>
                                        </p:tav>
                                        <p:tav tm="100000">
                                          <p:val>
                                            <p:strVal val="#ppt_w"/>
                                          </p:val>
                                        </p:tav>
                                      </p:tavLst>
                                    </p:anim>
                                    <p:anim calcmode="lin" valueType="num">
                                      <p:cBhvr>
                                        <p:cTn id="128" dur="500" fill="hold"/>
                                        <p:tgtEl>
                                          <p:spTgt spid="57"/>
                                        </p:tgtEl>
                                        <p:attrNameLst>
                                          <p:attrName>ppt_h</p:attrName>
                                        </p:attrNameLst>
                                      </p:cBhvr>
                                      <p:tavLst>
                                        <p:tav tm="0">
                                          <p:val>
                                            <p:fltVal val="0"/>
                                          </p:val>
                                        </p:tav>
                                        <p:tav tm="100000">
                                          <p:val>
                                            <p:strVal val="#ppt_h"/>
                                          </p:val>
                                        </p:tav>
                                      </p:tavLst>
                                    </p:anim>
                                    <p:animEffect transition="in" filter="fade">
                                      <p:cBhvr>
                                        <p:cTn id="129"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3" grpId="1" animBg="1"/>
      <p:bldP spid="34" grpId="0" animBg="1"/>
      <p:bldP spid="34" grpId="1" animBg="1"/>
      <p:bldP spid="35" grpId="0" animBg="1"/>
      <p:bldP spid="35" grpId="1" animBg="1"/>
      <p:bldP spid="36" grpId="0" animBg="1"/>
      <p:bldP spid="36" grpId="1" animBg="1"/>
      <p:bldP spid="37" grpId="0" animBg="1"/>
      <p:bldP spid="37" grpId="1" animBg="1"/>
      <p:bldP spid="38" grpId="0" animBg="1"/>
      <p:bldP spid="38" grpId="1" animBg="1"/>
      <p:bldP spid="39" grpId="0" animBg="1"/>
      <p:bldP spid="39" grpId="1" animBg="1"/>
      <p:bldP spid="40" grpId="0" animBg="1"/>
      <p:bldP spid="40" grpId="1" animBg="1"/>
      <p:bldP spid="47" grpId="0" animBg="1"/>
      <p:bldP spid="47" grpId="1" animBg="1"/>
      <p:bldP spid="48" grpId="0" animBg="1"/>
      <p:bldP spid="48" grpId="1" animBg="1"/>
      <p:bldP spid="49" grpId="0" animBg="1"/>
      <p:bldP spid="49" grpId="1" animBg="1"/>
      <p:bldP spid="50" grpId="0"/>
      <p:bldP spid="50" grpId="1"/>
      <p:bldP spid="51" grpId="0"/>
      <p:bldP spid="51" grpId="1"/>
      <p:bldP spid="52" grpId="0"/>
      <p:bldP spid="52" grpId="1"/>
      <p:bldP spid="53" grpId="0"/>
      <p:bldP spid="53" grpId="1"/>
      <p:bldP spid="54" grpId="0"/>
      <p:bldP spid="54" grpId="1"/>
      <p:bldP spid="55" grpId="0"/>
      <p:bldP spid="55" grpId="1"/>
      <p:bldP spid="56" grpId="0"/>
      <p:bldP spid="56" grpId="1"/>
      <p:bldP spid="57" grpId="0"/>
      <p:bldP spid="57" grpId="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41" name="矩形 40"/>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42" name="组合 41"/>
          <p:cNvGrpSpPr/>
          <p:nvPr/>
        </p:nvGrpSpPr>
        <p:grpSpPr>
          <a:xfrm rot="10800000">
            <a:off x="0" y="304408"/>
            <a:ext cx="1010103" cy="857396"/>
            <a:chOff x="-39567" y="0"/>
            <a:chExt cx="1677745" cy="1424104"/>
          </a:xfrm>
        </p:grpSpPr>
        <p:sp>
          <p:nvSpPr>
            <p:cNvPr id="43"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44"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45" name="圆角矩形 19">
            <a:extLst>
              <a:ext uri="{FF2B5EF4-FFF2-40B4-BE49-F238E27FC236}">
                <a16:creationId xmlns:a16="http://schemas.microsoft.com/office/drawing/2014/main" id="{6263653C-704D-4FC8-88FD-94F3BFF50FFF}"/>
              </a:ext>
            </a:extLst>
          </p:cNvPr>
          <p:cNvSpPr/>
          <p:nvPr/>
        </p:nvSpPr>
        <p:spPr>
          <a:xfrm rot="5400000" flipH="1">
            <a:off x="4907604" y="-1613863"/>
            <a:ext cx="1460936" cy="7570656"/>
          </a:xfrm>
          <a:prstGeom prst="roundRect">
            <a:avLst>
              <a:gd name="adj" fmla="val 50000"/>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46" name="圆角矩形 20">
            <a:extLst>
              <a:ext uri="{FF2B5EF4-FFF2-40B4-BE49-F238E27FC236}">
                <a16:creationId xmlns:a16="http://schemas.microsoft.com/office/drawing/2014/main" id="{66DB7E35-8263-4AF0-8F29-CD5F40EDA88C}"/>
              </a:ext>
            </a:extLst>
          </p:cNvPr>
          <p:cNvSpPr/>
          <p:nvPr/>
        </p:nvSpPr>
        <p:spPr>
          <a:xfrm>
            <a:off x="1933050" y="1494910"/>
            <a:ext cx="1748422" cy="1353108"/>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47" name="空心弧 46">
            <a:extLst>
              <a:ext uri="{FF2B5EF4-FFF2-40B4-BE49-F238E27FC236}">
                <a16:creationId xmlns:a16="http://schemas.microsoft.com/office/drawing/2014/main" id="{4B446CE3-6C05-4AF8-A9B8-D9B1D0BCAB3A}"/>
              </a:ext>
            </a:extLst>
          </p:cNvPr>
          <p:cNvSpPr/>
          <p:nvPr/>
        </p:nvSpPr>
        <p:spPr>
          <a:xfrm rot="5400000" flipH="1">
            <a:off x="7999877" y="1494910"/>
            <a:ext cx="1353108" cy="1353108"/>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48" name="任意多边形 22">
            <a:extLst>
              <a:ext uri="{FF2B5EF4-FFF2-40B4-BE49-F238E27FC236}">
                <a16:creationId xmlns:a16="http://schemas.microsoft.com/office/drawing/2014/main" id="{75A5A8D0-6571-40CB-9440-D6B8F98B78A6}"/>
              </a:ext>
            </a:extLst>
          </p:cNvPr>
          <p:cNvSpPr>
            <a:spLocks/>
          </p:cNvSpPr>
          <p:nvPr/>
        </p:nvSpPr>
        <p:spPr bwMode="auto">
          <a:xfrm>
            <a:off x="2648708" y="1679047"/>
            <a:ext cx="317106" cy="301192"/>
          </a:xfrm>
          <a:custGeom>
            <a:avLst/>
            <a:gdLst>
              <a:gd name="connsiteX0" fmla="*/ 393307 w 442913"/>
              <a:gd name="connsiteY0" fmla="*/ 42025 h 420687"/>
              <a:gd name="connsiteX1" fmla="*/ 404196 w 442913"/>
              <a:gd name="connsiteY1" fmla="*/ 48258 h 420687"/>
              <a:gd name="connsiteX2" fmla="*/ 411973 w 442913"/>
              <a:gd name="connsiteY2" fmla="*/ 137862 h 420687"/>
              <a:gd name="connsiteX3" fmla="*/ 404196 w 442913"/>
              <a:gd name="connsiteY3" fmla="*/ 142537 h 420687"/>
              <a:gd name="connsiteX4" fmla="*/ 385529 w 442913"/>
              <a:gd name="connsiteY4" fmla="*/ 130849 h 420687"/>
              <a:gd name="connsiteX5" fmla="*/ 371529 w 442913"/>
              <a:gd name="connsiteY5" fmla="*/ 133966 h 420687"/>
              <a:gd name="connsiteX6" fmla="*/ 282086 w 442913"/>
              <a:gd name="connsiteY6" fmla="*/ 267203 h 420687"/>
              <a:gd name="connsiteX7" fmla="*/ 267308 w 442913"/>
              <a:gd name="connsiteY7" fmla="*/ 272658 h 420687"/>
              <a:gd name="connsiteX8" fmla="*/ 167754 w 442913"/>
              <a:gd name="connsiteY8" fmla="*/ 234478 h 420687"/>
              <a:gd name="connsiteX9" fmla="*/ 151421 w 442913"/>
              <a:gd name="connsiteY9" fmla="*/ 239153 h 420687"/>
              <a:gd name="connsiteX10" fmla="*/ 72088 w 442913"/>
              <a:gd name="connsiteY10" fmla="*/ 331874 h 420687"/>
              <a:gd name="connsiteX11" fmla="*/ 65088 w 442913"/>
              <a:gd name="connsiteY11" fmla="*/ 329537 h 420687"/>
              <a:gd name="connsiteX12" fmla="*/ 65088 w 442913"/>
              <a:gd name="connsiteY12" fmla="*/ 267983 h 420687"/>
              <a:gd name="connsiteX13" fmla="*/ 72088 w 442913"/>
              <a:gd name="connsiteY13" fmla="*/ 250062 h 420687"/>
              <a:gd name="connsiteX14" fmla="*/ 133532 w 442913"/>
              <a:gd name="connsiteY14" fmla="*/ 174483 h 420687"/>
              <a:gd name="connsiteX15" fmla="*/ 149865 w 442913"/>
              <a:gd name="connsiteY15" fmla="*/ 170587 h 420687"/>
              <a:gd name="connsiteX16" fmla="*/ 248642 w 442913"/>
              <a:gd name="connsiteY16" fmla="*/ 207987 h 420687"/>
              <a:gd name="connsiteX17" fmla="*/ 264197 w 442913"/>
              <a:gd name="connsiteY17" fmla="*/ 202533 h 420687"/>
              <a:gd name="connsiteX18" fmla="*/ 327196 w 442913"/>
              <a:gd name="connsiteY18" fmla="*/ 106695 h 420687"/>
              <a:gd name="connsiteX19" fmla="*/ 324085 w 442913"/>
              <a:gd name="connsiteY19" fmla="*/ 91891 h 420687"/>
              <a:gd name="connsiteX20" fmla="*/ 308530 w 442913"/>
              <a:gd name="connsiteY20" fmla="*/ 82541 h 420687"/>
              <a:gd name="connsiteX21" fmla="*/ 309308 w 442913"/>
              <a:gd name="connsiteY21" fmla="*/ 73191 h 420687"/>
              <a:gd name="connsiteX22" fmla="*/ 393307 w 442913"/>
              <a:gd name="connsiteY22" fmla="*/ 42025 h 420687"/>
              <a:gd name="connsiteX23" fmla="*/ 16289 w 442913"/>
              <a:gd name="connsiteY23" fmla="*/ 0 h 420687"/>
              <a:gd name="connsiteX24" fmla="*/ 33354 w 442913"/>
              <a:gd name="connsiteY24" fmla="*/ 13971 h 420687"/>
              <a:gd name="connsiteX25" fmla="*/ 33354 w 442913"/>
              <a:gd name="connsiteY25" fmla="*/ 366355 h 420687"/>
              <a:gd name="connsiteX26" fmla="*/ 53522 w 442913"/>
              <a:gd name="connsiteY26" fmla="*/ 386535 h 420687"/>
              <a:gd name="connsiteX27" fmla="*/ 429727 w 442913"/>
              <a:gd name="connsiteY27" fmla="*/ 386535 h 420687"/>
              <a:gd name="connsiteX28" fmla="*/ 442913 w 442913"/>
              <a:gd name="connsiteY28" fmla="*/ 403611 h 420687"/>
              <a:gd name="connsiteX29" fmla="*/ 429727 w 442913"/>
              <a:gd name="connsiteY29" fmla="*/ 420687 h 420687"/>
              <a:gd name="connsiteX30" fmla="*/ 20168 w 442913"/>
              <a:gd name="connsiteY30" fmla="*/ 420687 h 420687"/>
              <a:gd name="connsiteX31" fmla="*/ 0 w 442913"/>
              <a:gd name="connsiteY31" fmla="*/ 399730 h 420687"/>
              <a:gd name="connsiteX32" fmla="*/ 0 w 442913"/>
              <a:gd name="connsiteY32" fmla="*/ 13971 h 420687"/>
              <a:gd name="connsiteX33" fmla="*/ 16289 w 442913"/>
              <a:gd name="connsiteY33" fmla="*/ 0 h 4206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42913" h="420687">
                <a:moveTo>
                  <a:pt x="393307" y="42025"/>
                </a:moveTo>
                <a:cubicBezTo>
                  <a:pt x="398751" y="39687"/>
                  <a:pt x="403418" y="42804"/>
                  <a:pt x="404196" y="48258"/>
                </a:cubicBezTo>
                <a:cubicBezTo>
                  <a:pt x="404196" y="48258"/>
                  <a:pt x="404196" y="48258"/>
                  <a:pt x="411973" y="137862"/>
                </a:cubicBezTo>
                <a:cubicBezTo>
                  <a:pt x="412751" y="143316"/>
                  <a:pt x="408862" y="145654"/>
                  <a:pt x="404196" y="142537"/>
                </a:cubicBezTo>
                <a:lnTo>
                  <a:pt x="385529" y="130849"/>
                </a:lnTo>
                <a:cubicBezTo>
                  <a:pt x="380863" y="127733"/>
                  <a:pt x="374640" y="129291"/>
                  <a:pt x="371529" y="133966"/>
                </a:cubicBezTo>
                <a:cubicBezTo>
                  <a:pt x="371529" y="133966"/>
                  <a:pt x="371529" y="133966"/>
                  <a:pt x="282086" y="267203"/>
                </a:cubicBezTo>
                <a:cubicBezTo>
                  <a:pt x="278975" y="271878"/>
                  <a:pt x="271975" y="274216"/>
                  <a:pt x="267308" y="272658"/>
                </a:cubicBezTo>
                <a:cubicBezTo>
                  <a:pt x="267308" y="272658"/>
                  <a:pt x="267308" y="272658"/>
                  <a:pt x="167754" y="234478"/>
                </a:cubicBezTo>
                <a:cubicBezTo>
                  <a:pt x="162309" y="232920"/>
                  <a:pt x="155309" y="234478"/>
                  <a:pt x="151421" y="239153"/>
                </a:cubicBezTo>
                <a:cubicBezTo>
                  <a:pt x="151421" y="239153"/>
                  <a:pt x="151421" y="239153"/>
                  <a:pt x="72088" y="331874"/>
                </a:cubicBezTo>
                <a:cubicBezTo>
                  <a:pt x="68199" y="336549"/>
                  <a:pt x="65088" y="334991"/>
                  <a:pt x="65088" y="329537"/>
                </a:cubicBezTo>
                <a:cubicBezTo>
                  <a:pt x="65088" y="329537"/>
                  <a:pt x="65088" y="329537"/>
                  <a:pt x="65088" y="267983"/>
                </a:cubicBezTo>
                <a:cubicBezTo>
                  <a:pt x="65088" y="262528"/>
                  <a:pt x="68199" y="253958"/>
                  <a:pt x="72088" y="250062"/>
                </a:cubicBezTo>
                <a:cubicBezTo>
                  <a:pt x="72088" y="250062"/>
                  <a:pt x="72088" y="250062"/>
                  <a:pt x="133532" y="174483"/>
                </a:cubicBezTo>
                <a:cubicBezTo>
                  <a:pt x="137421" y="170587"/>
                  <a:pt x="145198" y="168249"/>
                  <a:pt x="149865" y="170587"/>
                </a:cubicBezTo>
                <a:cubicBezTo>
                  <a:pt x="149865" y="170587"/>
                  <a:pt x="149865" y="170587"/>
                  <a:pt x="248642" y="207987"/>
                </a:cubicBezTo>
                <a:cubicBezTo>
                  <a:pt x="254086" y="209545"/>
                  <a:pt x="261086" y="207208"/>
                  <a:pt x="264197" y="202533"/>
                </a:cubicBezTo>
                <a:cubicBezTo>
                  <a:pt x="264197" y="202533"/>
                  <a:pt x="264197" y="202533"/>
                  <a:pt x="327196" y="106695"/>
                </a:cubicBezTo>
                <a:cubicBezTo>
                  <a:pt x="330308" y="101241"/>
                  <a:pt x="328752" y="95008"/>
                  <a:pt x="324085" y="91891"/>
                </a:cubicBezTo>
                <a:cubicBezTo>
                  <a:pt x="324085" y="91891"/>
                  <a:pt x="324085" y="91891"/>
                  <a:pt x="308530" y="82541"/>
                </a:cubicBezTo>
                <a:cubicBezTo>
                  <a:pt x="303863" y="79424"/>
                  <a:pt x="304641" y="75529"/>
                  <a:pt x="309308" y="73191"/>
                </a:cubicBezTo>
                <a:cubicBezTo>
                  <a:pt x="309308" y="73191"/>
                  <a:pt x="309308" y="73191"/>
                  <a:pt x="393307" y="42025"/>
                </a:cubicBezTo>
                <a:close/>
                <a:moveTo>
                  <a:pt x="16289" y="0"/>
                </a:moveTo>
                <a:cubicBezTo>
                  <a:pt x="25597" y="0"/>
                  <a:pt x="33354" y="2328"/>
                  <a:pt x="33354" y="13971"/>
                </a:cubicBezTo>
                <a:cubicBezTo>
                  <a:pt x="33354" y="366355"/>
                  <a:pt x="33354" y="366355"/>
                  <a:pt x="33354" y="366355"/>
                </a:cubicBezTo>
                <a:cubicBezTo>
                  <a:pt x="33354" y="377221"/>
                  <a:pt x="42662" y="386535"/>
                  <a:pt x="53522" y="386535"/>
                </a:cubicBezTo>
                <a:cubicBezTo>
                  <a:pt x="429727" y="386535"/>
                  <a:pt x="429727" y="386535"/>
                  <a:pt x="429727" y="386535"/>
                </a:cubicBezTo>
                <a:cubicBezTo>
                  <a:pt x="440586" y="386535"/>
                  <a:pt x="442913" y="394297"/>
                  <a:pt x="442913" y="403611"/>
                </a:cubicBezTo>
                <a:cubicBezTo>
                  <a:pt x="442913" y="412925"/>
                  <a:pt x="440586" y="420687"/>
                  <a:pt x="429727" y="420687"/>
                </a:cubicBezTo>
                <a:cubicBezTo>
                  <a:pt x="20168" y="420687"/>
                  <a:pt x="20168" y="420687"/>
                  <a:pt x="20168" y="420687"/>
                </a:cubicBezTo>
                <a:cubicBezTo>
                  <a:pt x="9308" y="420687"/>
                  <a:pt x="0" y="410597"/>
                  <a:pt x="0" y="399730"/>
                </a:cubicBezTo>
                <a:cubicBezTo>
                  <a:pt x="0" y="13971"/>
                  <a:pt x="0" y="13971"/>
                  <a:pt x="0" y="13971"/>
                </a:cubicBezTo>
                <a:cubicBezTo>
                  <a:pt x="0" y="2328"/>
                  <a:pt x="6981" y="0"/>
                  <a:pt x="16289" y="0"/>
                </a:cubicBezTo>
                <a:close/>
              </a:path>
            </a:pathLst>
          </a:custGeom>
          <a:solidFill>
            <a:schemeClr val="bg1"/>
          </a:solidFill>
          <a:ln>
            <a:noFill/>
          </a:ln>
        </p:spPr>
        <p:txBody>
          <a:bodyPr vert="horz" wrap="square" lIns="91440" tIns="45720" rIns="91440" bIns="45720" numCol="1" anchor="t" anchorCtr="0" compatLnSpc="1">
            <a:prstTxWarp prst="textNoShape">
              <a:avLst/>
            </a:prstTxWarp>
            <a:noAutofit/>
          </a:bodyPr>
          <a:lstStyle/>
          <a:p>
            <a:endParaRPr lang="zh-CN" altLang="en-US" dirty="0">
              <a:cs typeface="+mn-ea"/>
              <a:sym typeface="+mn-lt"/>
            </a:endParaRPr>
          </a:p>
        </p:txBody>
      </p:sp>
      <p:sp>
        <p:nvSpPr>
          <p:cNvPr id="49" name="TextBox 13">
            <a:extLst>
              <a:ext uri="{FF2B5EF4-FFF2-40B4-BE49-F238E27FC236}">
                <a16:creationId xmlns:a16="http://schemas.microsoft.com/office/drawing/2014/main" id="{740481D7-DCEA-4389-80F8-CCE1A390F369}"/>
              </a:ext>
            </a:extLst>
          </p:cNvPr>
          <p:cNvSpPr txBox="1"/>
          <p:nvPr/>
        </p:nvSpPr>
        <p:spPr>
          <a:xfrm>
            <a:off x="4102213" y="1961996"/>
            <a:ext cx="3884098" cy="533479"/>
          </a:xfrm>
          <a:prstGeom prst="rect">
            <a:avLst/>
          </a:prstGeom>
          <a:noFill/>
        </p:spPr>
        <p:txBody>
          <a:bodyPr wrap="square" lIns="0" tIns="0" rIns="0" bIns="0" rtlCol="0">
            <a:spAutoFit/>
          </a:bodyPr>
          <a:lstStyle/>
          <a:p>
            <a:pPr algn="ctr">
              <a:lnSpc>
                <a:spcPts val="2200"/>
              </a:lnSpc>
            </a:pPr>
            <a:r>
              <a:rPr lang="zh-CN" altLang="en-US" sz="1300" dirty="0">
                <a:solidFill>
                  <a:schemeClr val="tx1">
                    <a:lumMod val="75000"/>
                    <a:lumOff val="25000"/>
                  </a:schemeClr>
                </a:solidFill>
                <a:cs typeface="+mn-ea"/>
                <a:sym typeface="+mn-lt"/>
              </a:rPr>
              <a:t>点击输入您的文字内容，用简洁的文字进行阐述，详细内容应在演说过程中用语言来表达。</a:t>
            </a:r>
            <a:endParaRPr lang="en-US" altLang="zh-CN" sz="1300" dirty="0">
              <a:solidFill>
                <a:schemeClr val="tx1">
                  <a:lumMod val="75000"/>
                  <a:lumOff val="25000"/>
                </a:schemeClr>
              </a:solidFill>
              <a:cs typeface="+mn-ea"/>
              <a:sym typeface="+mn-lt"/>
            </a:endParaRPr>
          </a:p>
        </p:txBody>
      </p:sp>
      <p:sp>
        <p:nvSpPr>
          <p:cNvPr id="50" name="TextBox 14">
            <a:extLst>
              <a:ext uri="{FF2B5EF4-FFF2-40B4-BE49-F238E27FC236}">
                <a16:creationId xmlns:a16="http://schemas.microsoft.com/office/drawing/2014/main" id="{4D7E9A37-AECA-4388-A250-8EDA488B1B03}"/>
              </a:ext>
            </a:extLst>
          </p:cNvPr>
          <p:cNvSpPr txBox="1"/>
          <p:nvPr/>
        </p:nvSpPr>
        <p:spPr>
          <a:xfrm>
            <a:off x="2192950" y="2142888"/>
            <a:ext cx="1228622" cy="338554"/>
          </a:xfrm>
          <a:prstGeom prst="rect">
            <a:avLst/>
          </a:prstGeom>
          <a:noFill/>
        </p:spPr>
        <p:txBody>
          <a:bodyPr wrap="square" lIns="0" tIns="0" rIns="0" bIns="0" rtlCol="0">
            <a:spAutoFit/>
          </a:bodyPr>
          <a:lstStyle/>
          <a:p>
            <a:pPr algn="ctr"/>
            <a:r>
              <a:rPr lang="zh-CN" altLang="en-US" sz="2200" b="1" dirty="0">
                <a:solidFill>
                  <a:schemeClr val="bg1"/>
                </a:solidFill>
                <a:cs typeface="+mn-ea"/>
                <a:sym typeface="+mn-lt"/>
              </a:rPr>
              <a:t>输入标题</a:t>
            </a:r>
          </a:p>
        </p:txBody>
      </p:sp>
      <p:sp>
        <p:nvSpPr>
          <p:cNvPr id="51" name="圆角矩形 26">
            <a:extLst>
              <a:ext uri="{FF2B5EF4-FFF2-40B4-BE49-F238E27FC236}">
                <a16:creationId xmlns:a16="http://schemas.microsoft.com/office/drawing/2014/main" id="{CF12E61F-8D58-446F-AB44-188F89E89F06}"/>
              </a:ext>
            </a:extLst>
          </p:cNvPr>
          <p:cNvSpPr/>
          <p:nvPr/>
        </p:nvSpPr>
        <p:spPr>
          <a:xfrm rot="16200000">
            <a:off x="5667989" y="56186"/>
            <a:ext cx="1460936" cy="7570660"/>
          </a:xfrm>
          <a:prstGeom prst="roundRect">
            <a:avLst>
              <a:gd name="adj" fmla="val 50000"/>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52" name="圆角矩形 27">
            <a:extLst>
              <a:ext uri="{FF2B5EF4-FFF2-40B4-BE49-F238E27FC236}">
                <a16:creationId xmlns:a16="http://schemas.microsoft.com/office/drawing/2014/main" id="{2571B2F9-B45B-4987-AB82-90531C6D6E70}"/>
              </a:ext>
            </a:extLst>
          </p:cNvPr>
          <p:cNvSpPr/>
          <p:nvPr/>
        </p:nvSpPr>
        <p:spPr>
          <a:xfrm>
            <a:off x="8364577" y="3164961"/>
            <a:ext cx="1748422" cy="135310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53" name="空心弧 52">
            <a:extLst>
              <a:ext uri="{FF2B5EF4-FFF2-40B4-BE49-F238E27FC236}">
                <a16:creationId xmlns:a16="http://schemas.microsoft.com/office/drawing/2014/main" id="{B51039D9-89A3-4A6A-AD13-277992E9ECA5}"/>
              </a:ext>
            </a:extLst>
          </p:cNvPr>
          <p:cNvSpPr/>
          <p:nvPr/>
        </p:nvSpPr>
        <p:spPr>
          <a:xfrm rot="16200000">
            <a:off x="2673141" y="3164961"/>
            <a:ext cx="1353108" cy="1353108"/>
          </a:xfrm>
          <a:prstGeom prst="blockArc">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54" name="任意多边形 29">
            <a:extLst>
              <a:ext uri="{FF2B5EF4-FFF2-40B4-BE49-F238E27FC236}">
                <a16:creationId xmlns:a16="http://schemas.microsoft.com/office/drawing/2014/main" id="{C5F3611A-3C69-409E-99B3-AC79D6D1E25D}"/>
              </a:ext>
            </a:extLst>
          </p:cNvPr>
          <p:cNvSpPr>
            <a:spLocks/>
          </p:cNvSpPr>
          <p:nvPr/>
        </p:nvSpPr>
        <p:spPr bwMode="auto">
          <a:xfrm>
            <a:off x="9124379" y="3443268"/>
            <a:ext cx="332610" cy="215954"/>
          </a:xfrm>
          <a:custGeom>
            <a:avLst/>
            <a:gdLst>
              <a:gd name="connsiteX0" fmla="*/ 542180 w 547688"/>
              <a:gd name="connsiteY0" fmla="*/ 59519 h 355600"/>
              <a:gd name="connsiteX1" fmla="*/ 543735 w 547688"/>
              <a:gd name="connsiteY1" fmla="*/ 59519 h 355600"/>
              <a:gd name="connsiteX2" fmla="*/ 543735 w 547688"/>
              <a:gd name="connsiteY2" fmla="*/ 60325 h 355600"/>
              <a:gd name="connsiteX3" fmla="*/ 545351 w 547688"/>
              <a:gd name="connsiteY3" fmla="*/ 60325 h 355600"/>
              <a:gd name="connsiteX4" fmla="*/ 546130 w 547688"/>
              <a:gd name="connsiteY4" fmla="*/ 60325 h 355600"/>
              <a:gd name="connsiteX5" fmla="*/ 547688 w 547688"/>
              <a:gd name="connsiteY5" fmla="*/ 62662 h 355600"/>
              <a:gd name="connsiteX6" fmla="*/ 547688 w 547688"/>
              <a:gd name="connsiteY6" fmla="*/ 343885 h 355600"/>
              <a:gd name="connsiteX7" fmla="*/ 542953 w 547688"/>
              <a:gd name="connsiteY7" fmla="*/ 348282 h 355600"/>
              <a:gd name="connsiteX8" fmla="*/ 542277 w 547688"/>
              <a:gd name="connsiteY8" fmla="*/ 352085 h 355600"/>
              <a:gd name="connsiteX9" fmla="*/ 536734 w 547688"/>
              <a:gd name="connsiteY9" fmla="*/ 355600 h 355600"/>
              <a:gd name="connsiteX10" fmla="*/ 14002 w 547688"/>
              <a:gd name="connsiteY10" fmla="*/ 355600 h 355600"/>
              <a:gd name="connsiteX11" fmla="*/ 0 w 547688"/>
              <a:gd name="connsiteY11" fmla="*/ 343882 h 355600"/>
              <a:gd name="connsiteX12" fmla="*/ 0 w 547688"/>
              <a:gd name="connsiteY12" fmla="*/ 62644 h 355600"/>
              <a:gd name="connsiteX13" fmla="*/ 3112 w 547688"/>
              <a:gd name="connsiteY13" fmla="*/ 60301 h 355600"/>
              <a:gd name="connsiteX14" fmla="*/ 7779 w 547688"/>
              <a:gd name="connsiteY14" fmla="*/ 61082 h 355600"/>
              <a:gd name="connsiteX15" fmla="*/ 186522 w 547688"/>
              <a:gd name="connsiteY15" fmla="*/ 194014 h 355600"/>
              <a:gd name="connsiteX16" fmla="*/ 244997 w 547688"/>
              <a:gd name="connsiteY16" fmla="*/ 237502 h 355600"/>
              <a:gd name="connsiteX17" fmla="*/ 274716 w 547688"/>
              <a:gd name="connsiteY17" fmla="*/ 259511 h 355600"/>
              <a:gd name="connsiteX18" fmla="*/ 277702 w 547688"/>
              <a:gd name="connsiteY18" fmla="*/ 259511 h 355600"/>
              <a:gd name="connsiteX19" fmla="*/ 14875 w 547688"/>
              <a:gd name="connsiteY19" fmla="*/ 0 h 355600"/>
              <a:gd name="connsiteX20" fmla="*/ 536799 w 547688"/>
              <a:gd name="connsiteY20" fmla="*/ 0 h 355600"/>
              <a:gd name="connsiteX21" fmla="*/ 547688 w 547688"/>
              <a:gd name="connsiteY21" fmla="*/ 9331 h 355600"/>
              <a:gd name="connsiteX22" fmla="*/ 547688 w 547688"/>
              <a:gd name="connsiteY22" fmla="*/ 13218 h 355600"/>
              <a:gd name="connsiteX23" fmla="*/ 278559 w 547688"/>
              <a:gd name="connsiteY23" fmla="*/ 190500 h 355600"/>
              <a:gd name="connsiteX24" fmla="*/ 277003 w 547688"/>
              <a:gd name="connsiteY24" fmla="*/ 190500 h 355600"/>
              <a:gd name="connsiteX25" fmla="*/ 275448 w 547688"/>
              <a:gd name="connsiteY25" fmla="*/ 190500 h 355600"/>
              <a:gd name="connsiteX26" fmla="*/ 274260 w 547688"/>
              <a:gd name="connsiteY26" fmla="*/ 189726 h 355600"/>
              <a:gd name="connsiteX27" fmla="*/ 273425 w 547688"/>
              <a:gd name="connsiteY27" fmla="*/ 189726 h 355600"/>
              <a:gd name="connsiteX28" fmla="*/ 0 w 547688"/>
              <a:gd name="connsiteY28" fmla="*/ 13976 h 355600"/>
              <a:gd name="connsiteX29" fmla="*/ 0 w 547688"/>
              <a:gd name="connsiteY29" fmla="*/ 9330 h 355600"/>
              <a:gd name="connsiteX30" fmla="*/ 4674 w 547688"/>
              <a:gd name="connsiteY30" fmla="*/ 3427 h 355600"/>
              <a:gd name="connsiteX31" fmla="*/ 12919 w 547688"/>
              <a:gd name="connsiteY31" fmla="*/ 1805 h 355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547688" h="355600">
                <a:moveTo>
                  <a:pt x="542180" y="59519"/>
                </a:moveTo>
                <a:cubicBezTo>
                  <a:pt x="542957" y="59519"/>
                  <a:pt x="542957" y="58738"/>
                  <a:pt x="543735" y="59519"/>
                </a:cubicBezTo>
                <a:lnTo>
                  <a:pt x="543735" y="60325"/>
                </a:lnTo>
                <a:lnTo>
                  <a:pt x="545351" y="60325"/>
                </a:lnTo>
                <a:cubicBezTo>
                  <a:pt x="545351" y="60325"/>
                  <a:pt x="546130" y="60325"/>
                  <a:pt x="546130" y="60325"/>
                </a:cubicBezTo>
                <a:cubicBezTo>
                  <a:pt x="546909" y="61104"/>
                  <a:pt x="547688" y="61883"/>
                  <a:pt x="547688" y="62662"/>
                </a:cubicBezTo>
                <a:cubicBezTo>
                  <a:pt x="547688" y="62662"/>
                  <a:pt x="547688" y="62662"/>
                  <a:pt x="547688" y="343885"/>
                </a:cubicBezTo>
                <a:lnTo>
                  <a:pt x="542953" y="348282"/>
                </a:lnTo>
                <a:lnTo>
                  <a:pt x="542277" y="352085"/>
                </a:lnTo>
                <a:cubicBezTo>
                  <a:pt x="541207" y="354233"/>
                  <a:pt x="539457" y="355600"/>
                  <a:pt x="536734" y="355600"/>
                </a:cubicBezTo>
                <a:cubicBezTo>
                  <a:pt x="536734" y="355600"/>
                  <a:pt x="536734" y="355600"/>
                  <a:pt x="14002" y="355600"/>
                </a:cubicBezTo>
                <a:cubicBezTo>
                  <a:pt x="7779" y="355600"/>
                  <a:pt x="0" y="350132"/>
                  <a:pt x="0" y="343882"/>
                </a:cubicBezTo>
                <a:cubicBezTo>
                  <a:pt x="0" y="343882"/>
                  <a:pt x="0" y="343882"/>
                  <a:pt x="0" y="62644"/>
                </a:cubicBezTo>
                <a:cubicBezTo>
                  <a:pt x="0" y="61863"/>
                  <a:pt x="2334" y="61082"/>
                  <a:pt x="3112" y="60301"/>
                </a:cubicBezTo>
                <a:cubicBezTo>
                  <a:pt x="3889" y="60301"/>
                  <a:pt x="7001" y="60301"/>
                  <a:pt x="7779" y="61082"/>
                </a:cubicBezTo>
                <a:cubicBezTo>
                  <a:pt x="7779" y="61082"/>
                  <a:pt x="7779" y="61082"/>
                  <a:pt x="186522" y="194014"/>
                </a:cubicBezTo>
                <a:lnTo>
                  <a:pt x="244997" y="237502"/>
                </a:lnTo>
                <a:lnTo>
                  <a:pt x="274716" y="259511"/>
                </a:lnTo>
                <a:lnTo>
                  <a:pt x="277702" y="259511"/>
                </a:lnTo>
                <a:close/>
                <a:moveTo>
                  <a:pt x="14875" y="0"/>
                </a:moveTo>
                <a:cubicBezTo>
                  <a:pt x="14875" y="0"/>
                  <a:pt x="14875" y="0"/>
                  <a:pt x="536799" y="0"/>
                </a:cubicBezTo>
                <a:cubicBezTo>
                  <a:pt x="543021" y="0"/>
                  <a:pt x="547688" y="3888"/>
                  <a:pt x="547688" y="9331"/>
                </a:cubicBezTo>
                <a:cubicBezTo>
                  <a:pt x="547688" y="9331"/>
                  <a:pt x="547688" y="9331"/>
                  <a:pt x="547688" y="13218"/>
                </a:cubicBezTo>
                <a:cubicBezTo>
                  <a:pt x="547688" y="13218"/>
                  <a:pt x="547688" y="13218"/>
                  <a:pt x="278559" y="190500"/>
                </a:cubicBezTo>
                <a:cubicBezTo>
                  <a:pt x="277781" y="190500"/>
                  <a:pt x="277003" y="190500"/>
                  <a:pt x="277003" y="190500"/>
                </a:cubicBezTo>
                <a:cubicBezTo>
                  <a:pt x="276226" y="190500"/>
                  <a:pt x="276226" y="190500"/>
                  <a:pt x="275448" y="190500"/>
                </a:cubicBezTo>
                <a:lnTo>
                  <a:pt x="274260" y="189726"/>
                </a:lnTo>
                <a:lnTo>
                  <a:pt x="273425" y="189726"/>
                </a:lnTo>
                <a:cubicBezTo>
                  <a:pt x="273425" y="189726"/>
                  <a:pt x="273425" y="189726"/>
                  <a:pt x="0" y="13976"/>
                </a:cubicBezTo>
                <a:cubicBezTo>
                  <a:pt x="0" y="13976"/>
                  <a:pt x="0" y="13976"/>
                  <a:pt x="0" y="9330"/>
                </a:cubicBezTo>
                <a:cubicBezTo>
                  <a:pt x="0" y="6621"/>
                  <a:pt x="1948" y="4685"/>
                  <a:pt x="4674" y="3427"/>
                </a:cubicBezTo>
                <a:lnTo>
                  <a:pt x="12919" y="1805"/>
                </a:lnTo>
                <a:close/>
              </a:path>
            </a:pathLst>
          </a:custGeom>
          <a:solidFill>
            <a:schemeClr val="bg1"/>
          </a:solidFill>
          <a:ln>
            <a:noFill/>
          </a:ln>
        </p:spPr>
        <p:txBody>
          <a:bodyPr vert="horz" wrap="square" lIns="91440" tIns="45720" rIns="91440" bIns="45720" numCol="1" anchor="t" anchorCtr="0" compatLnSpc="1">
            <a:prstTxWarp prst="textNoShape">
              <a:avLst/>
            </a:prstTxWarp>
            <a:noAutofit/>
          </a:bodyPr>
          <a:lstStyle/>
          <a:p>
            <a:endParaRPr lang="zh-CN" altLang="en-US" dirty="0">
              <a:cs typeface="+mn-ea"/>
              <a:sym typeface="+mn-lt"/>
            </a:endParaRPr>
          </a:p>
        </p:txBody>
      </p:sp>
      <p:sp>
        <p:nvSpPr>
          <p:cNvPr id="55" name="TextBox 13">
            <a:extLst>
              <a:ext uri="{FF2B5EF4-FFF2-40B4-BE49-F238E27FC236}">
                <a16:creationId xmlns:a16="http://schemas.microsoft.com/office/drawing/2014/main" id="{4FEDB7E6-B042-4FDF-8914-1F9DADB225B1}"/>
              </a:ext>
            </a:extLst>
          </p:cNvPr>
          <p:cNvSpPr txBox="1"/>
          <p:nvPr/>
        </p:nvSpPr>
        <p:spPr>
          <a:xfrm>
            <a:off x="3845891" y="3623492"/>
            <a:ext cx="3884098" cy="533479"/>
          </a:xfrm>
          <a:prstGeom prst="rect">
            <a:avLst/>
          </a:prstGeom>
          <a:noFill/>
        </p:spPr>
        <p:txBody>
          <a:bodyPr wrap="square" lIns="0" tIns="0" rIns="0" bIns="0" rtlCol="0">
            <a:spAutoFit/>
          </a:bodyPr>
          <a:lstStyle/>
          <a:p>
            <a:pPr algn="ctr">
              <a:lnSpc>
                <a:spcPts val="2200"/>
              </a:lnSpc>
            </a:pPr>
            <a:r>
              <a:rPr lang="zh-CN" altLang="en-US" sz="1300" dirty="0">
                <a:solidFill>
                  <a:schemeClr val="tx1">
                    <a:lumMod val="75000"/>
                    <a:lumOff val="25000"/>
                  </a:schemeClr>
                </a:solidFill>
                <a:cs typeface="+mn-ea"/>
                <a:sym typeface="+mn-lt"/>
              </a:rPr>
              <a:t>点击输入您的文字内容，用简洁的文字进行阐述，详细内容应在演说过程中用语言来表达。</a:t>
            </a:r>
            <a:endParaRPr lang="en-US" altLang="zh-CN" sz="1300" dirty="0">
              <a:solidFill>
                <a:schemeClr val="tx1">
                  <a:lumMod val="75000"/>
                  <a:lumOff val="25000"/>
                </a:schemeClr>
              </a:solidFill>
              <a:cs typeface="+mn-ea"/>
              <a:sym typeface="+mn-lt"/>
            </a:endParaRPr>
          </a:p>
        </p:txBody>
      </p:sp>
      <p:sp>
        <p:nvSpPr>
          <p:cNvPr id="56" name="TextBox 14">
            <a:extLst>
              <a:ext uri="{FF2B5EF4-FFF2-40B4-BE49-F238E27FC236}">
                <a16:creationId xmlns:a16="http://schemas.microsoft.com/office/drawing/2014/main" id="{739BC9A0-8474-4C6C-A685-E6533432645D}"/>
              </a:ext>
            </a:extLst>
          </p:cNvPr>
          <p:cNvSpPr txBox="1"/>
          <p:nvPr/>
        </p:nvSpPr>
        <p:spPr>
          <a:xfrm>
            <a:off x="8624876" y="3801387"/>
            <a:ext cx="1228622" cy="338554"/>
          </a:xfrm>
          <a:prstGeom prst="rect">
            <a:avLst/>
          </a:prstGeom>
          <a:noFill/>
        </p:spPr>
        <p:txBody>
          <a:bodyPr wrap="square" lIns="0" tIns="0" rIns="0" bIns="0" rtlCol="0">
            <a:spAutoFit/>
          </a:bodyPr>
          <a:lstStyle/>
          <a:p>
            <a:pPr algn="ctr"/>
            <a:r>
              <a:rPr lang="zh-CN" altLang="en-US" sz="2200" b="1" dirty="0">
                <a:solidFill>
                  <a:schemeClr val="bg1"/>
                </a:solidFill>
                <a:cs typeface="+mn-ea"/>
                <a:sym typeface="+mn-lt"/>
              </a:rPr>
              <a:t>输入标题</a:t>
            </a:r>
          </a:p>
        </p:txBody>
      </p:sp>
      <p:sp>
        <p:nvSpPr>
          <p:cNvPr id="57" name="圆角矩形 33">
            <a:extLst>
              <a:ext uri="{FF2B5EF4-FFF2-40B4-BE49-F238E27FC236}">
                <a16:creationId xmlns:a16="http://schemas.microsoft.com/office/drawing/2014/main" id="{DDD66AD9-4227-441D-B63C-D7853E0553FD}"/>
              </a:ext>
            </a:extLst>
          </p:cNvPr>
          <p:cNvSpPr/>
          <p:nvPr/>
        </p:nvSpPr>
        <p:spPr>
          <a:xfrm rot="5400000" flipH="1">
            <a:off x="6428374" y="1745290"/>
            <a:ext cx="1460936" cy="7570654"/>
          </a:xfrm>
          <a:prstGeom prst="roundRect">
            <a:avLst>
              <a:gd name="adj" fmla="val 50000"/>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58" name="圆角矩形 34">
            <a:extLst>
              <a:ext uri="{FF2B5EF4-FFF2-40B4-BE49-F238E27FC236}">
                <a16:creationId xmlns:a16="http://schemas.microsoft.com/office/drawing/2014/main" id="{7A592E12-8542-4AE7-8AD8-CAAA43A350DF}"/>
              </a:ext>
            </a:extLst>
          </p:cNvPr>
          <p:cNvSpPr/>
          <p:nvPr/>
        </p:nvSpPr>
        <p:spPr>
          <a:xfrm>
            <a:off x="3441788" y="4854063"/>
            <a:ext cx="1748422" cy="1353108"/>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59" name="空心弧 58">
            <a:extLst>
              <a:ext uri="{FF2B5EF4-FFF2-40B4-BE49-F238E27FC236}">
                <a16:creationId xmlns:a16="http://schemas.microsoft.com/office/drawing/2014/main" id="{68959E80-D5E5-4F94-BC40-A4E9A9B38F05}"/>
              </a:ext>
            </a:extLst>
          </p:cNvPr>
          <p:cNvSpPr/>
          <p:nvPr/>
        </p:nvSpPr>
        <p:spPr>
          <a:xfrm rot="5400000" flipH="1">
            <a:off x="9517766" y="4854063"/>
            <a:ext cx="1353108" cy="1353108"/>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60" name="Freeform 11">
            <a:extLst>
              <a:ext uri="{FF2B5EF4-FFF2-40B4-BE49-F238E27FC236}">
                <a16:creationId xmlns:a16="http://schemas.microsoft.com/office/drawing/2014/main" id="{1C0A551C-02AF-4510-A98D-6D34978F81C9}"/>
              </a:ext>
            </a:extLst>
          </p:cNvPr>
          <p:cNvSpPr>
            <a:spLocks/>
          </p:cNvSpPr>
          <p:nvPr/>
        </p:nvSpPr>
        <p:spPr bwMode="auto">
          <a:xfrm>
            <a:off x="4152732" y="5087404"/>
            <a:ext cx="326534" cy="285466"/>
          </a:xfrm>
          <a:custGeom>
            <a:avLst/>
            <a:gdLst>
              <a:gd name="T0" fmla="*/ 562 w 664"/>
              <a:gd name="T1" fmla="*/ 379 h 583"/>
              <a:gd name="T2" fmla="*/ 485 w 664"/>
              <a:gd name="T3" fmla="*/ 414 h 583"/>
              <a:gd name="T4" fmla="*/ 328 w 664"/>
              <a:gd name="T5" fmla="*/ 332 h 583"/>
              <a:gd name="T6" fmla="*/ 338 w 664"/>
              <a:gd name="T7" fmla="*/ 274 h 583"/>
              <a:gd name="T8" fmla="*/ 324 w 664"/>
              <a:gd name="T9" fmla="*/ 208 h 583"/>
              <a:gd name="T10" fmla="*/ 447 w 664"/>
              <a:gd name="T11" fmla="*/ 134 h 583"/>
              <a:gd name="T12" fmla="*/ 495 w 664"/>
              <a:gd name="T13" fmla="*/ 152 h 583"/>
              <a:gd name="T14" fmla="*/ 571 w 664"/>
              <a:gd name="T15" fmla="*/ 76 h 583"/>
              <a:gd name="T16" fmla="*/ 495 w 664"/>
              <a:gd name="T17" fmla="*/ 0 h 583"/>
              <a:gd name="T18" fmla="*/ 419 w 664"/>
              <a:gd name="T19" fmla="*/ 76 h 583"/>
              <a:gd name="T20" fmla="*/ 422 w 664"/>
              <a:gd name="T21" fmla="*/ 95 h 583"/>
              <a:gd name="T22" fmla="*/ 300 w 664"/>
              <a:gd name="T23" fmla="*/ 168 h 583"/>
              <a:gd name="T24" fmla="*/ 169 w 664"/>
              <a:gd name="T25" fmla="*/ 105 h 583"/>
              <a:gd name="T26" fmla="*/ 0 w 664"/>
              <a:gd name="T27" fmla="*/ 274 h 583"/>
              <a:gd name="T28" fmla="*/ 169 w 664"/>
              <a:gd name="T29" fmla="*/ 443 h 583"/>
              <a:gd name="T30" fmla="*/ 306 w 664"/>
              <a:gd name="T31" fmla="*/ 373 h 583"/>
              <a:gd name="T32" fmla="*/ 464 w 664"/>
              <a:gd name="T33" fmla="*/ 456 h 583"/>
              <a:gd name="T34" fmla="*/ 460 w 664"/>
              <a:gd name="T35" fmla="*/ 481 h 583"/>
              <a:gd name="T36" fmla="*/ 562 w 664"/>
              <a:gd name="T37" fmla="*/ 583 h 583"/>
              <a:gd name="T38" fmla="*/ 664 w 664"/>
              <a:gd name="T39" fmla="*/ 481 h 583"/>
              <a:gd name="T40" fmla="*/ 562 w 664"/>
              <a:gd name="T41" fmla="*/ 379 h 5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64" h="583">
                <a:moveTo>
                  <a:pt x="562" y="379"/>
                </a:moveTo>
                <a:cubicBezTo>
                  <a:pt x="532" y="379"/>
                  <a:pt x="504" y="393"/>
                  <a:pt x="485" y="414"/>
                </a:cubicBezTo>
                <a:cubicBezTo>
                  <a:pt x="328" y="332"/>
                  <a:pt x="328" y="332"/>
                  <a:pt x="328" y="332"/>
                </a:cubicBezTo>
                <a:cubicBezTo>
                  <a:pt x="334" y="314"/>
                  <a:pt x="338" y="295"/>
                  <a:pt x="338" y="274"/>
                </a:cubicBezTo>
                <a:cubicBezTo>
                  <a:pt x="338" y="251"/>
                  <a:pt x="333" y="229"/>
                  <a:pt x="324" y="208"/>
                </a:cubicBezTo>
                <a:cubicBezTo>
                  <a:pt x="447" y="134"/>
                  <a:pt x="447" y="134"/>
                  <a:pt x="447" y="134"/>
                </a:cubicBezTo>
                <a:cubicBezTo>
                  <a:pt x="460" y="145"/>
                  <a:pt x="477" y="152"/>
                  <a:pt x="495" y="152"/>
                </a:cubicBezTo>
                <a:cubicBezTo>
                  <a:pt x="537" y="152"/>
                  <a:pt x="571" y="118"/>
                  <a:pt x="571" y="76"/>
                </a:cubicBezTo>
                <a:cubicBezTo>
                  <a:pt x="571" y="34"/>
                  <a:pt x="537" y="0"/>
                  <a:pt x="495" y="0"/>
                </a:cubicBezTo>
                <a:cubicBezTo>
                  <a:pt x="453" y="0"/>
                  <a:pt x="419" y="34"/>
                  <a:pt x="419" y="76"/>
                </a:cubicBezTo>
                <a:cubicBezTo>
                  <a:pt x="419" y="83"/>
                  <a:pt x="421" y="89"/>
                  <a:pt x="422" y="95"/>
                </a:cubicBezTo>
                <a:cubicBezTo>
                  <a:pt x="300" y="168"/>
                  <a:pt x="300" y="168"/>
                  <a:pt x="300" y="168"/>
                </a:cubicBezTo>
                <a:cubicBezTo>
                  <a:pt x="269" y="130"/>
                  <a:pt x="222" y="105"/>
                  <a:pt x="169" y="105"/>
                </a:cubicBezTo>
                <a:cubicBezTo>
                  <a:pt x="76" y="105"/>
                  <a:pt x="0" y="181"/>
                  <a:pt x="0" y="274"/>
                </a:cubicBezTo>
                <a:cubicBezTo>
                  <a:pt x="0" y="368"/>
                  <a:pt x="76" y="443"/>
                  <a:pt x="169" y="443"/>
                </a:cubicBezTo>
                <a:cubicBezTo>
                  <a:pt x="225" y="443"/>
                  <a:pt x="275" y="416"/>
                  <a:pt x="306" y="373"/>
                </a:cubicBezTo>
                <a:cubicBezTo>
                  <a:pt x="464" y="456"/>
                  <a:pt x="464" y="456"/>
                  <a:pt x="464" y="456"/>
                </a:cubicBezTo>
                <a:cubicBezTo>
                  <a:pt x="461" y="464"/>
                  <a:pt x="460" y="472"/>
                  <a:pt x="460" y="481"/>
                </a:cubicBezTo>
                <a:cubicBezTo>
                  <a:pt x="460" y="538"/>
                  <a:pt x="506" y="583"/>
                  <a:pt x="562" y="583"/>
                </a:cubicBezTo>
                <a:cubicBezTo>
                  <a:pt x="619" y="583"/>
                  <a:pt x="664" y="538"/>
                  <a:pt x="664" y="481"/>
                </a:cubicBezTo>
                <a:cubicBezTo>
                  <a:pt x="664" y="425"/>
                  <a:pt x="619" y="379"/>
                  <a:pt x="562" y="379"/>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zh-CN" altLang="en-US" dirty="0">
              <a:cs typeface="+mn-ea"/>
              <a:sym typeface="+mn-lt"/>
            </a:endParaRPr>
          </a:p>
        </p:txBody>
      </p:sp>
      <p:sp>
        <p:nvSpPr>
          <p:cNvPr id="61" name="TextBox 14">
            <a:extLst>
              <a:ext uri="{FF2B5EF4-FFF2-40B4-BE49-F238E27FC236}">
                <a16:creationId xmlns:a16="http://schemas.microsoft.com/office/drawing/2014/main" id="{615FB0DE-EA10-4F27-AC2A-F7240DE87345}"/>
              </a:ext>
            </a:extLst>
          </p:cNvPr>
          <p:cNvSpPr txBox="1"/>
          <p:nvPr/>
        </p:nvSpPr>
        <p:spPr>
          <a:xfrm>
            <a:off x="3701688" y="5532502"/>
            <a:ext cx="1228622" cy="338554"/>
          </a:xfrm>
          <a:prstGeom prst="rect">
            <a:avLst/>
          </a:prstGeom>
          <a:noFill/>
        </p:spPr>
        <p:txBody>
          <a:bodyPr wrap="square" lIns="0" tIns="0" rIns="0" bIns="0" rtlCol="0">
            <a:spAutoFit/>
          </a:bodyPr>
          <a:lstStyle/>
          <a:p>
            <a:pPr algn="ctr"/>
            <a:r>
              <a:rPr lang="zh-CN" altLang="en-US" sz="2200" b="1" dirty="0">
                <a:solidFill>
                  <a:schemeClr val="bg1"/>
                </a:solidFill>
                <a:cs typeface="+mn-ea"/>
                <a:sym typeface="+mn-lt"/>
              </a:rPr>
              <a:t>输入标题</a:t>
            </a:r>
          </a:p>
        </p:txBody>
      </p:sp>
      <p:sp>
        <p:nvSpPr>
          <p:cNvPr id="62" name="TextBox 13">
            <a:extLst>
              <a:ext uri="{FF2B5EF4-FFF2-40B4-BE49-F238E27FC236}">
                <a16:creationId xmlns:a16="http://schemas.microsoft.com/office/drawing/2014/main" id="{1BEC3153-27EC-41B7-A1F1-FF3A6F1A0F22}"/>
              </a:ext>
            </a:extLst>
          </p:cNvPr>
          <p:cNvSpPr txBox="1"/>
          <p:nvPr/>
        </p:nvSpPr>
        <p:spPr>
          <a:xfrm>
            <a:off x="5606843" y="5276512"/>
            <a:ext cx="3884098" cy="533479"/>
          </a:xfrm>
          <a:prstGeom prst="rect">
            <a:avLst/>
          </a:prstGeom>
          <a:noFill/>
        </p:spPr>
        <p:txBody>
          <a:bodyPr wrap="square" lIns="0" tIns="0" rIns="0" bIns="0" rtlCol="0">
            <a:spAutoFit/>
          </a:bodyPr>
          <a:lstStyle/>
          <a:p>
            <a:pPr algn="ctr">
              <a:lnSpc>
                <a:spcPts val="2200"/>
              </a:lnSpc>
            </a:pPr>
            <a:r>
              <a:rPr lang="zh-CN" altLang="en-US" sz="1300" dirty="0">
                <a:solidFill>
                  <a:schemeClr val="tx1">
                    <a:lumMod val="75000"/>
                    <a:lumOff val="25000"/>
                  </a:schemeClr>
                </a:solidFill>
                <a:cs typeface="+mn-ea"/>
                <a:sym typeface="+mn-lt"/>
              </a:rPr>
              <a:t>点击输入您的文字内容，用简洁的文字进行阐述，详细内容应在演说过程中用语言来表达。</a:t>
            </a:r>
            <a:endParaRPr lang="en-US" altLang="zh-CN" sz="1300" dirty="0">
              <a:solidFill>
                <a:schemeClr val="tx1">
                  <a:lumMod val="75000"/>
                  <a:lumOff val="25000"/>
                </a:schemeClr>
              </a:solidFill>
              <a:cs typeface="+mn-ea"/>
              <a:sym typeface="+mn-lt"/>
            </a:endParaRPr>
          </a:p>
        </p:txBody>
      </p:sp>
    </p:spTree>
    <p:extLst>
      <p:ext uri="{BB962C8B-B14F-4D97-AF65-F5344CB8AC3E}">
        <p14:creationId xmlns:p14="http://schemas.microsoft.com/office/powerpoint/2010/main" val="1312570473"/>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fade">
                                      <p:cBhvr>
                                        <p:cTn id="7" dur="500"/>
                                        <p:tgtEl>
                                          <p:spTgt spid="45"/>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51"/>
                                        </p:tgtEl>
                                        <p:attrNameLst>
                                          <p:attrName>style.visibility</p:attrName>
                                        </p:attrNameLst>
                                      </p:cBhvr>
                                      <p:to>
                                        <p:strVal val="visible"/>
                                      </p:to>
                                    </p:set>
                                    <p:animEffect transition="in" filter="fade">
                                      <p:cBhvr>
                                        <p:cTn id="10" dur="500"/>
                                        <p:tgtEl>
                                          <p:spTgt spid="51"/>
                                        </p:tgtEl>
                                      </p:cBhvr>
                                    </p:animEffect>
                                  </p:childTnLst>
                                </p:cTn>
                              </p:par>
                              <p:par>
                                <p:cTn id="11" presetID="10" presetClass="entr" presetSubtype="0" fill="hold" grpId="0" nodeType="withEffect">
                                  <p:stCondLst>
                                    <p:cond delay="600"/>
                                  </p:stCondLst>
                                  <p:childTnLst>
                                    <p:set>
                                      <p:cBhvr>
                                        <p:cTn id="12" dur="1" fill="hold">
                                          <p:stCondLst>
                                            <p:cond delay="0"/>
                                          </p:stCondLst>
                                        </p:cTn>
                                        <p:tgtEl>
                                          <p:spTgt spid="57"/>
                                        </p:tgtEl>
                                        <p:attrNameLst>
                                          <p:attrName>style.visibility</p:attrName>
                                        </p:attrNameLst>
                                      </p:cBhvr>
                                      <p:to>
                                        <p:strVal val="visible"/>
                                      </p:to>
                                    </p:set>
                                    <p:animEffect transition="in" filter="fade">
                                      <p:cBhvr>
                                        <p:cTn id="13" dur="500"/>
                                        <p:tgtEl>
                                          <p:spTgt spid="57"/>
                                        </p:tgtEl>
                                      </p:cBhvr>
                                    </p:animEffect>
                                  </p:childTnLst>
                                </p:cTn>
                              </p:par>
                            </p:childTnLst>
                          </p:cTn>
                        </p:par>
                        <p:par>
                          <p:cTn id="14" fill="hold">
                            <p:stCondLst>
                              <p:cond delay="1100"/>
                            </p:stCondLst>
                            <p:childTnLst>
                              <p:par>
                                <p:cTn id="15" presetID="10" presetClass="entr" presetSubtype="0" fill="hold" grpId="0" nodeType="afterEffect">
                                  <p:stCondLst>
                                    <p:cond delay="0"/>
                                  </p:stCondLst>
                                  <p:childTnLst>
                                    <p:set>
                                      <p:cBhvr>
                                        <p:cTn id="16" dur="1" fill="hold">
                                          <p:stCondLst>
                                            <p:cond delay="0"/>
                                          </p:stCondLst>
                                        </p:cTn>
                                        <p:tgtEl>
                                          <p:spTgt spid="46"/>
                                        </p:tgtEl>
                                        <p:attrNameLst>
                                          <p:attrName>style.visibility</p:attrName>
                                        </p:attrNameLst>
                                      </p:cBhvr>
                                      <p:to>
                                        <p:strVal val="visible"/>
                                      </p:to>
                                    </p:set>
                                    <p:animEffect transition="in" filter="fade">
                                      <p:cBhvr>
                                        <p:cTn id="17" dur="500"/>
                                        <p:tgtEl>
                                          <p:spTgt spid="4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fade">
                                      <p:cBhvr>
                                        <p:cTn id="20" dur="500"/>
                                        <p:tgtEl>
                                          <p:spTgt spid="4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animEffect transition="in" filter="fade">
                                      <p:cBhvr>
                                        <p:cTn id="23" dur="500"/>
                                        <p:tgtEl>
                                          <p:spTgt spid="5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7"/>
                                        </p:tgtEl>
                                        <p:attrNameLst>
                                          <p:attrName>style.visibility</p:attrName>
                                        </p:attrNameLst>
                                      </p:cBhvr>
                                      <p:to>
                                        <p:strVal val="visible"/>
                                      </p:to>
                                    </p:set>
                                    <p:animEffect transition="in" filter="fade">
                                      <p:cBhvr>
                                        <p:cTn id="26" dur="500"/>
                                        <p:tgtEl>
                                          <p:spTgt spid="47"/>
                                        </p:tgtEl>
                                      </p:cBhvr>
                                    </p:animEffect>
                                  </p:childTnLst>
                                </p:cTn>
                              </p:par>
                            </p:childTnLst>
                          </p:cTn>
                        </p:par>
                        <p:par>
                          <p:cTn id="27" fill="hold">
                            <p:stCondLst>
                              <p:cond delay="1600"/>
                            </p:stCondLst>
                            <p:childTnLst>
                              <p:par>
                                <p:cTn id="28" presetID="16" presetClass="entr" presetSubtype="21" fill="hold" grpId="0" nodeType="after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barn(inVertical)">
                                      <p:cBhvr>
                                        <p:cTn id="30" dur="1000"/>
                                        <p:tgtEl>
                                          <p:spTgt spid="49"/>
                                        </p:tgtEl>
                                      </p:cBhvr>
                                    </p:animEffect>
                                  </p:childTnLst>
                                </p:cTn>
                              </p:par>
                            </p:childTnLst>
                          </p:cTn>
                        </p:par>
                        <p:par>
                          <p:cTn id="31" fill="hold">
                            <p:stCondLst>
                              <p:cond delay="2600"/>
                            </p:stCondLst>
                            <p:childTnLst>
                              <p:par>
                                <p:cTn id="32" presetID="10" presetClass="entr" presetSubtype="0" fill="hold" grpId="0" nodeType="after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500"/>
                                        <p:tgtEl>
                                          <p:spTgt spid="5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54"/>
                                        </p:tgtEl>
                                        <p:attrNameLst>
                                          <p:attrName>style.visibility</p:attrName>
                                        </p:attrNameLst>
                                      </p:cBhvr>
                                      <p:to>
                                        <p:strVal val="visible"/>
                                      </p:to>
                                    </p:set>
                                    <p:animEffect transition="in" filter="fade">
                                      <p:cBhvr>
                                        <p:cTn id="37" dur="500"/>
                                        <p:tgtEl>
                                          <p:spTgt spid="5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56"/>
                                        </p:tgtEl>
                                        <p:attrNameLst>
                                          <p:attrName>style.visibility</p:attrName>
                                        </p:attrNameLst>
                                      </p:cBhvr>
                                      <p:to>
                                        <p:strVal val="visible"/>
                                      </p:to>
                                    </p:set>
                                    <p:animEffect transition="in" filter="fade">
                                      <p:cBhvr>
                                        <p:cTn id="40" dur="500"/>
                                        <p:tgtEl>
                                          <p:spTgt spid="5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53"/>
                                        </p:tgtEl>
                                        <p:attrNameLst>
                                          <p:attrName>style.visibility</p:attrName>
                                        </p:attrNameLst>
                                      </p:cBhvr>
                                      <p:to>
                                        <p:strVal val="visible"/>
                                      </p:to>
                                    </p:set>
                                    <p:animEffect transition="in" filter="fade">
                                      <p:cBhvr>
                                        <p:cTn id="43" dur="500"/>
                                        <p:tgtEl>
                                          <p:spTgt spid="53"/>
                                        </p:tgtEl>
                                      </p:cBhvr>
                                    </p:animEffect>
                                  </p:childTnLst>
                                </p:cTn>
                              </p:par>
                            </p:childTnLst>
                          </p:cTn>
                        </p:par>
                        <p:par>
                          <p:cTn id="44" fill="hold">
                            <p:stCondLst>
                              <p:cond delay="3100"/>
                            </p:stCondLst>
                            <p:childTnLst>
                              <p:par>
                                <p:cTn id="45" presetID="16" presetClass="entr" presetSubtype="21" fill="hold" grpId="0" nodeType="after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barn(inVertical)">
                                      <p:cBhvr>
                                        <p:cTn id="47" dur="1000"/>
                                        <p:tgtEl>
                                          <p:spTgt spid="55"/>
                                        </p:tgtEl>
                                      </p:cBhvr>
                                    </p:animEffect>
                                  </p:childTnLst>
                                </p:cTn>
                              </p:par>
                            </p:childTnLst>
                          </p:cTn>
                        </p:par>
                        <p:par>
                          <p:cTn id="48" fill="hold">
                            <p:stCondLst>
                              <p:cond delay="4100"/>
                            </p:stCondLst>
                            <p:childTnLst>
                              <p:par>
                                <p:cTn id="49" presetID="10" presetClass="entr" presetSubtype="0" fill="hold" grpId="0" nodeType="afterEffect">
                                  <p:stCondLst>
                                    <p:cond delay="0"/>
                                  </p:stCondLst>
                                  <p:childTnLst>
                                    <p:set>
                                      <p:cBhvr>
                                        <p:cTn id="50" dur="1" fill="hold">
                                          <p:stCondLst>
                                            <p:cond delay="0"/>
                                          </p:stCondLst>
                                        </p:cTn>
                                        <p:tgtEl>
                                          <p:spTgt spid="58"/>
                                        </p:tgtEl>
                                        <p:attrNameLst>
                                          <p:attrName>style.visibility</p:attrName>
                                        </p:attrNameLst>
                                      </p:cBhvr>
                                      <p:to>
                                        <p:strVal val="visible"/>
                                      </p:to>
                                    </p:set>
                                    <p:animEffect transition="in" filter="fade">
                                      <p:cBhvr>
                                        <p:cTn id="51" dur="500"/>
                                        <p:tgtEl>
                                          <p:spTgt spid="5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60"/>
                                        </p:tgtEl>
                                        <p:attrNameLst>
                                          <p:attrName>style.visibility</p:attrName>
                                        </p:attrNameLst>
                                      </p:cBhvr>
                                      <p:to>
                                        <p:strVal val="visible"/>
                                      </p:to>
                                    </p:set>
                                    <p:animEffect transition="in" filter="fade">
                                      <p:cBhvr>
                                        <p:cTn id="54" dur="500"/>
                                        <p:tgtEl>
                                          <p:spTgt spid="6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61"/>
                                        </p:tgtEl>
                                        <p:attrNameLst>
                                          <p:attrName>style.visibility</p:attrName>
                                        </p:attrNameLst>
                                      </p:cBhvr>
                                      <p:to>
                                        <p:strVal val="visible"/>
                                      </p:to>
                                    </p:set>
                                    <p:animEffect transition="in" filter="fade">
                                      <p:cBhvr>
                                        <p:cTn id="57" dur="500"/>
                                        <p:tgtEl>
                                          <p:spTgt spid="6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59"/>
                                        </p:tgtEl>
                                        <p:attrNameLst>
                                          <p:attrName>style.visibility</p:attrName>
                                        </p:attrNameLst>
                                      </p:cBhvr>
                                      <p:to>
                                        <p:strVal val="visible"/>
                                      </p:to>
                                    </p:set>
                                    <p:animEffect transition="in" filter="fade">
                                      <p:cBhvr>
                                        <p:cTn id="60" dur="500"/>
                                        <p:tgtEl>
                                          <p:spTgt spid="59"/>
                                        </p:tgtEl>
                                      </p:cBhvr>
                                    </p:animEffect>
                                  </p:childTnLst>
                                </p:cTn>
                              </p:par>
                            </p:childTnLst>
                          </p:cTn>
                        </p:par>
                        <p:par>
                          <p:cTn id="61" fill="hold">
                            <p:stCondLst>
                              <p:cond delay="4600"/>
                            </p:stCondLst>
                            <p:childTnLst>
                              <p:par>
                                <p:cTn id="62" presetID="16" presetClass="entr" presetSubtype="21" fill="hold" grpId="0" nodeType="afterEffect">
                                  <p:stCondLst>
                                    <p:cond delay="0"/>
                                  </p:stCondLst>
                                  <p:childTnLst>
                                    <p:set>
                                      <p:cBhvr>
                                        <p:cTn id="63" dur="1" fill="hold">
                                          <p:stCondLst>
                                            <p:cond delay="0"/>
                                          </p:stCondLst>
                                        </p:cTn>
                                        <p:tgtEl>
                                          <p:spTgt spid="62"/>
                                        </p:tgtEl>
                                        <p:attrNameLst>
                                          <p:attrName>style.visibility</p:attrName>
                                        </p:attrNameLst>
                                      </p:cBhvr>
                                      <p:to>
                                        <p:strVal val="visible"/>
                                      </p:to>
                                    </p:set>
                                    <p:animEffect transition="in" filter="barn(inVertical)">
                                      <p:cBhvr>
                                        <p:cTn id="64"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48" grpId="0" animBg="1"/>
      <p:bldP spid="49" grpId="0"/>
      <p:bldP spid="50" grpId="0"/>
      <p:bldP spid="51" grpId="0" animBg="1"/>
      <p:bldP spid="52" grpId="0" animBg="1"/>
      <p:bldP spid="53" grpId="0" animBg="1"/>
      <p:bldP spid="54" grpId="0" animBg="1"/>
      <p:bldP spid="55" grpId="0"/>
      <p:bldP spid="56" grpId="0"/>
      <p:bldP spid="57" grpId="0" animBg="1"/>
      <p:bldP spid="58" grpId="0" animBg="1"/>
      <p:bldP spid="59" grpId="0" animBg="1"/>
      <p:bldP spid="60" grpId="0" animBg="1"/>
      <p:bldP spid="61" grpId="0"/>
      <p:bldP spid="6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矩形 31"/>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33" name="矩形 32"/>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34" name="组合 33"/>
          <p:cNvGrpSpPr/>
          <p:nvPr/>
        </p:nvGrpSpPr>
        <p:grpSpPr>
          <a:xfrm rot="10800000">
            <a:off x="0" y="304408"/>
            <a:ext cx="1010103" cy="857396"/>
            <a:chOff x="-39567" y="0"/>
            <a:chExt cx="1677745" cy="1424104"/>
          </a:xfrm>
        </p:grpSpPr>
        <p:sp>
          <p:nvSpPr>
            <p:cNvPr id="35"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36"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17" name="íṡḷiḋè">
            <a:extLst>
              <a:ext uri="{FF2B5EF4-FFF2-40B4-BE49-F238E27FC236}">
                <a16:creationId xmlns:a16="http://schemas.microsoft.com/office/drawing/2014/main" id="{75AD8C7D-9073-4904-BF55-89189B1D2A8F}"/>
              </a:ext>
            </a:extLst>
          </p:cNvPr>
          <p:cNvSpPr/>
          <p:nvPr/>
        </p:nvSpPr>
        <p:spPr>
          <a:xfrm rot="5400000">
            <a:off x="2231445" y="1733616"/>
            <a:ext cx="4369058" cy="3768562"/>
          </a:xfrm>
          <a:prstGeom prst="blockArc">
            <a:avLst>
              <a:gd name="adj1" fmla="val 12357386"/>
              <a:gd name="adj2" fmla="val 20163184"/>
              <a:gd name="adj3" fmla="val 6776"/>
            </a:avLst>
          </a:prstGeom>
          <a:gradFill>
            <a:gsLst>
              <a:gs pos="0">
                <a:sysClr val="window" lastClr="FFFFFF">
                  <a:lumMod val="85000"/>
                  <a:alpha val="51000"/>
                </a:sysClr>
              </a:gs>
              <a:gs pos="100000">
                <a:sysClr val="window" lastClr="FFFFFF"/>
              </a:gs>
            </a:gsLst>
            <a:lin ang="5400000" scaled="1"/>
          </a:gradFill>
          <a:ln w="12700" cap="flat" cmpd="sng" algn="ctr">
            <a:noFill/>
            <a:prstDash val="solid"/>
            <a:miter lim="800000"/>
          </a:ln>
          <a:effectLst/>
        </p:spPr>
        <p:txBody>
          <a:bodyPr wrap="squar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800" i="0" u="none" strike="noStrike" kern="0" cap="none" spc="0" normalizeH="0" baseline="0" noProof="0">
              <a:ln>
                <a:noFill/>
              </a:ln>
              <a:solidFill>
                <a:srgbClr val="AFA397"/>
              </a:solidFill>
              <a:effectLst/>
              <a:uLnTx/>
              <a:uFillTx/>
              <a:cs typeface="+mn-ea"/>
              <a:sym typeface="+mn-lt"/>
            </a:endParaRPr>
          </a:p>
        </p:txBody>
      </p:sp>
      <p:grpSp>
        <p:nvGrpSpPr>
          <p:cNvPr id="19" name="组合 18">
            <a:extLst>
              <a:ext uri="{FF2B5EF4-FFF2-40B4-BE49-F238E27FC236}">
                <a16:creationId xmlns:a16="http://schemas.microsoft.com/office/drawing/2014/main" id="{59EAF8E6-9763-4FC1-8F62-0E96F128B69F}"/>
              </a:ext>
            </a:extLst>
          </p:cNvPr>
          <p:cNvGrpSpPr/>
          <p:nvPr/>
        </p:nvGrpSpPr>
        <p:grpSpPr>
          <a:xfrm>
            <a:off x="5964155" y="1161267"/>
            <a:ext cx="4024973" cy="932697"/>
            <a:chOff x="5964155" y="1296926"/>
            <a:chExt cx="4024973" cy="932697"/>
          </a:xfrm>
        </p:grpSpPr>
        <p:sp>
          <p:nvSpPr>
            <p:cNvPr id="20" name="文本框 19">
              <a:extLst>
                <a:ext uri="{FF2B5EF4-FFF2-40B4-BE49-F238E27FC236}">
                  <a16:creationId xmlns:a16="http://schemas.microsoft.com/office/drawing/2014/main" id="{0EB7FCB2-9AFD-4ECE-938C-75A53C3C165C}"/>
                </a:ext>
              </a:extLst>
            </p:cNvPr>
            <p:cNvSpPr txBox="1"/>
            <p:nvPr/>
          </p:nvSpPr>
          <p:spPr>
            <a:xfrm>
              <a:off x="5964155" y="1615801"/>
              <a:ext cx="4024973" cy="613822"/>
            </a:xfrm>
            <a:prstGeom prst="rect">
              <a:avLst/>
            </a:prstGeom>
            <a:noFill/>
          </p:spPr>
          <p:txBody>
            <a:bodyPr wrap="square" rtlCol="0">
              <a:spAutoFit/>
            </a:bodyPr>
            <a:lstStyle/>
            <a:p>
              <a:pPr>
                <a:lnSpc>
                  <a:spcPct val="150000"/>
                </a:lnSpc>
                <a:spcAft>
                  <a:spcPct val="0"/>
                </a:spcAft>
              </a:pPr>
              <a:r>
                <a:rPr lang="zh-CN" altLang="en-US" sz="1200" dirty="0">
                  <a:solidFill>
                    <a:schemeClr val="tx1">
                      <a:lumMod val="75000"/>
                      <a:lumOff val="25000"/>
                    </a:schemeClr>
                  </a:solidFill>
                  <a:cs typeface="+mn-ea"/>
                  <a:sym typeface="+mn-lt"/>
                </a:rPr>
                <a:t>在这里添加你的详细小段落文本内容，与标题相关并符合整体语言风格内容请简洁，尽量生动，将保持美观大方。</a:t>
              </a:r>
            </a:p>
          </p:txBody>
        </p:sp>
        <p:sp>
          <p:nvSpPr>
            <p:cNvPr id="24" name="文本框 23">
              <a:extLst>
                <a:ext uri="{FF2B5EF4-FFF2-40B4-BE49-F238E27FC236}">
                  <a16:creationId xmlns:a16="http://schemas.microsoft.com/office/drawing/2014/main" id="{3D65FF52-FA8F-40F7-8756-66D43873453E}"/>
                </a:ext>
              </a:extLst>
            </p:cNvPr>
            <p:cNvSpPr txBox="1"/>
            <p:nvPr/>
          </p:nvSpPr>
          <p:spPr>
            <a:xfrm>
              <a:off x="5964156" y="1296926"/>
              <a:ext cx="1783121" cy="369332"/>
            </a:xfrm>
            <a:prstGeom prst="rect">
              <a:avLst/>
            </a:prstGeom>
            <a:noFill/>
          </p:spPr>
          <p:txBody>
            <a:bodyPr wrap="square" rtlCol="0">
              <a:spAutoFit/>
            </a:bodyPr>
            <a:lstStyle/>
            <a:p>
              <a:r>
                <a:rPr lang="zh-CN" altLang="en-US" dirty="0">
                  <a:solidFill>
                    <a:schemeClr val="tx1">
                      <a:lumMod val="75000"/>
                      <a:lumOff val="25000"/>
                    </a:schemeClr>
                  </a:solidFill>
                  <a:cs typeface="+mn-ea"/>
                  <a:sym typeface="+mn-lt"/>
                </a:rPr>
                <a:t>添加标题文字</a:t>
              </a:r>
            </a:p>
          </p:txBody>
        </p:sp>
      </p:grpSp>
      <p:grpSp>
        <p:nvGrpSpPr>
          <p:cNvPr id="25" name="组合 24">
            <a:extLst>
              <a:ext uri="{FF2B5EF4-FFF2-40B4-BE49-F238E27FC236}">
                <a16:creationId xmlns:a16="http://schemas.microsoft.com/office/drawing/2014/main" id="{8445DAB6-086A-4467-A4F1-F28C2F3FA647}"/>
              </a:ext>
            </a:extLst>
          </p:cNvPr>
          <p:cNvGrpSpPr/>
          <p:nvPr/>
        </p:nvGrpSpPr>
        <p:grpSpPr>
          <a:xfrm>
            <a:off x="6662163" y="3006663"/>
            <a:ext cx="4024972" cy="932697"/>
            <a:chOff x="6662163" y="3142322"/>
            <a:chExt cx="4024972" cy="932697"/>
          </a:xfrm>
        </p:grpSpPr>
        <p:sp>
          <p:nvSpPr>
            <p:cNvPr id="26" name="文本框 25">
              <a:extLst>
                <a:ext uri="{FF2B5EF4-FFF2-40B4-BE49-F238E27FC236}">
                  <a16:creationId xmlns:a16="http://schemas.microsoft.com/office/drawing/2014/main" id="{B0E4D525-1A80-46F1-9129-C05C0BCDE669}"/>
                </a:ext>
              </a:extLst>
            </p:cNvPr>
            <p:cNvSpPr txBox="1"/>
            <p:nvPr/>
          </p:nvSpPr>
          <p:spPr>
            <a:xfrm>
              <a:off x="6662163" y="3461197"/>
              <a:ext cx="4024972" cy="613822"/>
            </a:xfrm>
            <a:prstGeom prst="rect">
              <a:avLst/>
            </a:prstGeom>
            <a:noFill/>
          </p:spPr>
          <p:txBody>
            <a:bodyPr wrap="square" rtlCol="0">
              <a:spAutoFit/>
            </a:bodyPr>
            <a:lstStyle/>
            <a:p>
              <a:pPr>
                <a:lnSpc>
                  <a:spcPct val="150000"/>
                </a:lnSpc>
                <a:spcAft>
                  <a:spcPct val="0"/>
                </a:spcAft>
              </a:pPr>
              <a:r>
                <a:rPr lang="zh-CN" altLang="en-US" sz="1200" dirty="0">
                  <a:solidFill>
                    <a:schemeClr val="tx1">
                      <a:lumMod val="75000"/>
                      <a:lumOff val="25000"/>
                    </a:schemeClr>
                  </a:solidFill>
                  <a:cs typeface="+mn-ea"/>
                  <a:sym typeface="+mn-lt"/>
                </a:rPr>
                <a:t>在这里添加你的详细小段落文本内容，与标题相关并符合整体语言风格内容请简洁，尽量生动，将保持美观大方。</a:t>
              </a:r>
            </a:p>
          </p:txBody>
        </p:sp>
        <p:sp>
          <p:nvSpPr>
            <p:cNvPr id="27" name="文本框 26">
              <a:extLst>
                <a:ext uri="{FF2B5EF4-FFF2-40B4-BE49-F238E27FC236}">
                  <a16:creationId xmlns:a16="http://schemas.microsoft.com/office/drawing/2014/main" id="{01FD9952-C363-45A4-9E3E-899F7BC88CDA}"/>
                </a:ext>
              </a:extLst>
            </p:cNvPr>
            <p:cNvSpPr txBox="1"/>
            <p:nvPr/>
          </p:nvSpPr>
          <p:spPr>
            <a:xfrm>
              <a:off x="6662163" y="3142322"/>
              <a:ext cx="1783121" cy="369332"/>
            </a:xfrm>
            <a:prstGeom prst="rect">
              <a:avLst/>
            </a:prstGeom>
            <a:noFill/>
          </p:spPr>
          <p:txBody>
            <a:bodyPr wrap="square" rtlCol="0">
              <a:spAutoFit/>
            </a:bodyPr>
            <a:lstStyle/>
            <a:p>
              <a:r>
                <a:rPr lang="zh-CN" altLang="en-US" dirty="0">
                  <a:solidFill>
                    <a:schemeClr val="tx1">
                      <a:lumMod val="75000"/>
                      <a:lumOff val="25000"/>
                    </a:schemeClr>
                  </a:solidFill>
                  <a:cs typeface="+mn-ea"/>
                  <a:sym typeface="+mn-lt"/>
                </a:rPr>
                <a:t>添加标题文字</a:t>
              </a:r>
            </a:p>
          </p:txBody>
        </p:sp>
      </p:grpSp>
      <p:grpSp>
        <p:nvGrpSpPr>
          <p:cNvPr id="28" name="组合 27">
            <a:extLst>
              <a:ext uri="{FF2B5EF4-FFF2-40B4-BE49-F238E27FC236}">
                <a16:creationId xmlns:a16="http://schemas.microsoft.com/office/drawing/2014/main" id="{FA4183DE-243B-4056-8753-1970981D2B00}"/>
              </a:ext>
            </a:extLst>
          </p:cNvPr>
          <p:cNvGrpSpPr/>
          <p:nvPr/>
        </p:nvGrpSpPr>
        <p:grpSpPr>
          <a:xfrm>
            <a:off x="5964156" y="4912049"/>
            <a:ext cx="4024972" cy="932697"/>
            <a:chOff x="5964156" y="5047708"/>
            <a:chExt cx="4024972" cy="932697"/>
          </a:xfrm>
        </p:grpSpPr>
        <p:sp>
          <p:nvSpPr>
            <p:cNvPr id="37" name="文本框 36">
              <a:extLst>
                <a:ext uri="{FF2B5EF4-FFF2-40B4-BE49-F238E27FC236}">
                  <a16:creationId xmlns:a16="http://schemas.microsoft.com/office/drawing/2014/main" id="{468152FB-8EC6-425B-81B3-66365454899C}"/>
                </a:ext>
              </a:extLst>
            </p:cNvPr>
            <p:cNvSpPr txBox="1"/>
            <p:nvPr/>
          </p:nvSpPr>
          <p:spPr>
            <a:xfrm>
              <a:off x="5964156" y="5366583"/>
              <a:ext cx="4024972" cy="613822"/>
            </a:xfrm>
            <a:prstGeom prst="rect">
              <a:avLst/>
            </a:prstGeom>
            <a:noFill/>
          </p:spPr>
          <p:txBody>
            <a:bodyPr wrap="square" rtlCol="0">
              <a:spAutoFit/>
            </a:bodyPr>
            <a:lstStyle/>
            <a:p>
              <a:pPr defTabSz="457200">
                <a:lnSpc>
                  <a:spcPct val="150000"/>
                </a:lnSpc>
              </a:pPr>
              <a:r>
                <a:rPr lang="zh-CN" altLang="en-US" sz="1200" dirty="0">
                  <a:solidFill>
                    <a:schemeClr val="tx1">
                      <a:lumMod val="75000"/>
                      <a:lumOff val="25000"/>
                    </a:schemeClr>
                  </a:solidFill>
                  <a:cs typeface="+mn-ea"/>
                  <a:sym typeface="+mn-lt"/>
                </a:rPr>
                <a:t>在这里添加你的详细小段落文本内容，与标题相关并符合整体语言风格内容请简洁，尽量生动，将保持美观大方。</a:t>
              </a:r>
            </a:p>
          </p:txBody>
        </p:sp>
        <p:sp>
          <p:nvSpPr>
            <p:cNvPr id="38" name="文本框 37">
              <a:extLst>
                <a:ext uri="{FF2B5EF4-FFF2-40B4-BE49-F238E27FC236}">
                  <a16:creationId xmlns:a16="http://schemas.microsoft.com/office/drawing/2014/main" id="{C668CCA6-3D58-4F0F-84BB-9752474B3A03}"/>
                </a:ext>
              </a:extLst>
            </p:cNvPr>
            <p:cNvSpPr txBox="1"/>
            <p:nvPr/>
          </p:nvSpPr>
          <p:spPr>
            <a:xfrm>
              <a:off x="5964156" y="5047708"/>
              <a:ext cx="1783121" cy="369332"/>
            </a:xfrm>
            <a:prstGeom prst="rect">
              <a:avLst/>
            </a:prstGeom>
            <a:noFill/>
          </p:spPr>
          <p:txBody>
            <a:bodyPr wrap="square" rtlCol="0">
              <a:spAutoFit/>
            </a:bodyPr>
            <a:lstStyle/>
            <a:p>
              <a:r>
                <a:rPr lang="zh-CN" altLang="en-US" dirty="0">
                  <a:solidFill>
                    <a:schemeClr val="tx1">
                      <a:lumMod val="75000"/>
                      <a:lumOff val="25000"/>
                    </a:schemeClr>
                  </a:solidFill>
                  <a:cs typeface="+mn-ea"/>
                  <a:sym typeface="+mn-lt"/>
                </a:rPr>
                <a:t>添加标题文字</a:t>
              </a:r>
            </a:p>
          </p:txBody>
        </p:sp>
      </p:grpSp>
      <p:sp>
        <p:nvSpPr>
          <p:cNvPr id="39" name="椭圆 38">
            <a:extLst>
              <a:ext uri="{FF2B5EF4-FFF2-40B4-BE49-F238E27FC236}">
                <a16:creationId xmlns:a16="http://schemas.microsoft.com/office/drawing/2014/main" id="{EC5266D0-DACE-4B02-9D4D-0AF037160A0C}"/>
              </a:ext>
            </a:extLst>
          </p:cNvPr>
          <p:cNvSpPr/>
          <p:nvPr/>
        </p:nvSpPr>
        <p:spPr>
          <a:xfrm>
            <a:off x="1263586" y="1711691"/>
            <a:ext cx="3730892" cy="3730892"/>
          </a:xfrm>
          <a:prstGeom prst="ellipse">
            <a:avLst/>
          </a:prstGeom>
          <a:blipFill>
            <a:blip r:embed="rId3"/>
            <a:stretch>
              <a:fillRect/>
            </a:stretch>
          </a:bli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800" i="0" u="none" strike="noStrike" kern="0" cap="none" spc="0" normalizeH="0" baseline="0" noProof="0">
              <a:ln>
                <a:noFill/>
              </a:ln>
              <a:solidFill>
                <a:prstClr val="white"/>
              </a:solidFill>
              <a:effectLst/>
              <a:uLnTx/>
              <a:uFillTx/>
              <a:cs typeface="+mn-ea"/>
              <a:sym typeface="+mn-lt"/>
            </a:endParaRPr>
          </a:p>
        </p:txBody>
      </p:sp>
      <p:grpSp>
        <p:nvGrpSpPr>
          <p:cNvPr id="40" name="组合 39">
            <a:extLst>
              <a:ext uri="{FF2B5EF4-FFF2-40B4-BE49-F238E27FC236}">
                <a16:creationId xmlns:a16="http://schemas.microsoft.com/office/drawing/2014/main" id="{07D08214-456E-4A9E-8845-C385A0741958}"/>
              </a:ext>
            </a:extLst>
          </p:cNvPr>
          <p:cNvGrpSpPr/>
          <p:nvPr/>
        </p:nvGrpSpPr>
        <p:grpSpPr>
          <a:xfrm>
            <a:off x="4860857" y="1470067"/>
            <a:ext cx="789924" cy="789920"/>
            <a:chOff x="4860857" y="1605726"/>
            <a:chExt cx="789924" cy="789920"/>
          </a:xfrm>
        </p:grpSpPr>
        <p:sp>
          <p:nvSpPr>
            <p:cNvPr id="41" name="î$1íḑe">
              <a:extLst>
                <a:ext uri="{FF2B5EF4-FFF2-40B4-BE49-F238E27FC236}">
                  <a16:creationId xmlns:a16="http://schemas.microsoft.com/office/drawing/2014/main" id="{DC7059D0-D186-4C67-A688-53C7415E49BC}"/>
                </a:ext>
              </a:extLst>
            </p:cNvPr>
            <p:cNvSpPr/>
            <p:nvPr/>
          </p:nvSpPr>
          <p:spPr>
            <a:xfrm>
              <a:off x="4860857" y="1605726"/>
              <a:ext cx="789924" cy="789920"/>
            </a:xfrm>
            <a:prstGeom prst="ellipse">
              <a:avLst/>
            </a:prstGeom>
            <a:solidFill>
              <a:schemeClr val="accent1"/>
            </a:solidFill>
            <a:ln w="38100" cap="flat" cmpd="sng" algn="ctr">
              <a:noFill/>
              <a:prstDash val="solid"/>
              <a:round/>
              <a:headEnd/>
              <a:tailEnd/>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en-US" sz="1800" i="0" u="none" strike="noStrike" kern="1200" cap="none" spc="0" normalizeH="0" baseline="0" noProof="0" dirty="0">
                <a:ln>
                  <a:noFill/>
                </a:ln>
                <a:solidFill>
                  <a:prstClr val="white"/>
                </a:solidFill>
                <a:effectLst/>
                <a:uLnTx/>
                <a:uFillTx/>
                <a:cs typeface="+mn-ea"/>
                <a:sym typeface="+mn-lt"/>
              </a:endParaRPr>
            </a:p>
          </p:txBody>
        </p:sp>
        <p:sp>
          <p:nvSpPr>
            <p:cNvPr id="42" name="Oval 10">
              <a:extLst>
                <a:ext uri="{FF2B5EF4-FFF2-40B4-BE49-F238E27FC236}">
                  <a16:creationId xmlns:a16="http://schemas.microsoft.com/office/drawing/2014/main" id="{DD6E1677-2AAB-4A5F-AB72-F5A44DACB672}"/>
                </a:ext>
              </a:extLst>
            </p:cNvPr>
            <p:cNvSpPr/>
            <p:nvPr/>
          </p:nvSpPr>
          <p:spPr>
            <a:xfrm>
              <a:off x="5098844" y="1819275"/>
              <a:ext cx="377008" cy="375748"/>
            </a:xfrm>
            <a:custGeom>
              <a:avLst/>
              <a:gdLst>
                <a:gd name="connsiteX0" fmla="*/ 81603 w 608615"/>
                <a:gd name="connsiteY0" fmla="*/ 176901 h 606580"/>
                <a:gd name="connsiteX1" fmla="*/ 42180 w 608615"/>
                <a:gd name="connsiteY1" fmla="*/ 215826 h 606580"/>
                <a:gd name="connsiteX2" fmla="*/ 25449 w 608615"/>
                <a:gd name="connsiteY2" fmla="*/ 362636 h 606580"/>
                <a:gd name="connsiteX3" fmla="*/ 29543 w 608615"/>
                <a:gd name="connsiteY3" fmla="*/ 376411 h 606580"/>
                <a:gd name="connsiteX4" fmla="*/ 38798 w 608615"/>
                <a:gd name="connsiteY4" fmla="*/ 380765 h 606580"/>
                <a:gd name="connsiteX5" fmla="*/ 48409 w 608615"/>
                <a:gd name="connsiteY5" fmla="*/ 380765 h 606580"/>
                <a:gd name="connsiteX6" fmla="*/ 61046 w 608615"/>
                <a:gd name="connsiteY6" fmla="*/ 392496 h 606580"/>
                <a:gd name="connsiteX7" fmla="*/ 75018 w 608615"/>
                <a:gd name="connsiteY7" fmla="*/ 581341 h 606580"/>
                <a:gd name="connsiteX8" fmla="*/ 152796 w 608615"/>
                <a:gd name="connsiteY8" fmla="*/ 581341 h 606580"/>
                <a:gd name="connsiteX9" fmla="*/ 166768 w 608615"/>
                <a:gd name="connsiteY9" fmla="*/ 392496 h 606580"/>
                <a:gd name="connsiteX10" fmla="*/ 179405 w 608615"/>
                <a:gd name="connsiteY10" fmla="*/ 380765 h 606580"/>
                <a:gd name="connsiteX11" fmla="*/ 189016 w 608615"/>
                <a:gd name="connsiteY11" fmla="*/ 380765 h 606580"/>
                <a:gd name="connsiteX12" fmla="*/ 198271 w 608615"/>
                <a:gd name="connsiteY12" fmla="*/ 376411 h 606580"/>
                <a:gd name="connsiteX13" fmla="*/ 202365 w 608615"/>
                <a:gd name="connsiteY13" fmla="*/ 362636 h 606580"/>
                <a:gd name="connsiteX14" fmla="*/ 185634 w 608615"/>
                <a:gd name="connsiteY14" fmla="*/ 215826 h 606580"/>
                <a:gd name="connsiteX15" fmla="*/ 146211 w 608615"/>
                <a:gd name="connsiteY15" fmla="*/ 176901 h 606580"/>
                <a:gd name="connsiteX16" fmla="*/ 329132 w 608615"/>
                <a:gd name="connsiteY16" fmla="*/ 176837 h 606580"/>
                <a:gd name="connsiteX17" fmla="*/ 455700 w 608615"/>
                <a:gd name="connsiteY17" fmla="*/ 303299 h 606580"/>
                <a:gd name="connsiteX18" fmla="*/ 329132 w 608615"/>
                <a:gd name="connsiteY18" fmla="*/ 429673 h 606580"/>
                <a:gd name="connsiteX19" fmla="*/ 252585 w 608615"/>
                <a:gd name="connsiteY19" fmla="*/ 403456 h 606580"/>
                <a:gd name="connsiteX20" fmla="*/ 250182 w 608615"/>
                <a:gd name="connsiteY20" fmla="*/ 385682 h 606580"/>
                <a:gd name="connsiteX21" fmla="*/ 267984 w 608615"/>
                <a:gd name="connsiteY21" fmla="*/ 383372 h 606580"/>
                <a:gd name="connsiteX22" fmla="*/ 329132 w 608615"/>
                <a:gd name="connsiteY22" fmla="*/ 404434 h 606580"/>
                <a:gd name="connsiteX23" fmla="*/ 430422 w 608615"/>
                <a:gd name="connsiteY23" fmla="*/ 303299 h 606580"/>
                <a:gd name="connsiteX24" fmla="*/ 329132 w 608615"/>
                <a:gd name="connsiteY24" fmla="*/ 202165 h 606580"/>
                <a:gd name="connsiteX25" fmla="*/ 258816 w 608615"/>
                <a:gd name="connsiteY25" fmla="*/ 230781 h 606580"/>
                <a:gd name="connsiteX26" fmla="*/ 240925 w 608615"/>
                <a:gd name="connsiteY26" fmla="*/ 230426 h 606580"/>
                <a:gd name="connsiteX27" fmla="*/ 241192 w 608615"/>
                <a:gd name="connsiteY27" fmla="*/ 212563 h 606580"/>
                <a:gd name="connsiteX28" fmla="*/ 329132 w 608615"/>
                <a:gd name="connsiteY28" fmla="*/ 176837 h 606580"/>
                <a:gd name="connsiteX29" fmla="*/ 81603 w 608615"/>
                <a:gd name="connsiteY29" fmla="*/ 151574 h 606580"/>
                <a:gd name="connsiteX30" fmla="*/ 146211 w 608615"/>
                <a:gd name="connsiteY30" fmla="*/ 151574 h 606580"/>
                <a:gd name="connsiteX31" fmla="*/ 210819 w 608615"/>
                <a:gd name="connsiteY31" fmla="*/ 212982 h 606580"/>
                <a:gd name="connsiteX32" fmla="*/ 227549 w 608615"/>
                <a:gd name="connsiteY32" fmla="*/ 359793 h 606580"/>
                <a:gd name="connsiteX33" fmla="*/ 217137 w 608615"/>
                <a:gd name="connsiteY33" fmla="*/ 393296 h 606580"/>
                <a:gd name="connsiteX34" fmla="*/ 191152 w 608615"/>
                <a:gd name="connsiteY34" fmla="*/ 406004 h 606580"/>
                <a:gd name="connsiteX35" fmla="*/ 177180 w 608615"/>
                <a:gd name="connsiteY35" fmla="*/ 594938 h 606580"/>
                <a:gd name="connsiteX36" fmla="*/ 164543 w 608615"/>
                <a:gd name="connsiteY36" fmla="*/ 606580 h 606580"/>
                <a:gd name="connsiteX37" fmla="*/ 63271 w 608615"/>
                <a:gd name="connsiteY37" fmla="*/ 606580 h 606580"/>
                <a:gd name="connsiteX38" fmla="*/ 50634 w 608615"/>
                <a:gd name="connsiteY38" fmla="*/ 594938 h 606580"/>
                <a:gd name="connsiteX39" fmla="*/ 36662 w 608615"/>
                <a:gd name="connsiteY39" fmla="*/ 406004 h 606580"/>
                <a:gd name="connsiteX40" fmla="*/ 10677 w 608615"/>
                <a:gd name="connsiteY40" fmla="*/ 393296 h 606580"/>
                <a:gd name="connsiteX41" fmla="*/ 265 w 608615"/>
                <a:gd name="connsiteY41" fmla="*/ 359793 h 606580"/>
                <a:gd name="connsiteX42" fmla="*/ 17084 w 608615"/>
                <a:gd name="connsiteY42" fmla="*/ 212982 h 606580"/>
                <a:gd name="connsiteX43" fmla="*/ 81603 w 608615"/>
                <a:gd name="connsiteY43" fmla="*/ 151574 h 606580"/>
                <a:gd name="connsiteX44" fmla="*/ 113916 w 608615"/>
                <a:gd name="connsiteY44" fmla="*/ 25241 h 606580"/>
                <a:gd name="connsiteX45" fmla="*/ 75923 w 608615"/>
                <a:gd name="connsiteY45" fmla="*/ 63191 h 606580"/>
                <a:gd name="connsiteX46" fmla="*/ 113916 w 608615"/>
                <a:gd name="connsiteY46" fmla="*/ 101053 h 606580"/>
                <a:gd name="connsiteX47" fmla="*/ 151909 w 608615"/>
                <a:gd name="connsiteY47" fmla="*/ 63191 h 606580"/>
                <a:gd name="connsiteX48" fmla="*/ 113916 w 608615"/>
                <a:gd name="connsiteY48" fmla="*/ 25241 h 606580"/>
                <a:gd name="connsiteX49" fmla="*/ 409385 w 608615"/>
                <a:gd name="connsiteY49" fmla="*/ 24335 h 606580"/>
                <a:gd name="connsiteX50" fmla="*/ 430612 w 608615"/>
                <a:gd name="connsiteY50" fmla="*/ 28235 h 606580"/>
                <a:gd name="connsiteX51" fmla="*/ 493358 w 608615"/>
                <a:gd name="connsiteY51" fmla="*/ 65385 h 606580"/>
                <a:gd name="connsiteX52" fmla="*/ 512404 w 608615"/>
                <a:gd name="connsiteY52" fmla="*/ 103335 h 606580"/>
                <a:gd name="connsiteX53" fmla="*/ 495227 w 608615"/>
                <a:gd name="connsiteY53" fmla="*/ 141463 h 606580"/>
                <a:gd name="connsiteX54" fmla="*/ 492023 w 608615"/>
                <a:gd name="connsiteY54" fmla="*/ 173902 h 606580"/>
                <a:gd name="connsiteX55" fmla="*/ 513650 w 608615"/>
                <a:gd name="connsiteY55" fmla="*/ 212297 h 606580"/>
                <a:gd name="connsiteX56" fmla="*/ 541864 w 608615"/>
                <a:gd name="connsiteY56" fmla="*/ 225539 h 606580"/>
                <a:gd name="connsiteX57" fmla="*/ 582894 w 608615"/>
                <a:gd name="connsiteY57" fmla="*/ 228917 h 606580"/>
                <a:gd name="connsiteX58" fmla="*/ 606212 w 608615"/>
                <a:gd name="connsiteY58" fmla="*/ 265089 h 606580"/>
                <a:gd name="connsiteX59" fmla="*/ 608615 w 608615"/>
                <a:gd name="connsiteY59" fmla="*/ 302417 h 606580"/>
                <a:gd name="connsiteX60" fmla="*/ 606212 w 608615"/>
                <a:gd name="connsiteY60" fmla="*/ 339656 h 606580"/>
                <a:gd name="connsiteX61" fmla="*/ 582894 w 608615"/>
                <a:gd name="connsiteY61" fmla="*/ 375828 h 606580"/>
                <a:gd name="connsiteX62" fmla="*/ 542131 w 608615"/>
                <a:gd name="connsiteY62" fmla="*/ 379383 h 606580"/>
                <a:gd name="connsiteX63" fmla="*/ 513650 w 608615"/>
                <a:gd name="connsiteY63" fmla="*/ 392448 h 606580"/>
                <a:gd name="connsiteX64" fmla="*/ 492023 w 608615"/>
                <a:gd name="connsiteY64" fmla="*/ 430843 h 606580"/>
                <a:gd name="connsiteX65" fmla="*/ 495227 w 608615"/>
                <a:gd name="connsiteY65" fmla="*/ 463282 h 606580"/>
                <a:gd name="connsiteX66" fmla="*/ 512404 w 608615"/>
                <a:gd name="connsiteY66" fmla="*/ 501410 h 606580"/>
                <a:gd name="connsiteX67" fmla="*/ 493358 w 608615"/>
                <a:gd name="connsiteY67" fmla="*/ 539449 h 606580"/>
                <a:gd name="connsiteX68" fmla="*/ 430612 w 608615"/>
                <a:gd name="connsiteY68" fmla="*/ 576510 h 606580"/>
                <a:gd name="connsiteX69" fmla="*/ 388692 w 608615"/>
                <a:gd name="connsiteY69" fmla="*/ 574644 h 606580"/>
                <a:gd name="connsiteX70" fmla="*/ 364483 w 608615"/>
                <a:gd name="connsiteY70" fmla="*/ 540071 h 606580"/>
                <a:gd name="connsiteX71" fmla="*/ 339029 w 608615"/>
                <a:gd name="connsiteY71" fmla="*/ 521229 h 606580"/>
                <a:gd name="connsiteX72" fmla="*/ 295952 w 608615"/>
                <a:gd name="connsiteY72" fmla="*/ 521229 h 606580"/>
                <a:gd name="connsiteX73" fmla="*/ 270497 w 608615"/>
                <a:gd name="connsiteY73" fmla="*/ 540071 h 606580"/>
                <a:gd name="connsiteX74" fmla="*/ 250917 w 608615"/>
                <a:gd name="connsiteY74" fmla="*/ 571711 h 606580"/>
                <a:gd name="connsiteX75" fmla="*/ 223504 w 608615"/>
                <a:gd name="connsiteY75" fmla="*/ 580421 h 606580"/>
                <a:gd name="connsiteX76" fmla="*/ 215138 w 608615"/>
                <a:gd name="connsiteY76" fmla="*/ 579710 h 606580"/>
                <a:gd name="connsiteX77" fmla="*/ 204903 w 608615"/>
                <a:gd name="connsiteY77" fmla="*/ 565045 h 606580"/>
                <a:gd name="connsiteX78" fmla="*/ 219499 w 608615"/>
                <a:gd name="connsiteY78" fmla="*/ 554825 h 606580"/>
                <a:gd name="connsiteX79" fmla="*/ 236232 w 608615"/>
                <a:gd name="connsiteY79" fmla="*/ 551003 h 606580"/>
                <a:gd name="connsiteX80" fmla="*/ 245488 w 608615"/>
                <a:gd name="connsiteY80" fmla="*/ 535983 h 606580"/>
                <a:gd name="connsiteX81" fmla="*/ 298533 w 608615"/>
                <a:gd name="connsiteY81" fmla="*/ 496077 h 606580"/>
                <a:gd name="connsiteX82" fmla="*/ 336359 w 608615"/>
                <a:gd name="connsiteY82" fmla="*/ 496077 h 606580"/>
                <a:gd name="connsiteX83" fmla="*/ 389404 w 608615"/>
                <a:gd name="connsiteY83" fmla="*/ 535983 h 606580"/>
                <a:gd name="connsiteX84" fmla="*/ 400885 w 608615"/>
                <a:gd name="connsiteY84" fmla="*/ 552425 h 606580"/>
                <a:gd name="connsiteX85" fmla="*/ 420465 w 608615"/>
                <a:gd name="connsiteY85" fmla="*/ 553225 h 606580"/>
                <a:gd name="connsiteX86" fmla="*/ 477782 w 608615"/>
                <a:gd name="connsiteY86" fmla="*/ 519363 h 606580"/>
                <a:gd name="connsiteX87" fmla="*/ 487039 w 608615"/>
                <a:gd name="connsiteY87" fmla="*/ 500877 h 606580"/>
                <a:gd name="connsiteX88" fmla="*/ 478850 w 608615"/>
                <a:gd name="connsiteY88" fmla="*/ 482568 h 606580"/>
                <a:gd name="connsiteX89" fmla="*/ 471285 w 608615"/>
                <a:gd name="connsiteY89" fmla="*/ 416356 h 606580"/>
                <a:gd name="connsiteX90" fmla="*/ 490421 w 608615"/>
                <a:gd name="connsiteY90" fmla="*/ 382227 h 606580"/>
                <a:gd name="connsiteX91" fmla="*/ 550942 w 608615"/>
                <a:gd name="connsiteY91" fmla="*/ 355654 h 606580"/>
                <a:gd name="connsiteX92" fmla="*/ 569899 w 608615"/>
                <a:gd name="connsiteY92" fmla="*/ 354143 h 606580"/>
                <a:gd name="connsiteX93" fmla="*/ 581113 w 608615"/>
                <a:gd name="connsiteY93" fmla="*/ 336545 h 606580"/>
                <a:gd name="connsiteX94" fmla="*/ 583250 w 608615"/>
                <a:gd name="connsiteY94" fmla="*/ 302328 h 606580"/>
                <a:gd name="connsiteX95" fmla="*/ 581113 w 608615"/>
                <a:gd name="connsiteY95" fmla="*/ 268200 h 606580"/>
                <a:gd name="connsiteX96" fmla="*/ 569899 w 608615"/>
                <a:gd name="connsiteY96" fmla="*/ 250602 h 606580"/>
                <a:gd name="connsiteX97" fmla="*/ 551209 w 608615"/>
                <a:gd name="connsiteY97" fmla="*/ 249003 h 606580"/>
                <a:gd name="connsiteX98" fmla="*/ 490421 w 608615"/>
                <a:gd name="connsiteY98" fmla="*/ 222429 h 606580"/>
                <a:gd name="connsiteX99" fmla="*/ 471374 w 608615"/>
                <a:gd name="connsiteY99" fmla="*/ 188389 h 606580"/>
                <a:gd name="connsiteX100" fmla="*/ 478939 w 608615"/>
                <a:gd name="connsiteY100" fmla="*/ 122177 h 606580"/>
                <a:gd name="connsiteX101" fmla="*/ 487039 w 608615"/>
                <a:gd name="connsiteY101" fmla="*/ 103868 h 606580"/>
                <a:gd name="connsiteX102" fmla="*/ 477782 w 608615"/>
                <a:gd name="connsiteY102" fmla="*/ 85293 h 606580"/>
                <a:gd name="connsiteX103" fmla="*/ 420554 w 608615"/>
                <a:gd name="connsiteY103" fmla="*/ 51431 h 606580"/>
                <a:gd name="connsiteX104" fmla="*/ 400885 w 608615"/>
                <a:gd name="connsiteY104" fmla="*/ 52320 h 606580"/>
                <a:gd name="connsiteX105" fmla="*/ 389404 w 608615"/>
                <a:gd name="connsiteY105" fmla="*/ 68762 h 606580"/>
                <a:gd name="connsiteX106" fmla="*/ 336359 w 608615"/>
                <a:gd name="connsiteY106" fmla="*/ 108667 h 606580"/>
                <a:gd name="connsiteX107" fmla="*/ 298622 w 608615"/>
                <a:gd name="connsiteY107" fmla="*/ 108667 h 606580"/>
                <a:gd name="connsiteX108" fmla="*/ 245488 w 608615"/>
                <a:gd name="connsiteY108" fmla="*/ 68762 h 606580"/>
                <a:gd name="connsiteX109" fmla="*/ 234986 w 608615"/>
                <a:gd name="connsiteY109" fmla="*/ 52942 h 606580"/>
                <a:gd name="connsiteX110" fmla="*/ 216117 w 608615"/>
                <a:gd name="connsiteY110" fmla="*/ 50987 h 606580"/>
                <a:gd name="connsiteX111" fmla="*/ 200008 w 608615"/>
                <a:gd name="connsiteY111" fmla="*/ 43166 h 606580"/>
                <a:gd name="connsiteX112" fmla="*/ 207929 w 608615"/>
                <a:gd name="connsiteY112" fmla="*/ 27079 h 606580"/>
                <a:gd name="connsiteX113" fmla="*/ 247980 w 608615"/>
                <a:gd name="connsiteY113" fmla="*/ 31257 h 606580"/>
                <a:gd name="connsiteX114" fmla="*/ 270497 w 608615"/>
                <a:gd name="connsiteY114" fmla="*/ 64674 h 606580"/>
                <a:gd name="connsiteX115" fmla="*/ 295863 w 608615"/>
                <a:gd name="connsiteY115" fmla="*/ 83516 h 606580"/>
                <a:gd name="connsiteX116" fmla="*/ 339029 w 608615"/>
                <a:gd name="connsiteY116" fmla="*/ 83516 h 606580"/>
                <a:gd name="connsiteX117" fmla="*/ 364483 w 608615"/>
                <a:gd name="connsiteY117" fmla="*/ 64674 h 606580"/>
                <a:gd name="connsiteX118" fmla="*/ 388692 w 608615"/>
                <a:gd name="connsiteY118" fmla="*/ 30101 h 606580"/>
                <a:gd name="connsiteX119" fmla="*/ 409385 w 608615"/>
                <a:gd name="connsiteY119" fmla="*/ 24335 h 606580"/>
                <a:gd name="connsiteX120" fmla="*/ 113916 w 608615"/>
                <a:gd name="connsiteY120" fmla="*/ 0 h 606580"/>
                <a:gd name="connsiteX121" fmla="*/ 177178 w 608615"/>
                <a:gd name="connsiteY121" fmla="*/ 63191 h 606580"/>
                <a:gd name="connsiteX122" fmla="*/ 113916 w 608615"/>
                <a:gd name="connsiteY122" fmla="*/ 126383 h 606580"/>
                <a:gd name="connsiteX123" fmla="*/ 50654 w 608615"/>
                <a:gd name="connsiteY123" fmla="*/ 63191 h 606580"/>
                <a:gd name="connsiteX124" fmla="*/ 113916 w 608615"/>
                <a:gd name="connsiteY124" fmla="*/ 0 h 606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Lst>
              <a:rect l="l" t="t" r="r" b="b"/>
              <a:pathLst>
                <a:path w="608615" h="606580">
                  <a:moveTo>
                    <a:pt x="81603" y="176901"/>
                  </a:moveTo>
                  <a:cubicBezTo>
                    <a:pt x="61669" y="176901"/>
                    <a:pt x="44761" y="193609"/>
                    <a:pt x="42180" y="215826"/>
                  </a:cubicBezTo>
                  <a:lnTo>
                    <a:pt x="25449" y="362636"/>
                  </a:lnTo>
                  <a:cubicBezTo>
                    <a:pt x="24827" y="367791"/>
                    <a:pt x="26339" y="372767"/>
                    <a:pt x="29543" y="376411"/>
                  </a:cubicBezTo>
                  <a:cubicBezTo>
                    <a:pt x="30967" y="378011"/>
                    <a:pt x="34171" y="380765"/>
                    <a:pt x="38798" y="380765"/>
                  </a:cubicBezTo>
                  <a:lnTo>
                    <a:pt x="48409" y="380765"/>
                  </a:lnTo>
                  <a:cubicBezTo>
                    <a:pt x="55084" y="380765"/>
                    <a:pt x="60512" y="385920"/>
                    <a:pt x="61046" y="392496"/>
                  </a:cubicBezTo>
                  <a:lnTo>
                    <a:pt x="75018" y="581341"/>
                  </a:lnTo>
                  <a:lnTo>
                    <a:pt x="152796" y="581341"/>
                  </a:lnTo>
                  <a:lnTo>
                    <a:pt x="166768" y="392496"/>
                  </a:lnTo>
                  <a:cubicBezTo>
                    <a:pt x="167213" y="385920"/>
                    <a:pt x="172730" y="380765"/>
                    <a:pt x="179405" y="380765"/>
                  </a:cubicBezTo>
                  <a:lnTo>
                    <a:pt x="189016" y="380765"/>
                  </a:lnTo>
                  <a:cubicBezTo>
                    <a:pt x="193643" y="380765"/>
                    <a:pt x="196847" y="378011"/>
                    <a:pt x="198271" y="376411"/>
                  </a:cubicBezTo>
                  <a:cubicBezTo>
                    <a:pt x="201475" y="372767"/>
                    <a:pt x="202987" y="367791"/>
                    <a:pt x="202365" y="362636"/>
                  </a:cubicBezTo>
                  <a:lnTo>
                    <a:pt x="185634" y="215826"/>
                  </a:lnTo>
                  <a:cubicBezTo>
                    <a:pt x="183053" y="193609"/>
                    <a:pt x="166145" y="176901"/>
                    <a:pt x="146211" y="176901"/>
                  </a:cubicBezTo>
                  <a:close/>
                  <a:moveTo>
                    <a:pt x="329132" y="176837"/>
                  </a:moveTo>
                  <a:cubicBezTo>
                    <a:pt x="398913" y="176837"/>
                    <a:pt x="455700" y="233536"/>
                    <a:pt x="455700" y="303299"/>
                  </a:cubicBezTo>
                  <a:cubicBezTo>
                    <a:pt x="455700" y="372974"/>
                    <a:pt x="398913" y="429673"/>
                    <a:pt x="329132" y="429673"/>
                  </a:cubicBezTo>
                  <a:cubicBezTo>
                    <a:pt x="301539" y="429673"/>
                    <a:pt x="275104" y="420608"/>
                    <a:pt x="252585" y="403456"/>
                  </a:cubicBezTo>
                  <a:cubicBezTo>
                    <a:pt x="247067" y="399190"/>
                    <a:pt x="245999" y="391281"/>
                    <a:pt x="250182" y="385682"/>
                  </a:cubicBezTo>
                  <a:cubicBezTo>
                    <a:pt x="254455" y="380172"/>
                    <a:pt x="262465" y="379106"/>
                    <a:pt x="267984" y="383372"/>
                  </a:cubicBezTo>
                  <a:cubicBezTo>
                    <a:pt x="286052" y="397146"/>
                    <a:pt x="307147" y="404434"/>
                    <a:pt x="329132" y="404434"/>
                  </a:cubicBezTo>
                  <a:cubicBezTo>
                    <a:pt x="384939" y="404434"/>
                    <a:pt x="430422" y="359021"/>
                    <a:pt x="430422" y="303299"/>
                  </a:cubicBezTo>
                  <a:cubicBezTo>
                    <a:pt x="430422" y="247489"/>
                    <a:pt x="384939" y="202165"/>
                    <a:pt x="329132" y="202165"/>
                  </a:cubicBezTo>
                  <a:cubicBezTo>
                    <a:pt x="302874" y="202165"/>
                    <a:pt x="277863" y="212296"/>
                    <a:pt x="258816" y="230781"/>
                  </a:cubicBezTo>
                  <a:cubicBezTo>
                    <a:pt x="253831" y="235580"/>
                    <a:pt x="245821" y="235491"/>
                    <a:pt x="240925" y="230426"/>
                  </a:cubicBezTo>
                  <a:cubicBezTo>
                    <a:pt x="236030" y="225449"/>
                    <a:pt x="236208" y="217451"/>
                    <a:pt x="241192" y="212563"/>
                  </a:cubicBezTo>
                  <a:cubicBezTo>
                    <a:pt x="265046" y="189545"/>
                    <a:pt x="296288" y="176837"/>
                    <a:pt x="329132" y="176837"/>
                  </a:cubicBezTo>
                  <a:close/>
                  <a:moveTo>
                    <a:pt x="81603" y="151574"/>
                  </a:moveTo>
                  <a:lnTo>
                    <a:pt x="146211" y="151574"/>
                  </a:lnTo>
                  <a:cubicBezTo>
                    <a:pt x="179049" y="151574"/>
                    <a:pt x="206814" y="177968"/>
                    <a:pt x="210819" y="212982"/>
                  </a:cubicBezTo>
                  <a:lnTo>
                    <a:pt x="227549" y="359793"/>
                  </a:lnTo>
                  <a:cubicBezTo>
                    <a:pt x="228973" y="372056"/>
                    <a:pt x="225146" y="384320"/>
                    <a:pt x="217137" y="393296"/>
                  </a:cubicBezTo>
                  <a:cubicBezTo>
                    <a:pt x="210285" y="401027"/>
                    <a:pt x="201119" y="405471"/>
                    <a:pt x="191152" y="406004"/>
                  </a:cubicBezTo>
                  <a:lnTo>
                    <a:pt x="177180" y="594938"/>
                  </a:lnTo>
                  <a:cubicBezTo>
                    <a:pt x="176646" y="601515"/>
                    <a:pt x="171129" y="606580"/>
                    <a:pt x="164543" y="606580"/>
                  </a:cubicBezTo>
                  <a:lnTo>
                    <a:pt x="63271" y="606580"/>
                  </a:lnTo>
                  <a:cubicBezTo>
                    <a:pt x="56685" y="606580"/>
                    <a:pt x="51168" y="601515"/>
                    <a:pt x="50634" y="594938"/>
                  </a:cubicBezTo>
                  <a:lnTo>
                    <a:pt x="36662" y="406004"/>
                  </a:lnTo>
                  <a:cubicBezTo>
                    <a:pt x="26695" y="405471"/>
                    <a:pt x="17529" y="400939"/>
                    <a:pt x="10677" y="393296"/>
                  </a:cubicBezTo>
                  <a:cubicBezTo>
                    <a:pt x="2668" y="384320"/>
                    <a:pt x="-1070" y="372056"/>
                    <a:pt x="265" y="359793"/>
                  </a:cubicBezTo>
                  <a:lnTo>
                    <a:pt x="17084" y="212982"/>
                  </a:lnTo>
                  <a:cubicBezTo>
                    <a:pt x="21000" y="177968"/>
                    <a:pt x="48765" y="151574"/>
                    <a:pt x="81603" y="151574"/>
                  </a:cubicBezTo>
                  <a:close/>
                  <a:moveTo>
                    <a:pt x="113916" y="25241"/>
                  </a:moveTo>
                  <a:cubicBezTo>
                    <a:pt x="93007" y="25241"/>
                    <a:pt x="75923" y="42217"/>
                    <a:pt x="75923" y="63191"/>
                  </a:cubicBezTo>
                  <a:cubicBezTo>
                    <a:pt x="75923" y="84078"/>
                    <a:pt x="93007" y="101053"/>
                    <a:pt x="113916" y="101053"/>
                  </a:cubicBezTo>
                  <a:cubicBezTo>
                    <a:pt x="134825" y="101053"/>
                    <a:pt x="151909" y="84078"/>
                    <a:pt x="151909" y="63191"/>
                  </a:cubicBezTo>
                  <a:cubicBezTo>
                    <a:pt x="151909" y="42217"/>
                    <a:pt x="134825" y="25241"/>
                    <a:pt x="113916" y="25241"/>
                  </a:cubicBezTo>
                  <a:close/>
                  <a:moveTo>
                    <a:pt x="409385" y="24335"/>
                  </a:moveTo>
                  <a:cubicBezTo>
                    <a:pt x="416527" y="24013"/>
                    <a:pt x="423758" y="25302"/>
                    <a:pt x="430612" y="28235"/>
                  </a:cubicBezTo>
                  <a:cubicBezTo>
                    <a:pt x="452862" y="37833"/>
                    <a:pt x="473955" y="50365"/>
                    <a:pt x="493358" y="65385"/>
                  </a:cubicBezTo>
                  <a:cubicBezTo>
                    <a:pt x="505106" y="74539"/>
                    <a:pt x="512048" y="88404"/>
                    <a:pt x="512404" y="103335"/>
                  </a:cubicBezTo>
                  <a:cubicBezTo>
                    <a:pt x="512671" y="118177"/>
                    <a:pt x="506441" y="132042"/>
                    <a:pt x="495227" y="141463"/>
                  </a:cubicBezTo>
                  <a:cubicBezTo>
                    <a:pt x="485971" y="149284"/>
                    <a:pt x="484547" y="163237"/>
                    <a:pt x="492023" y="173902"/>
                  </a:cubicBezTo>
                  <a:cubicBezTo>
                    <a:pt x="500478" y="185901"/>
                    <a:pt x="507687" y="198788"/>
                    <a:pt x="513650" y="212297"/>
                  </a:cubicBezTo>
                  <a:cubicBezTo>
                    <a:pt x="518634" y="223851"/>
                    <a:pt x="531094" y="229716"/>
                    <a:pt x="541864" y="225539"/>
                  </a:cubicBezTo>
                  <a:cubicBezTo>
                    <a:pt x="555570" y="220207"/>
                    <a:pt x="570433" y="221540"/>
                    <a:pt x="582894" y="228917"/>
                  </a:cubicBezTo>
                  <a:cubicBezTo>
                    <a:pt x="595799" y="236649"/>
                    <a:pt x="604343" y="249891"/>
                    <a:pt x="606212" y="265089"/>
                  </a:cubicBezTo>
                  <a:cubicBezTo>
                    <a:pt x="607814" y="277354"/>
                    <a:pt x="608615" y="289885"/>
                    <a:pt x="608615" y="302417"/>
                  </a:cubicBezTo>
                  <a:cubicBezTo>
                    <a:pt x="608615" y="314860"/>
                    <a:pt x="607814" y="327391"/>
                    <a:pt x="606212" y="339656"/>
                  </a:cubicBezTo>
                  <a:cubicBezTo>
                    <a:pt x="604343" y="354943"/>
                    <a:pt x="595799" y="368096"/>
                    <a:pt x="582894" y="375828"/>
                  </a:cubicBezTo>
                  <a:cubicBezTo>
                    <a:pt x="570433" y="383205"/>
                    <a:pt x="555659" y="384538"/>
                    <a:pt x="542131" y="379383"/>
                  </a:cubicBezTo>
                  <a:cubicBezTo>
                    <a:pt x="531094" y="375117"/>
                    <a:pt x="518634" y="380894"/>
                    <a:pt x="513650" y="392448"/>
                  </a:cubicBezTo>
                  <a:cubicBezTo>
                    <a:pt x="507776" y="405957"/>
                    <a:pt x="500478" y="418844"/>
                    <a:pt x="492023" y="430843"/>
                  </a:cubicBezTo>
                  <a:cubicBezTo>
                    <a:pt x="484547" y="441508"/>
                    <a:pt x="485971" y="455461"/>
                    <a:pt x="495227" y="463282"/>
                  </a:cubicBezTo>
                  <a:cubicBezTo>
                    <a:pt x="506441" y="472703"/>
                    <a:pt x="512671" y="486657"/>
                    <a:pt x="512404" y="501410"/>
                  </a:cubicBezTo>
                  <a:cubicBezTo>
                    <a:pt x="512048" y="516430"/>
                    <a:pt x="505106" y="530295"/>
                    <a:pt x="493358" y="539449"/>
                  </a:cubicBezTo>
                  <a:cubicBezTo>
                    <a:pt x="473955" y="554469"/>
                    <a:pt x="452862" y="566912"/>
                    <a:pt x="430612" y="576510"/>
                  </a:cubicBezTo>
                  <a:cubicBezTo>
                    <a:pt x="416905" y="582376"/>
                    <a:pt x="401686" y="581754"/>
                    <a:pt x="388692" y="574644"/>
                  </a:cubicBezTo>
                  <a:cubicBezTo>
                    <a:pt x="375697" y="567534"/>
                    <a:pt x="366886" y="554913"/>
                    <a:pt x="364483" y="540071"/>
                  </a:cubicBezTo>
                  <a:cubicBezTo>
                    <a:pt x="362436" y="527984"/>
                    <a:pt x="351667" y="519807"/>
                    <a:pt x="339029" y="521229"/>
                  </a:cubicBezTo>
                  <a:cubicBezTo>
                    <a:pt x="324788" y="522740"/>
                    <a:pt x="310103" y="522740"/>
                    <a:pt x="295952" y="521229"/>
                  </a:cubicBezTo>
                  <a:cubicBezTo>
                    <a:pt x="283225" y="519807"/>
                    <a:pt x="272455" y="527984"/>
                    <a:pt x="270497" y="540071"/>
                  </a:cubicBezTo>
                  <a:cubicBezTo>
                    <a:pt x="268361" y="553047"/>
                    <a:pt x="261508" y="564245"/>
                    <a:pt x="250917" y="571711"/>
                  </a:cubicBezTo>
                  <a:cubicBezTo>
                    <a:pt x="242729" y="577399"/>
                    <a:pt x="233206" y="580421"/>
                    <a:pt x="223504" y="580421"/>
                  </a:cubicBezTo>
                  <a:cubicBezTo>
                    <a:pt x="220745" y="580421"/>
                    <a:pt x="217897" y="580154"/>
                    <a:pt x="215138" y="579710"/>
                  </a:cubicBezTo>
                  <a:cubicBezTo>
                    <a:pt x="208285" y="578465"/>
                    <a:pt x="203657" y="571889"/>
                    <a:pt x="204903" y="565045"/>
                  </a:cubicBezTo>
                  <a:cubicBezTo>
                    <a:pt x="206060" y="558113"/>
                    <a:pt x="212824" y="553491"/>
                    <a:pt x="219499" y="554825"/>
                  </a:cubicBezTo>
                  <a:cubicBezTo>
                    <a:pt x="225374" y="555802"/>
                    <a:pt x="231337" y="554469"/>
                    <a:pt x="236232" y="551003"/>
                  </a:cubicBezTo>
                  <a:cubicBezTo>
                    <a:pt x="241216" y="547537"/>
                    <a:pt x="244509" y="542204"/>
                    <a:pt x="245488" y="535983"/>
                  </a:cubicBezTo>
                  <a:cubicBezTo>
                    <a:pt x="249671" y="510387"/>
                    <a:pt x="272277" y="493233"/>
                    <a:pt x="298533" y="496077"/>
                  </a:cubicBezTo>
                  <a:cubicBezTo>
                    <a:pt x="310993" y="497411"/>
                    <a:pt x="323987" y="497411"/>
                    <a:pt x="336359" y="496077"/>
                  </a:cubicBezTo>
                  <a:cubicBezTo>
                    <a:pt x="361902" y="493145"/>
                    <a:pt x="385310" y="510831"/>
                    <a:pt x="389404" y="535983"/>
                  </a:cubicBezTo>
                  <a:cubicBezTo>
                    <a:pt x="390561" y="543093"/>
                    <a:pt x="394744" y="549048"/>
                    <a:pt x="400885" y="552425"/>
                  </a:cubicBezTo>
                  <a:cubicBezTo>
                    <a:pt x="406848" y="555713"/>
                    <a:pt x="414057" y="555980"/>
                    <a:pt x="420465" y="553225"/>
                  </a:cubicBezTo>
                  <a:cubicBezTo>
                    <a:pt x="440847" y="544515"/>
                    <a:pt x="460071" y="533139"/>
                    <a:pt x="477782" y="519363"/>
                  </a:cubicBezTo>
                  <a:cubicBezTo>
                    <a:pt x="483568" y="514919"/>
                    <a:pt x="486861" y="508165"/>
                    <a:pt x="487039" y="500877"/>
                  </a:cubicBezTo>
                  <a:cubicBezTo>
                    <a:pt x="487217" y="493767"/>
                    <a:pt x="484191" y="487101"/>
                    <a:pt x="478850" y="482568"/>
                  </a:cubicBezTo>
                  <a:cubicBezTo>
                    <a:pt x="459448" y="466215"/>
                    <a:pt x="456244" y="437775"/>
                    <a:pt x="471285" y="416356"/>
                  </a:cubicBezTo>
                  <a:cubicBezTo>
                    <a:pt x="478761" y="405691"/>
                    <a:pt x="485170" y="394226"/>
                    <a:pt x="490421" y="382227"/>
                  </a:cubicBezTo>
                  <a:cubicBezTo>
                    <a:pt x="500923" y="358320"/>
                    <a:pt x="527445" y="346588"/>
                    <a:pt x="550942" y="355654"/>
                  </a:cubicBezTo>
                  <a:cubicBezTo>
                    <a:pt x="557439" y="358142"/>
                    <a:pt x="564114" y="357520"/>
                    <a:pt x="569899" y="354143"/>
                  </a:cubicBezTo>
                  <a:cubicBezTo>
                    <a:pt x="576040" y="350410"/>
                    <a:pt x="580134" y="344011"/>
                    <a:pt x="581113" y="336545"/>
                  </a:cubicBezTo>
                  <a:cubicBezTo>
                    <a:pt x="582538" y="325258"/>
                    <a:pt x="583250" y="313793"/>
                    <a:pt x="583250" y="302328"/>
                  </a:cubicBezTo>
                  <a:cubicBezTo>
                    <a:pt x="583250" y="290952"/>
                    <a:pt x="582538" y="279487"/>
                    <a:pt x="581113" y="268200"/>
                  </a:cubicBezTo>
                  <a:cubicBezTo>
                    <a:pt x="580134" y="260734"/>
                    <a:pt x="576040" y="254335"/>
                    <a:pt x="569899" y="250602"/>
                  </a:cubicBezTo>
                  <a:cubicBezTo>
                    <a:pt x="564114" y="247136"/>
                    <a:pt x="557528" y="246603"/>
                    <a:pt x="551209" y="249003"/>
                  </a:cubicBezTo>
                  <a:cubicBezTo>
                    <a:pt x="527445" y="258068"/>
                    <a:pt x="500923" y="246425"/>
                    <a:pt x="490421" y="222429"/>
                  </a:cubicBezTo>
                  <a:cubicBezTo>
                    <a:pt x="485170" y="210430"/>
                    <a:pt x="478761" y="199054"/>
                    <a:pt x="471374" y="188389"/>
                  </a:cubicBezTo>
                  <a:cubicBezTo>
                    <a:pt x="456244" y="166970"/>
                    <a:pt x="459537" y="138530"/>
                    <a:pt x="478939" y="122177"/>
                  </a:cubicBezTo>
                  <a:cubicBezTo>
                    <a:pt x="484280" y="117644"/>
                    <a:pt x="487217" y="110978"/>
                    <a:pt x="487039" y="103868"/>
                  </a:cubicBezTo>
                  <a:cubicBezTo>
                    <a:pt x="486861" y="96491"/>
                    <a:pt x="483568" y="89737"/>
                    <a:pt x="477782" y="85293"/>
                  </a:cubicBezTo>
                  <a:cubicBezTo>
                    <a:pt x="460160" y="71606"/>
                    <a:pt x="440847" y="60230"/>
                    <a:pt x="420554" y="51431"/>
                  </a:cubicBezTo>
                  <a:cubicBezTo>
                    <a:pt x="414057" y="48676"/>
                    <a:pt x="406937" y="49032"/>
                    <a:pt x="400885" y="52320"/>
                  </a:cubicBezTo>
                  <a:cubicBezTo>
                    <a:pt x="394744" y="55697"/>
                    <a:pt x="390561" y="61652"/>
                    <a:pt x="389404" y="68762"/>
                  </a:cubicBezTo>
                  <a:cubicBezTo>
                    <a:pt x="385399" y="93914"/>
                    <a:pt x="362436" y="111600"/>
                    <a:pt x="336359" y="108667"/>
                  </a:cubicBezTo>
                  <a:cubicBezTo>
                    <a:pt x="323987" y="107334"/>
                    <a:pt x="310993" y="107334"/>
                    <a:pt x="298622" y="108667"/>
                  </a:cubicBezTo>
                  <a:cubicBezTo>
                    <a:pt x="272366" y="111512"/>
                    <a:pt x="249671" y="94270"/>
                    <a:pt x="245488" y="68762"/>
                  </a:cubicBezTo>
                  <a:cubicBezTo>
                    <a:pt x="244420" y="61919"/>
                    <a:pt x="240682" y="56320"/>
                    <a:pt x="234986" y="52942"/>
                  </a:cubicBezTo>
                  <a:cubicBezTo>
                    <a:pt x="229290" y="49565"/>
                    <a:pt x="222436" y="48854"/>
                    <a:pt x="216117" y="50987"/>
                  </a:cubicBezTo>
                  <a:cubicBezTo>
                    <a:pt x="209442" y="53209"/>
                    <a:pt x="202233" y="49743"/>
                    <a:pt x="200008" y="43166"/>
                  </a:cubicBezTo>
                  <a:cubicBezTo>
                    <a:pt x="197783" y="36589"/>
                    <a:pt x="201254" y="29390"/>
                    <a:pt x="207929" y="27079"/>
                  </a:cubicBezTo>
                  <a:cubicBezTo>
                    <a:pt x="221279" y="22547"/>
                    <a:pt x="235876" y="24058"/>
                    <a:pt x="247980" y="31257"/>
                  </a:cubicBezTo>
                  <a:cubicBezTo>
                    <a:pt x="259995" y="38456"/>
                    <a:pt x="268183" y="50632"/>
                    <a:pt x="270497" y="64674"/>
                  </a:cubicBezTo>
                  <a:cubicBezTo>
                    <a:pt x="272455" y="76761"/>
                    <a:pt x="283314" y="84849"/>
                    <a:pt x="295863" y="83516"/>
                  </a:cubicBezTo>
                  <a:cubicBezTo>
                    <a:pt x="310103" y="82005"/>
                    <a:pt x="324877" y="82005"/>
                    <a:pt x="339029" y="83516"/>
                  </a:cubicBezTo>
                  <a:cubicBezTo>
                    <a:pt x="351578" y="84938"/>
                    <a:pt x="362436" y="76761"/>
                    <a:pt x="364483" y="64674"/>
                  </a:cubicBezTo>
                  <a:cubicBezTo>
                    <a:pt x="366886" y="49832"/>
                    <a:pt x="375697" y="37300"/>
                    <a:pt x="388692" y="30101"/>
                  </a:cubicBezTo>
                  <a:cubicBezTo>
                    <a:pt x="395189" y="26591"/>
                    <a:pt x="402242" y="24658"/>
                    <a:pt x="409385" y="24335"/>
                  </a:cubicBezTo>
                  <a:close/>
                  <a:moveTo>
                    <a:pt x="113916" y="0"/>
                  </a:moveTo>
                  <a:cubicBezTo>
                    <a:pt x="148795" y="0"/>
                    <a:pt x="177178" y="28352"/>
                    <a:pt x="177178" y="63191"/>
                  </a:cubicBezTo>
                  <a:cubicBezTo>
                    <a:pt x="177178" y="98031"/>
                    <a:pt x="148795" y="126383"/>
                    <a:pt x="113916" y="126383"/>
                  </a:cubicBezTo>
                  <a:cubicBezTo>
                    <a:pt x="79037" y="126383"/>
                    <a:pt x="50654" y="98031"/>
                    <a:pt x="50654" y="63191"/>
                  </a:cubicBezTo>
                  <a:cubicBezTo>
                    <a:pt x="50654" y="28352"/>
                    <a:pt x="79037" y="0"/>
                    <a:pt x="113916" y="0"/>
                  </a:cubicBezTo>
                  <a:close/>
                </a:path>
              </a:pathLst>
            </a:custGeom>
            <a:solidFill>
              <a:sysClr val="window" lastClr="FFFFFF"/>
            </a:solidFill>
            <a:ln w="12700" cap="flat"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i="0" u="none" strike="noStrike" kern="1200" cap="none" spc="0" normalizeH="0" baseline="0" noProof="0">
                <a:ln>
                  <a:noFill/>
                </a:ln>
                <a:solidFill>
                  <a:srgbClr val="AFA397">
                    <a:lumMod val="85000"/>
                    <a:lumOff val="15000"/>
                  </a:srgbClr>
                </a:solidFill>
                <a:effectLst/>
                <a:uLnTx/>
                <a:uFillTx/>
                <a:cs typeface="+mn-ea"/>
                <a:sym typeface="+mn-lt"/>
              </a:endParaRPr>
            </a:p>
          </p:txBody>
        </p:sp>
      </p:grpSp>
      <p:grpSp>
        <p:nvGrpSpPr>
          <p:cNvPr id="43" name="组合 42">
            <a:extLst>
              <a:ext uri="{FF2B5EF4-FFF2-40B4-BE49-F238E27FC236}">
                <a16:creationId xmlns:a16="http://schemas.microsoft.com/office/drawing/2014/main" id="{D79A143E-32D5-425F-8C79-98AC8575EA3A}"/>
              </a:ext>
            </a:extLst>
          </p:cNvPr>
          <p:cNvGrpSpPr/>
          <p:nvPr/>
        </p:nvGrpSpPr>
        <p:grpSpPr>
          <a:xfrm>
            <a:off x="5779835" y="3079892"/>
            <a:ext cx="789924" cy="789920"/>
            <a:chOff x="5779835" y="3215551"/>
            <a:chExt cx="789924" cy="789920"/>
          </a:xfrm>
        </p:grpSpPr>
        <p:sp>
          <p:nvSpPr>
            <p:cNvPr id="44" name="íṡḷíḋê">
              <a:extLst>
                <a:ext uri="{FF2B5EF4-FFF2-40B4-BE49-F238E27FC236}">
                  <a16:creationId xmlns:a16="http://schemas.microsoft.com/office/drawing/2014/main" id="{8627BF38-1556-43FE-BBD6-0524C98709C7}"/>
                </a:ext>
              </a:extLst>
            </p:cNvPr>
            <p:cNvSpPr/>
            <p:nvPr/>
          </p:nvSpPr>
          <p:spPr>
            <a:xfrm>
              <a:off x="5779835" y="3215551"/>
              <a:ext cx="789924" cy="789920"/>
            </a:xfrm>
            <a:prstGeom prst="ellipse">
              <a:avLst/>
            </a:prstGeom>
            <a:solidFill>
              <a:schemeClr val="accent2"/>
            </a:solidFill>
            <a:ln w="38100" cap="flat" cmpd="sng" algn="ctr">
              <a:noFill/>
              <a:prstDash val="solid"/>
              <a:round/>
              <a:headEnd/>
              <a:tailEnd/>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en-US" sz="1800" i="0" u="none" strike="noStrike" kern="1200" cap="none" spc="0" normalizeH="0" baseline="0" noProof="0">
                <a:ln>
                  <a:noFill/>
                </a:ln>
                <a:solidFill>
                  <a:prstClr val="white"/>
                </a:solidFill>
                <a:effectLst/>
                <a:uLnTx/>
                <a:uFillTx/>
                <a:cs typeface="+mn-ea"/>
                <a:sym typeface="+mn-lt"/>
              </a:endParaRPr>
            </a:p>
          </p:txBody>
        </p:sp>
        <p:sp>
          <p:nvSpPr>
            <p:cNvPr id="45" name="Oval 33">
              <a:extLst>
                <a:ext uri="{FF2B5EF4-FFF2-40B4-BE49-F238E27FC236}">
                  <a16:creationId xmlns:a16="http://schemas.microsoft.com/office/drawing/2014/main" id="{7AA638A4-BA21-44B5-9890-8319280CFD3B}"/>
                </a:ext>
              </a:extLst>
            </p:cNvPr>
            <p:cNvSpPr/>
            <p:nvPr/>
          </p:nvSpPr>
          <p:spPr>
            <a:xfrm>
              <a:off x="5959108" y="3410456"/>
              <a:ext cx="400762" cy="400110"/>
            </a:xfrm>
            <a:custGeom>
              <a:avLst/>
              <a:gdLst>
                <a:gd name="connsiteX0" fmla="*/ 279086 w 606580"/>
                <a:gd name="connsiteY0" fmla="*/ 279044 h 605592"/>
                <a:gd name="connsiteX1" fmla="*/ 279086 w 606580"/>
                <a:gd name="connsiteY1" fmla="*/ 338184 h 605592"/>
                <a:gd name="connsiteX2" fmla="*/ 297654 w 606580"/>
                <a:gd name="connsiteY2" fmla="*/ 327710 h 605592"/>
                <a:gd name="connsiteX3" fmla="*/ 304802 w 606580"/>
                <a:gd name="connsiteY3" fmla="*/ 307873 h 605592"/>
                <a:gd name="connsiteX4" fmla="*/ 298768 w 606580"/>
                <a:gd name="connsiteY4" fmla="*/ 290353 h 605592"/>
                <a:gd name="connsiteX5" fmla="*/ 279086 w 606580"/>
                <a:gd name="connsiteY5" fmla="*/ 279044 h 605592"/>
                <a:gd name="connsiteX6" fmla="*/ 257084 w 606580"/>
                <a:gd name="connsiteY6" fmla="*/ 176799 h 605592"/>
                <a:gd name="connsiteX7" fmla="*/ 242880 w 606580"/>
                <a:gd name="connsiteY7" fmla="*/ 187181 h 605592"/>
                <a:gd name="connsiteX8" fmla="*/ 237495 w 606580"/>
                <a:gd name="connsiteY8" fmla="*/ 203218 h 605592"/>
                <a:gd name="connsiteX9" fmla="*/ 242323 w 606580"/>
                <a:gd name="connsiteY9" fmla="*/ 218142 h 605592"/>
                <a:gd name="connsiteX10" fmla="*/ 257084 w 606580"/>
                <a:gd name="connsiteY10" fmla="*/ 229266 h 605592"/>
                <a:gd name="connsiteX11" fmla="*/ 257084 w 606580"/>
                <a:gd name="connsiteY11" fmla="*/ 128782 h 605592"/>
                <a:gd name="connsiteX12" fmla="*/ 279086 w 606580"/>
                <a:gd name="connsiteY12" fmla="*/ 128782 h 605592"/>
                <a:gd name="connsiteX13" fmla="*/ 279086 w 606580"/>
                <a:gd name="connsiteY13" fmla="*/ 143799 h 605592"/>
                <a:gd name="connsiteX14" fmla="*/ 317521 w 606580"/>
                <a:gd name="connsiteY14" fmla="*/ 160206 h 605592"/>
                <a:gd name="connsiteX15" fmla="*/ 335810 w 606580"/>
                <a:gd name="connsiteY15" fmla="*/ 196543 h 605592"/>
                <a:gd name="connsiteX16" fmla="*/ 297375 w 606580"/>
                <a:gd name="connsiteY16" fmla="*/ 201549 h 605592"/>
                <a:gd name="connsiteX17" fmla="*/ 279086 w 606580"/>
                <a:gd name="connsiteY17" fmla="*/ 177263 h 605592"/>
                <a:gd name="connsiteX18" fmla="*/ 279086 w 606580"/>
                <a:gd name="connsiteY18" fmla="*/ 236589 h 605592"/>
                <a:gd name="connsiteX19" fmla="*/ 328754 w 606580"/>
                <a:gd name="connsiteY19" fmla="*/ 262173 h 605592"/>
                <a:gd name="connsiteX20" fmla="*/ 342030 w 606580"/>
                <a:gd name="connsiteY20" fmla="*/ 302403 h 605592"/>
                <a:gd name="connsiteX21" fmla="*/ 325412 w 606580"/>
                <a:gd name="connsiteY21" fmla="*/ 348659 h 605592"/>
                <a:gd name="connsiteX22" fmla="*/ 279086 w 606580"/>
                <a:gd name="connsiteY22" fmla="*/ 371741 h 605592"/>
                <a:gd name="connsiteX23" fmla="*/ 279086 w 606580"/>
                <a:gd name="connsiteY23" fmla="*/ 400106 h 605592"/>
                <a:gd name="connsiteX24" fmla="*/ 257084 w 606580"/>
                <a:gd name="connsiteY24" fmla="*/ 400106 h 605592"/>
                <a:gd name="connsiteX25" fmla="*/ 257084 w 606580"/>
                <a:gd name="connsiteY25" fmla="*/ 372482 h 605592"/>
                <a:gd name="connsiteX26" fmla="*/ 214471 w 606580"/>
                <a:gd name="connsiteY26" fmla="*/ 352923 h 605592"/>
                <a:gd name="connsiteX27" fmla="*/ 193490 w 606580"/>
                <a:gd name="connsiteY27" fmla="*/ 306667 h 605592"/>
                <a:gd name="connsiteX28" fmla="*/ 233132 w 606580"/>
                <a:gd name="connsiteY28" fmla="*/ 302403 h 605592"/>
                <a:gd name="connsiteX29" fmla="*/ 242230 w 606580"/>
                <a:gd name="connsiteY29" fmla="*/ 323353 h 605592"/>
                <a:gd name="connsiteX30" fmla="*/ 257084 w 606580"/>
                <a:gd name="connsiteY30" fmla="*/ 336052 h 605592"/>
                <a:gd name="connsiteX31" fmla="*/ 257084 w 606580"/>
                <a:gd name="connsiteY31" fmla="*/ 272555 h 605592"/>
                <a:gd name="connsiteX32" fmla="*/ 213450 w 606580"/>
                <a:gd name="connsiteY32" fmla="*/ 246878 h 605592"/>
                <a:gd name="connsiteX33" fmla="*/ 199525 w 606580"/>
                <a:gd name="connsiteY33" fmla="*/ 205072 h 605592"/>
                <a:gd name="connsiteX34" fmla="*/ 215307 w 606580"/>
                <a:gd name="connsiteY34" fmla="*/ 163265 h 605592"/>
                <a:gd name="connsiteX35" fmla="*/ 257084 w 606580"/>
                <a:gd name="connsiteY35" fmla="*/ 143799 h 605592"/>
                <a:gd name="connsiteX36" fmla="*/ 265083 w 606580"/>
                <a:gd name="connsiteY36" fmla="*/ 37821 h 605592"/>
                <a:gd name="connsiteX37" fmla="*/ 37882 w 606580"/>
                <a:gd name="connsiteY37" fmla="*/ 264651 h 605592"/>
                <a:gd name="connsiteX38" fmla="*/ 265083 w 606580"/>
                <a:gd name="connsiteY38" fmla="*/ 491574 h 605592"/>
                <a:gd name="connsiteX39" fmla="*/ 492376 w 606580"/>
                <a:gd name="connsiteY39" fmla="*/ 264651 h 605592"/>
                <a:gd name="connsiteX40" fmla="*/ 265083 w 606580"/>
                <a:gd name="connsiteY40" fmla="*/ 37821 h 605592"/>
                <a:gd name="connsiteX41" fmla="*/ 265083 w 606580"/>
                <a:gd name="connsiteY41" fmla="*/ 0 h 605592"/>
                <a:gd name="connsiteX42" fmla="*/ 530259 w 606580"/>
                <a:gd name="connsiteY42" fmla="*/ 264651 h 605592"/>
                <a:gd name="connsiteX43" fmla="*/ 465357 w 606580"/>
                <a:gd name="connsiteY43" fmla="*/ 437810 h 605592"/>
                <a:gd name="connsiteX44" fmla="*/ 606580 w 606580"/>
                <a:gd name="connsiteY44" fmla="*/ 578895 h 605592"/>
                <a:gd name="connsiteX45" fmla="*/ 579840 w 606580"/>
                <a:gd name="connsiteY45" fmla="*/ 605592 h 605592"/>
                <a:gd name="connsiteX46" fmla="*/ 438524 w 606580"/>
                <a:gd name="connsiteY46" fmla="*/ 464599 h 605592"/>
                <a:gd name="connsiteX47" fmla="*/ 265083 w 606580"/>
                <a:gd name="connsiteY47" fmla="*/ 529395 h 605592"/>
                <a:gd name="connsiteX48" fmla="*/ 0 w 606580"/>
                <a:gd name="connsiteY48" fmla="*/ 264651 h 605592"/>
                <a:gd name="connsiteX49" fmla="*/ 265083 w 606580"/>
                <a:gd name="connsiteY49" fmla="*/ 0 h 6055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06580" h="605592">
                  <a:moveTo>
                    <a:pt x="279086" y="279044"/>
                  </a:moveTo>
                  <a:lnTo>
                    <a:pt x="279086" y="338184"/>
                  </a:lnTo>
                  <a:cubicBezTo>
                    <a:pt x="286699" y="336794"/>
                    <a:pt x="292919" y="333271"/>
                    <a:pt x="297654" y="327710"/>
                  </a:cubicBezTo>
                  <a:cubicBezTo>
                    <a:pt x="302388" y="322055"/>
                    <a:pt x="304802" y="315474"/>
                    <a:pt x="304802" y="307873"/>
                  </a:cubicBezTo>
                  <a:cubicBezTo>
                    <a:pt x="304802" y="301106"/>
                    <a:pt x="302760" y="295266"/>
                    <a:pt x="298768" y="290353"/>
                  </a:cubicBezTo>
                  <a:cubicBezTo>
                    <a:pt x="294776" y="285440"/>
                    <a:pt x="288277" y="281732"/>
                    <a:pt x="279086" y="279044"/>
                  </a:cubicBezTo>
                  <a:close/>
                  <a:moveTo>
                    <a:pt x="257084" y="176799"/>
                  </a:moveTo>
                  <a:cubicBezTo>
                    <a:pt x="251142" y="178838"/>
                    <a:pt x="246407" y="182268"/>
                    <a:pt x="242880" y="187181"/>
                  </a:cubicBezTo>
                  <a:cubicBezTo>
                    <a:pt x="239259" y="192001"/>
                    <a:pt x="237495" y="197378"/>
                    <a:pt x="237495" y="203218"/>
                  </a:cubicBezTo>
                  <a:cubicBezTo>
                    <a:pt x="237495" y="208594"/>
                    <a:pt x="239166" y="213600"/>
                    <a:pt x="242323" y="218142"/>
                  </a:cubicBezTo>
                  <a:cubicBezTo>
                    <a:pt x="245572" y="222777"/>
                    <a:pt x="250492" y="226485"/>
                    <a:pt x="257084" y="229266"/>
                  </a:cubicBezTo>
                  <a:close/>
                  <a:moveTo>
                    <a:pt x="257084" y="128782"/>
                  </a:moveTo>
                  <a:lnTo>
                    <a:pt x="279086" y="128782"/>
                  </a:lnTo>
                  <a:lnTo>
                    <a:pt x="279086" y="143799"/>
                  </a:lnTo>
                  <a:cubicBezTo>
                    <a:pt x="295240" y="145653"/>
                    <a:pt x="308052" y="151215"/>
                    <a:pt x="317521" y="160206"/>
                  </a:cubicBezTo>
                  <a:cubicBezTo>
                    <a:pt x="327083" y="169291"/>
                    <a:pt x="333118" y="181434"/>
                    <a:pt x="335810" y="196543"/>
                  </a:cubicBezTo>
                  <a:lnTo>
                    <a:pt x="297375" y="201549"/>
                  </a:lnTo>
                  <a:cubicBezTo>
                    <a:pt x="295054" y="189684"/>
                    <a:pt x="288927" y="181527"/>
                    <a:pt x="279086" y="177263"/>
                  </a:cubicBezTo>
                  <a:lnTo>
                    <a:pt x="279086" y="236589"/>
                  </a:lnTo>
                  <a:cubicBezTo>
                    <a:pt x="303410" y="243170"/>
                    <a:pt x="320028" y="251698"/>
                    <a:pt x="328754" y="262173"/>
                  </a:cubicBezTo>
                  <a:cubicBezTo>
                    <a:pt x="337574" y="272648"/>
                    <a:pt x="342030" y="285996"/>
                    <a:pt x="342030" y="302403"/>
                  </a:cubicBezTo>
                  <a:cubicBezTo>
                    <a:pt x="342030" y="320757"/>
                    <a:pt x="336460" y="336145"/>
                    <a:pt x="325412" y="348659"/>
                  </a:cubicBezTo>
                  <a:cubicBezTo>
                    <a:pt x="314272" y="361266"/>
                    <a:pt x="298861" y="368867"/>
                    <a:pt x="279086" y="371741"/>
                  </a:cubicBezTo>
                  <a:lnTo>
                    <a:pt x="279086" y="400106"/>
                  </a:lnTo>
                  <a:lnTo>
                    <a:pt x="257084" y="400106"/>
                  </a:lnTo>
                  <a:lnTo>
                    <a:pt x="257084" y="372482"/>
                  </a:lnTo>
                  <a:cubicBezTo>
                    <a:pt x="239630" y="370350"/>
                    <a:pt x="225333" y="363861"/>
                    <a:pt x="214471" y="352923"/>
                  </a:cubicBezTo>
                  <a:cubicBezTo>
                    <a:pt x="203517" y="341985"/>
                    <a:pt x="196554" y="326597"/>
                    <a:pt x="193490" y="306667"/>
                  </a:cubicBezTo>
                  <a:lnTo>
                    <a:pt x="233132" y="302403"/>
                  </a:lnTo>
                  <a:cubicBezTo>
                    <a:pt x="234710" y="310561"/>
                    <a:pt x="237774" y="317513"/>
                    <a:pt x="242230" y="323353"/>
                  </a:cubicBezTo>
                  <a:cubicBezTo>
                    <a:pt x="246686" y="329193"/>
                    <a:pt x="251606" y="333457"/>
                    <a:pt x="257084" y="336052"/>
                  </a:cubicBezTo>
                  <a:lnTo>
                    <a:pt x="257084" y="272555"/>
                  </a:lnTo>
                  <a:cubicBezTo>
                    <a:pt x="237217" y="266900"/>
                    <a:pt x="222734" y="258280"/>
                    <a:pt x="213450" y="246878"/>
                  </a:cubicBezTo>
                  <a:cubicBezTo>
                    <a:pt x="204166" y="235383"/>
                    <a:pt x="199525" y="221479"/>
                    <a:pt x="199525" y="205072"/>
                  </a:cubicBezTo>
                  <a:cubicBezTo>
                    <a:pt x="199525" y="188479"/>
                    <a:pt x="204816" y="174574"/>
                    <a:pt x="215307" y="163265"/>
                  </a:cubicBezTo>
                  <a:cubicBezTo>
                    <a:pt x="225705" y="151956"/>
                    <a:pt x="239723" y="145467"/>
                    <a:pt x="257084" y="143799"/>
                  </a:cubicBezTo>
                  <a:close/>
                  <a:moveTo>
                    <a:pt x="265083" y="37821"/>
                  </a:moveTo>
                  <a:cubicBezTo>
                    <a:pt x="139830" y="37821"/>
                    <a:pt x="37882" y="139602"/>
                    <a:pt x="37882" y="264651"/>
                  </a:cubicBezTo>
                  <a:cubicBezTo>
                    <a:pt x="37882" y="389793"/>
                    <a:pt x="139830" y="491574"/>
                    <a:pt x="265083" y="491574"/>
                  </a:cubicBezTo>
                  <a:cubicBezTo>
                    <a:pt x="390429" y="491574"/>
                    <a:pt x="492376" y="389793"/>
                    <a:pt x="492376" y="264651"/>
                  </a:cubicBezTo>
                  <a:cubicBezTo>
                    <a:pt x="492376" y="139602"/>
                    <a:pt x="390429" y="37821"/>
                    <a:pt x="265083" y="37821"/>
                  </a:cubicBezTo>
                  <a:close/>
                  <a:moveTo>
                    <a:pt x="265083" y="0"/>
                  </a:moveTo>
                  <a:cubicBezTo>
                    <a:pt x="411505" y="0"/>
                    <a:pt x="530259" y="118467"/>
                    <a:pt x="530259" y="264651"/>
                  </a:cubicBezTo>
                  <a:cubicBezTo>
                    <a:pt x="530259" y="330930"/>
                    <a:pt x="505654" y="391368"/>
                    <a:pt x="465357" y="437810"/>
                  </a:cubicBezTo>
                  <a:lnTo>
                    <a:pt x="606580" y="578895"/>
                  </a:lnTo>
                  <a:lnTo>
                    <a:pt x="579840" y="605592"/>
                  </a:lnTo>
                  <a:lnTo>
                    <a:pt x="438524" y="464599"/>
                  </a:lnTo>
                  <a:cubicBezTo>
                    <a:pt x="392007" y="504830"/>
                    <a:pt x="331470" y="529395"/>
                    <a:pt x="265083" y="529395"/>
                  </a:cubicBezTo>
                  <a:cubicBezTo>
                    <a:pt x="118661" y="529395"/>
                    <a:pt x="0" y="410835"/>
                    <a:pt x="0" y="264651"/>
                  </a:cubicBezTo>
                  <a:cubicBezTo>
                    <a:pt x="0" y="118467"/>
                    <a:pt x="118753" y="0"/>
                    <a:pt x="265083" y="0"/>
                  </a:cubicBezTo>
                  <a:close/>
                </a:path>
              </a:pathLst>
            </a:custGeom>
            <a:solidFill>
              <a:sysClr val="window" lastClr="FFFFFF"/>
            </a:solidFill>
            <a:ln w="12700" cap="flat"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i="0" u="none" strike="noStrike" kern="1200" cap="none" spc="0" normalizeH="0" baseline="0" noProof="0">
                <a:ln>
                  <a:noFill/>
                </a:ln>
                <a:solidFill>
                  <a:srgbClr val="AFA397">
                    <a:lumMod val="85000"/>
                    <a:lumOff val="15000"/>
                  </a:srgbClr>
                </a:solidFill>
                <a:effectLst/>
                <a:uLnTx/>
                <a:uFillTx/>
                <a:cs typeface="+mn-ea"/>
                <a:sym typeface="+mn-lt"/>
              </a:endParaRPr>
            </a:p>
          </p:txBody>
        </p:sp>
      </p:grpSp>
      <p:grpSp>
        <p:nvGrpSpPr>
          <p:cNvPr id="46" name="组合 45">
            <a:extLst>
              <a:ext uri="{FF2B5EF4-FFF2-40B4-BE49-F238E27FC236}">
                <a16:creationId xmlns:a16="http://schemas.microsoft.com/office/drawing/2014/main" id="{B98A88D3-B79F-49FC-B835-2723DA7BB402}"/>
              </a:ext>
            </a:extLst>
          </p:cNvPr>
          <p:cNvGrpSpPr/>
          <p:nvPr/>
        </p:nvGrpSpPr>
        <p:grpSpPr>
          <a:xfrm>
            <a:off x="4860857" y="4912049"/>
            <a:ext cx="789924" cy="789920"/>
            <a:chOff x="4860857" y="5047708"/>
            <a:chExt cx="789924" cy="789920"/>
          </a:xfrm>
        </p:grpSpPr>
        <p:sp>
          <p:nvSpPr>
            <p:cNvPr id="47" name="í$1îḍe">
              <a:extLst>
                <a:ext uri="{FF2B5EF4-FFF2-40B4-BE49-F238E27FC236}">
                  <a16:creationId xmlns:a16="http://schemas.microsoft.com/office/drawing/2014/main" id="{ACD9308E-2BCA-444F-BEEE-93023F3358DD}"/>
                </a:ext>
              </a:extLst>
            </p:cNvPr>
            <p:cNvSpPr/>
            <p:nvPr/>
          </p:nvSpPr>
          <p:spPr>
            <a:xfrm>
              <a:off x="4860857" y="5047708"/>
              <a:ext cx="789924" cy="789920"/>
            </a:xfrm>
            <a:prstGeom prst="ellipse">
              <a:avLst/>
            </a:prstGeom>
            <a:solidFill>
              <a:schemeClr val="accent1"/>
            </a:solidFill>
            <a:ln w="38100" cap="flat" cmpd="sng" algn="ctr">
              <a:noFill/>
              <a:prstDash val="solid"/>
              <a:round/>
              <a:headEnd/>
              <a:tailEnd/>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en-US" sz="1800" i="0" u="none" strike="noStrike" kern="1200" cap="none" spc="0" normalizeH="0" baseline="0" noProof="0" dirty="0">
                <a:ln>
                  <a:noFill/>
                </a:ln>
                <a:solidFill>
                  <a:prstClr val="white"/>
                </a:solidFill>
                <a:effectLst/>
                <a:uLnTx/>
                <a:uFillTx/>
                <a:cs typeface="+mn-ea"/>
                <a:sym typeface="+mn-lt"/>
              </a:endParaRPr>
            </a:p>
          </p:txBody>
        </p:sp>
        <p:sp>
          <p:nvSpPr>
            <p:cNvPr id="48" name="Oval 41">
              <a:extLst>
                <a:ext uri="{FF2B5EF4-FFF2-40B4-BE49-F238E27FC236}">
                  <a16:creationId xmlns:a16="http://schemas.microsoft.com/office/drawing/2014/main" id="{65B20775-24D1-4B2F-9374-1A6086FB77AD}"/>
                </a:ext>
              </a:extLst>
            </p:cNvPr>
            <p:cNvSpPr/>
            <p:nvPr/>
          </p:nvSpPr>
          <p:spPr>
            <a:xfrm>
              <a:off x="5098844" y="5288973"/>
              <a:ext cx="313518" cy="307751"/>
            </a:xfrm>
            <a:custGeom>
              <a:avLst/>
              <a:gdLst>
                <a:gd name="connsiteX0" fmla="*/ 244277 w 606086"/>
                <a:gd name="connsiteY0" fmla="*/ 198378 h 594937"/>
                <a:gd name="connsiteX1" fmla="*/ 198685 w 606086"/>
                <a:gd name="connsiteY1" fmla="*/ 243894 h 594937"/>
                <a:gd name="connsiteX2" fmla="*/ 198685 w 606086"/>
                <a:gd name="connsiteY2" fmla="*/ 340675 h 594937"/>
                <a:gd name="connsiteX3" fmla="*/ 228863 w 606086"/>
                <a:gd name="connsiteY3" fmla="*/ 383317 h 594937"/>
                <a:gd name="connsiteX4" fmla="*/ 238798 w 606086"/>
                <a:gd name="connsiteY4" fmla="*/ 397501 h 594937"/>
                <a:gd name="connsiteX5" fmla="*/ 238798 w 606086"/>
                <a:gd name="connsiteY5" fmla="*/ 534235 h 594937"/>
                <a:gd name="connsiteX6" fmla="*/ 268884 w 606086"/>
                <a:gd name="connsiteY6" fmla="*/ 564271 h 594937"/>
                <a:gd name="connsiteX7" fmla="*/ 337690 w 606086"/>
                <a:gd name="connsiteY7" fmla="*/ 564271 h 594937"/>
                <a:gd name="connsiteX8" fmla="*/ 367775 w 606086"/>
                <a:gd name="connsiteY8" fmla="*/ 534235 h 594937"/>
                <a:gd name="connsiteX9" fmla="*/ 367775 w 606086"/>
                <a:gd name="connsiteY9" fmla="*/ 397501 h 594937"/>
                <a:gd name="connsiteX10" fmla="*/ 377710 w 606086"/>
                <a:gd name="connsiteY10" fmla="*/ 383317 h 594937"/>
                <a:gd name="connsiteX11" fmla="*/ 407517 w 606086"/>
                <a:gd name="connsiteY11" fmla="*/ 340675 h 594937"/>
                <a:gd name="connsiteX12" fmla="*/ 407517 w 606086"/>
                <a:gd name="connsiteY12" fmla="*/ 243894 h 594937"/>
                <a:gd name="connsiteX13" fmla="*/ 362018 w 606086"/>
                <a:gd name="connsiteY13" fmla="*/ 198378 h 594937"/>
                <a:gd name="connsiteX14" fmla="*/ 465039 w 606086"/>
                <a:gd name="connsiteY14" fmla="*/ 168299 h 594937"/>
                <a:gd name="connsiteX15" fmla="*/ 530224 w 606086"/>
                <a:gd name="connsiteY15" fmla="*/ 168299 h 594937"/>
                <a:gd name="connsiteX16" fmla="*/ 606086 w 606086"/>
                <a:gd name="connsiteY16" fmla="*/ 243932 h 594937"/>
                <a:gd name="connsiteX17" fmla="*/ 606086 w 606086"/>
                <a:gd name="connsiteY17" fmla="*/ 340697 h 594937"/>
                <a:gd name="connsiteX18" fmla="*/ 566251 w 606086"/>
                <a:gd name="connsiteY18" fmla="*/ 407339 h 594937"/>
                <a:gd name="connsiteX19" fmla="*/ 566251 w 606086"/>
                <a:gd name="connsiteY19" fmla="*/ 534598 h 594937"/>
                <a:gd name="connsiteX20" fmla="*/ 505803 w 606086"/>
                <a:gd name="connsiteY20" fmla="*/ 594937 h 594937"/>
                <a:gd name="connsiteX21" fmla="*/ 436997 w 606086"/>
                <a:gd name="connsiteY21" fmla="*/ 594937 h 594937"/>
                <a:gd name="connsiteX22" fmla="*/ 421769 w 606086"/>
                <a:gd name="connsiteY22" fmla="*/ 579736 h 594937"/>
                <a:gd name="connsiteX23" fmla="*/ 436997 w 606086"/>
                <a:gd name="connsiteY23" fmla="*/ 564536 h 594937"/>
                <a:gd name="connsiteX24" fmla="*/ 505803 w 606086"/>
                <a:gd name="connsiteY24" fmla="*/ 564536 h 594937"/>
                <a:gd name="connsiteX25" fmla="*/ 535888 w 606086"/>
                <a:gd name="connsiteY25" fmla="*/ 534505 h 594937"/>
                <a:gd name="connsiteX26" fmla="*/ 535888 w 606086"/>
                <a:gd name="connsiteY26" fmla="*/ 397792 h 594937"/>
                <a:gd name="connsiteX27" fmla="*/ 545823 w 606086"/>
                <a:gd name="connsiteY27" fmla="*/ 383611 h 594937"/>
                <a:gd name="connsiteX28" fmla="*/ 575722 w 606086"/>
                <a:gd name="connsiteY28" fmla="*/ 340975 h 594937"/>
                <a:gd name="connsiteX29" fmla="*/ 575722 w 606086"/>
                <a:gd name="connsiteY29" fmla="*/ 244210 h 594937"/>
                <a:gd name="connsiteX30" fmla="*/ 530224 w 606086"/>
                <a:gd name="connsiteY30" fmla="*/ 198700 h 594937"/>
                <a:gd name="connsiteX31" fmla="*/ 465039 w 606086"/>
                <a:gd name="connsiteY31" fmla="*/ 198700 h 594937"/>
                <a:gd name="connsiteX32" fmla="*/ 449811 w 606086"/>
                <a:gd name="connsiteY32" fmla="*/ 183500 h 594937"/>
                <a:gd name="connsiteX33" fmla="*/ 465039 w 606086"/>
                <a:gd name="connsiteY33" fmla="*/ 168299 h 594937"/>
                <a:gd name="connsiteX34" fmla="*/ 244091 w 606086"/>
                <a:gd name="connsiteY34" fmla="*/ 168157 h 594937"/>
                <a:gd name="connsiteX35" fmla="*/ 361832 w 606086"/>
                <a:gd name="connsiteY35" fmla="*/ 168157 h 594937"/>
                <a:gd name="connsiteX36" fmla="*/ 437788 w 606086"/>
                <a:gd name="connsiteY36" fmla="*/ 243894 h 594937"/>
                <a:gd name="connsiteX37" fmla="*/ 437788 w 606086"/>
                <a:gd name="connsiteY37" fmla="*/ 340675 h 594937"/>
                <a:gd name="connsiteX38" fmla="*/ 397860 w 606086"/>
                <a:gd name="connsiteY38" fmla="*/ 407327 h 594937"/>
                <a:gd name="connsiteX39" fmla="*/ 397860 w 606086"/>
                <a:gd name="connsiteY39" fmla="*/ 534235 h 594937"/>
                <a:gd name="connsiteX40" fmla="*/ 337504 w 606086"/>
                <a:gd name="connsiteY40" fmla="*/ 594584 h 594937"/>
                <a:gd name="connsiteX41" fmla="*/ 268605 w 606086"/>
                <a:gd name="connsiteY41" fmla="*/ 594584 h 594937"/>
                <a:gd name="connsiteX42" fmla="*/ 208063 w 606086"/>
                <a:gd name="connsiteY42" fmla="*/ 534235 h 594937"/>
                <a:gd name="connsiteX43" fmla="*/ 208063 w 606086"/>
                <a:gd name="connsiteY43" fmla="*/ 407327 h 594937"/>
                <a:gd name="connsiteX44" fmla="*/ 168228 w 606086"/>
                <a:gd name="connsiteY44" fmla="*/ 340675 h 594937"/>
                <a:gd name="connsiteX45" fmla="*/ 168228 w 606086"/>
                <a:gd name="connsiteY45" fmla="*/ 243894 h 594937"/>
                <a:gd name="connsiteX46" fmla="*/ 244091 w 606086"/>
                <a:gd name="connsiteY46" fmla="*/ 168157 h 594937"/>
                <a:gd name="connsiteX47" fmla="*/ 75862 w 606086"/>
                <a:gd name="connsiteY47" fmla="*/ 168016 h 594937"/>
                <a:gd name="connsiteX48" fmla="*/ 140861 w 606086"/>
                <a:gd name="connsiteY48" fmla="*/ 168016 h 594937"/>
                <a:gd name="connsiteX49" fmla="*/ 156089 w 606086"/>
                <a:gd name="connsiteY49" fmla="*/ 183217 h 594937"/>
                <a:gd name="connsiteX50" fmla="*/ 140861 w 606086"/>
                <a:gd name="connsiteY50" fmla="*/ 198419 h 594937"/>
                <a:gd name="connsiteX51" fmla="*/ 76048 w 606086"/>
                <a:gd name="connsiteY51" fmla="*/ 198419 h 594937"/>
                <a:gd name="connsiteX52" fmla="*/ 30456 w 606086"/>
                <a:gd name="connsiteY52" fmla="*/ 243931 h 594937"/>
                <a:gd name="connsiteX53" fmla="*/ 30456 w 606086"/>
                <a:gd name="connsiteY53" fmla="*/ 340701 h 594937"/>
                <a:gd name="connsiteX54" fmla="*/ 60263 w 606086"/>
                <a:gd name="connsiteY54" fmla="*/ 383339 h 594937"/>
                <a:gd name="connsiteX55" fmla="*/ 70198 w 606086"/>
                <a:gd name="connsiteY55" fmla="*/ 397521 h 594937"/>
                <a:gd name="connsiteX56" fmla="*/ 70198 w 606086"/>
                <a:gd name="connsiteY56" fmla="*/ 534149 h 594937"/>
                <a:gd name="connsiteX57" fmla="*/ 100283 w 606086"/>
                <a:gd name="connsiteY57" fmla="*/ 564181 h 594937"/>
                <a:gd name="connsiteX58" fmla="*/ 169089 w 606086"/>
                <a:gd name="connsiteY58" fmla="*/ 564181 h 594937"/>
                <a:gd name="connsiteX59" fmla="*/ 184317 w 606086"/>
                <a:gd name="connsiteY59" fmla="*/ 579383 h 594937"/>
                <a:gd name="connsiteX60" fmla="*/ 169089 w 606086"/>
                <a:gd name="connsiteY60" fmla="*/ 594584 h 594937"/>
                <a:gd name="connsiteX61" fmla="*/ 100283 w 606086"/>
                <a:gd name="connsiteY61" fmla="*/ 594584 h 594937"/>
                <a:gd name="connsiteX62" fmla="*/ 39835 w 606086"/>
                <a:gd name="connsiteY62" fmla="*/ 534149 h 594937"/>
                <a:gd name="connsiteX63" fmla="*/ 39835 w 606086"/>
                <a:gd name="connsiteY63" fmla="*/ 407161 h 594937"/>
                <a:gd name="connsiteX64" fmla="*/ 0 w 606086"/>
                <a:gd name="connsiteY64" fmla="*/ 340608 h 594937"/>
                <a:gd name="connsiteX65" fmla="*/ 0 w 606086"/>
                <a:gd name="connsiteY65" fmla="*/ 243838 h 594937"/>
                <a:gd name="connsiteX66" fmla="*/ 75862 w 606086"/>
                <a:gd name="connsiteY66" fmla="*/ 168016 h 594937"/>
                <a:gd name="connsiteX67" fmla="*/ 478786 w 606086"/>
                <a:gd name="connsiteY67" fmla="*/ 30314 h 594937"/>
                <a:gd name="connsiteX68" fmla="*/ 432649 w 606086"/>
                <a:gd name="connsiteY68" fmla="*/ 76387 h 594937"/>
                <a:gd name="connsiteX69" fmla="*/ 478786 w 606086"/>
                <a:gd name="connsiteY69" fmla="*/ 122553 h 594937"/>
                <a:gd name="connsiteX70" fmla="*/ 525016 w 606086"/>
                <a:gd name="connsiteY70" fmla="*/ 76387 h 594937"/>
                <a:gd name="connsiteX71" fmla="*/ 478786 w 606086"/>
                <a:gd name="connsiteY71" fmla="*/ 30314 h 594937"/>
                <a:gd name="connsiteX72" fmla="*/ 303043 w 606086"/>
                <a:gd name="connsiteY72" fmla="*/ 30314 h 594937"/>
                <a:gd name="connsiteX73" fmla="*/ 256885 w 606086"/>
                <a:gd name="connsiteY73" fmla="*/ 76387 h 594937"/>
                <a:gd name="connsiteX74" fmla="*/ 303043 w 606086"/>
                <a:gd name="connsiteY74" fmla="*/ 122553 h 594937"/>
                <a:gd name="connsiteX75" fmla="*/ 349201 w 606086"/>
                <a:gd name="connsiteY75" fmla="*/ 76387 h 594937"/>
                <a:gd name="connsiteX76" fmla="*/ 303043 w 606086"/>
                <a:gd name="connsiteY76" fmla="*/ 30314 h 594937"/>
                <a:gd name="connsiteX77" fmla="*/ 127300 w 606086"/>
                <a:gd name="connsiteY77" fmla="*/ 30314 h 594937"/>
                <a:gd name="connsiteX78" fmla="*/ 81070 w 606086"/>
                <a:gd name="connsiteY78" fmla="*/ 76387 h 594937"/>
                <a:gd name="connsiteX79" fmla="*/ 127300 w 606086"/>
                <a:gd name="connsiteY79" fmla="*/ 122553 h 594937"/>
                <a:gd name="connsiteX80" fmla="*/ 173437 w 606086"/>
                <a:gd name="connsiteY80" fmla="*/ 76387 h 594937"/>
                <a:gd name="connsiteX81" fmla="*/ 127300 w 606086"/>
                <a:gd name="connsiteY81" fmla="*/ 30314 h 594937"/>
                <a:gd name="connsiteX82" fmla="*/ 478786 w 606086"/>
                <a:gd name="connsiteY82" fmla="*/ 0 h 594937"/>
                <a:gd name="connsiteX83" fmla="*/ 555279 w 606086"/>
                <a:gd name="connsiteY83" fmla="*/ 76387 h 594937"/>
                <a:gd name="connsiteX84" fmla="*/ 478786 w 606086"/>
                <a:gd name="connsiteY84" fmla="*/ 152774 h 594937"/>
                <a:gd name="connsiteX85" fmla="*/ 402293 w 606086"/>
                <a:gd name="connsiteY85" fmla="*/ 76387 h 594937"/>
                <a:gd name="connsiteX86" fmla="*/ 478786 w 606086"/>
                <a:gd name="connsiteY86" fmla="*/ 0 h 594937"/>
                <a:gd name="connsiteX87" fmla="*/ 303043 w 606086"/>
                <a:gd name="connsiteY87" fmla="*/ 0 h 594937"/>
                <a:gd name="connsiteX88" fmla="*/ 379571 w 606086"/>
                <a:gd name="connsiteY88" fmla="*/ 76387 h 594937"/>
                <a:gd name="connsiteX89" fmla="*/ 303043 w 606086"/>
                <a:gd name="connsiteY89" fmla="*/ 152774 h 594937"/>
                <a:gd name="connsiteX90" fmla="*/ 226515 w 606086"/>
                <a:gd name="connsiteY90" fmla="*/ 76387 h 594937"/>
                <a:gd name="connsiteX91" fmla="*/ 303043 w 606086"/>
                <a:gd name="connsiteY91" fmla="*/ 0 h 594937"/>
                <a:gd name="connsiteX92" fmla="*/ 127300 w 606086"/>
                <a:gd name="connsiteY92" fmla="*/ 0 h 594937"/>
                <a:gd name="connsiteX93" fmla="*/ 203793 w 606086"/>
                <a:gd name="connsiteY93" fmla="*/ 76387 h 594937"/>
                <a:gd name="connsiteX94" fmla="*/ 127300 w 606086"/>
                <a:gd name="connsiteY94" fmla="*/ 152774 h 594937"/>
                <a:gd name="connsiteX95" fmla="*/ 50807 w 606086"/>
                <a:gd name="connsiteY95" fmla="*/ 76387 h 594937"/>
                <a:gd name="connsiteX96" fmla="*/ 127300 w 606086"/>
                <a:gd name="connsiteY96" fmla="*/ 0 h 594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06086" h="594937">
                  <a:moveTo>
                    <a:pt x="244277" y="198378"/>
                  </a:moveTo>
                  <a:cubicBezTo>
                    <a:pt x="219113" y="198378"/>
                    <a:pt x="198685" y="218772"/>
                    <a:pt x="198685" y="243894"/>
                  </a:cubicBezTo>
                  <a:lnTo>
                    <a:pt x="198685" y="340675"/>
                  </a:lnTo>
                  <a:cubicBezTo>
                    <a:pt x="198685" y="359586"/>
                    <a:pt x="210663" y="376735"/>
                    <a:pt x="228863" y="383317"/>
                  </a:cubicBezTo>
                  <a:cubicBezTo>
                    <a:pt x="234806" y="385542"/>
                    <a:pt x="238798" y="391197"/>
                    <a:pt x="238798" y="397501"/>
                  </a:cubicBezTo>
                  <a:lnTo>
                    <a:pt x="238798" y="534235"/>
                  </a:lnTo>
                  <a:cubicBezTo>
                    <a:pt x="238798" y="550829"/>
                    <a:pt x="252262" y="564271"/>
                    <a:pt x="268884" y="564271"/>
                  </a:cubicBezTo>
                  <a:lnTo>
                    <a:pt x="337690" y="564271"/>
                  </a:lnTo>
                  <a:cubicBezTo>
                    <a:pt x="354311" y="564271"/>
                    <a:pt x="367775" y="550829"/>
                    <a:pt x="367775" y="534235"/>
                  </a:cubicBezTo>
                  <a:lnTo>
                    <a:pt x="367775" y="397501"/>
                  </a:lnTo>
                  <a:cubicBezTo>
                    <a:pt x="367775" y="391197"/>
                    <a:pt x="371768" y="385542"/>
                    <a:pt x="377710" y="383317"/>
                  </a:cubicBezTo>
                  <a:cubicBezTo>
                    <a:pt x="395539" y="376735"/>
                    <a:pt x="407517" y="359586"/>
                    <a:pt x="407517" y="340675"/>
                  </a:cubicBezTo>
                  <a:lnTo>
                    <a:pt x="407517" y="243894"/>
                  </a:lnTo>
                  <a:cubicBezTo>
                    <a:pt x="407517" y="218772"/>
                    <a:pt x="387089" y="198378"/>
                    <a:pt x="362018" y="198378"/>
                  </a:cubicBezTo>
                  <a:close/>
                  <a:moveTo>
                    <a:pt x="465039" y="168299"/>
                  </a:moveTo>
                  <a:lnTo>
                    <a:pt x="530224" y="168299"/>
                  </a:lnTo>
                  <a:cubicBezTo>
                    <a:pt x="572008" y="168299"/>
                    <a:pt x="606086" y="202130"/>
                    <a:pt x="606086" y="243932"/>
                  </a:cubicBezTo>
                  <a:lnTo>
                    <a:pt x="606086" y="340697"/>
                  </a:lnTo>
                  <a:cubicBezTo>
                    <a:pt x="606086" y="368595"/>
                    <a:pt x="590486" y="394177"/>
                    <a:pt x="566251" y="407339"/>
                  </a:cubicBezTo>
                  <a:lnTo>
                    <a:pt x="566251" y="534598"/>
                  </a:lnTo>
                  <a:cubicBezTo>
                    <a:pt x="566251" y="567872"/>
                    <a:pt x="539138" y="594937"/>
                    <a:pt x="505803" y="594937"/>
                  </a:cubicBezTo>
                  <a:lnTo>
                    <a:pt x="436997" y="594937"/>
                  </a:lnTo>
                  <a:cubicBezTo>
                    <a:pt x="428547" y="594937"/>
                    <a:pt x="421769" y="588078"/>
                    <a:pt x="421769" y="579736"/>
                  </a:cubicBezTo>
                  <a:cubicBezTo>
                    <a:pt x="421769" y="571302"/>
                    <a:pt x="428547" y="564536"/>
                    <a:pt x="436997" y="564536"/>
                  </a:cubicBezTo>
                  <a:lnTo>
                    <a:pt x="505803" y="564536"/>
                  </a:lnTo>
                  <a:cubicBezTo>
                    <a:pt x="522424" y="564536"/>
                    <a:pt x="535888" y="551003"/>
                    <a:pt x="535888" y="534505"/>
                  </a:cubicBezTo>
                  <a:lnTo>
                    <a:pt x="535888" y="397792"/>
                  </a:lnTo>
                  <a:cubicBezTo>
                    <a:pt x="535888" y="391489"/>
                    <a:pt x="539880" y="385835"/>
                    <a:pt x="545823" y="383611"/>
                  </a:cubicBezTo>
                  <a:cubicBezTo>
                    <a:pt x="563744" y="377030"/>
                    <a:pt x="575722" y="359883"/>
                    <a:pt x="575722" y="340975"/>
                  </a:cubicBezTo>
                  <a:lnTo>
                    <a:pt x="575722" y="244210"/>
                  </a:lnTo>
                  <a:cubicBezTo>
                    <a:pt x="575722" y="219091"/>
                    <a:pt x="555294" y="198700"/>
                    <a:pt x="530224" y="198700"/>
                  </a:cubicBezTo>
                  <a:lnTo>
                    <a:pt x="465039" y="198700"/>
                  </a:lnTo>
                  <a:cubicBezTo>
                    <a:pt x="456682" y="198700"/>
                    <a:pt x="449811" y="191934"/>
                    <a:pt x="449811" y="183500"/>
                  </a:cubicBezTo>
                  <a:cubicBezTo>
                    <a:pt x="449811" y="175065"/>
                    <a:pt x="456682" y="168299"/>
                    <a:pt x="465039" y="168299"/>
                  </a:cubicBezTo>
                  <a:close/>
                  <a:moveTo>
                    <a:pt x="244091" y="168157"/>
                  </a:moveTo>
                  <a:lnTo>
                    <a:pt x="361832" y="168157"/>
                  </a:lnTo>
                  <a:cubicBezTo>
                    <a:pt x="403710" y="168157"/>
                    <a:pt x="437788" y="202086"/>
                    <a:pt x="437788" y="243894"/>
                  </a:cubicBezTo>
                  <a:lnTo>
                    <a:pt x="437788" y="340675"/>
                  </a:lnTo>
                  <a:cubicBezTo>
                    <a:pt x="437788" y="368578"/>
                    <a:pt x="422188" y="394163"/>
                    <a:pt x="397860" y="407327"/>
                  </a:cubicBezTo>
                  <a:lnTo>
                    <a:pt x="397860" y="534235"/>
                  </a:lnTo>
                  <a:cubicBezTo>
                    <a:pt x="397860" y="567515"/>
                    <a:pt x="370746" y="594584"/>
                    <a:pt x="337504" y="594584"/>
                  </a:cubicBezTo>
                  <a:lnTo>
                    <a:pt x="268605" y="594584"/>
                  </a:lnTo>
                  <a:cubicBezTo>
                    <a:pt x="235363" y="594584"/>
                    <a:pt x="208249" y="567515"/>
                    <a:pt x="208063" y="534235"/>
                  </a:cubicBezTo>
                  <a:lnTo>
                    <a:pt x="208063" y="407327"/>
                  </a:lnTo>
                  <a:cubicBezTo>
                    <a:pt x="183828" y="394163"/>
                    <a:pt x="168228" y="368578"/>
                    <a:pt x="168228" y="340675"/>
                  </a:cubicBezTo>
                  <a:lnTo>
                    <a:pt x="168228" y="243894"/>
                  </a:lnTo>
                  <a:cubicBezTo>
                    <a:pt x="168228" y="202086"/>
                    <a:pt x="202306" y="168157"/>
                    <a:pt x="244091" y="168157"/>
                  </a:cubicBezTo>
                  <a:close/>
                  <a:moveTo>
                    <a:pt x="75862" y="168016"/>
                  </a:moveTo>
                  <a:lnTo>
                    <a:pt x="140861" y="168016"/>
                  </a:lnTo>
                  <a:cubicBezTo>
                    <a:pt x="149311" y="168016"/>
                    <a:pt x="156089" y="174875"/>
                    <a:pt x="156089" y="183217"/>
                  </a:cubicBezTo>
                  <a:cubicBezTo>
                    <a:pt x="156089" y="191652"/>
                    <a:pt x="149311" y="198419"/>
                    <a:pt x="140861" y="198419"/>
                  </a:cubicBezTo>
                  <a:lnTo>
                    <a:pt x="76048" y="198419"/>
                  </a:lnTo>
                  <a:cubicBezTo>
                    <a:pt x="50884" y="198419"/>
                    <a:pt x="30456" y="218811"/>
                    <a:pt x="30456" y="243931"/>
                  </a:cubicBezTo>
                  <a:lnTo>
                    <a:pt x="30456" y="340701"/>
                  </a:lnTo>
                  <a:cubicBezTo>
                    <a:pt x="30456" y="359703"/>
                    <a:pt x="42435" y="376758"/>
                    <a:pt x="60263" y="383339"/>
                  </a:cubicBezTo>
                  <a:cubicBezTo>
                    <a:pt x="66206" y="385564"/>
                    <a:pt x="70198" y="391218"/>
                    <a:pt x="70198" y="397521"/>
                  </a:cubicBezTo>
                  <a:lnTo>
                    <a:pt x="70198" y="534149"/>
                  </a:lnTo>
                  <a:cubicBezTo>
                    <a:pt x="70198" y="550648"/>
                    <a:pt x="83662" y="564181"/>
                    <a:pt x="100283" y="564181"/>
                  </a:cubicBezTo>
                  <a:lnTo>
                    <a:pt x="169089" y="564181"/>
                  </a:lnTo>
                  <a:cubicBezTo>
                    <a:pt x="177539" y="564181"/>
                    <a:pt x="184317" y="570948"/>
                    <a:pt x="184317" y="579383"/>
                  </a:cubicBezTo>
                  <a:cubicBezTo>
                    <a:pt x="184317" y="587725"/>
                    <a:pt x="177539" y="594584"/>
                    <a:pt x="169089" y="594584"/>
                  </a:cubicBezTo>
                  <a:lnTo>
                    <a:pt x="100283" y="594584"/>
                  </a:lnTo>
                  <a:cubicBezTo>
                    <a:pt x="66948" y="594584"/>
                    <a:pt x="39835" y="567518"/>
                    <a:pt x="39835" y="534149"/>
                  </a:cubicBezTo>
                  <a:lnTo>
                    <a:pt x="39835" y="407161"/>
                  </a:lnTo>
                  <a:cubicBezTo>
                    <a:pt x="15600" y="394091"/>
                    <a:pt x="0" y="368509"/>
                    <a:pt x="0" y="340608"/>
                  </a:cubicBezTo>
                  <a:lnTo>
                    <a:pt x="0" y="243838"/>
                  </a:lnTo>
                  <a:cubicBezTo>
                    <a:pt x="0" y="202034"/>
                    <a:pt x="34078" y="168016"/>
                    <a:pt x="75862" y="168016"/>
                  </a:cubicBezTo>
                  <a:close/>
                  <a:moveTo>
                    <a:pt x="478786" y="30314"/>
                  </a:moveTo>
                  <a:cubicBezTo>
                    <a:pt x="453350" y="30314"/>
                    <a:pt x="432649" y="50986"/>
                    <a:pt x="432649" y="76387"/>
                  </a:cubicBezTo>
                  <a:cubicBezTo>
                    <a:pt x="432649" y="101880"/>
                    <a:pt x="453350" y="122553"/>
                    <a:pt x="478786" y="122553"/>
                  </a:cubicBezTo>
                  <a:cubicBezTo>
                    <a:pt x="504315" y="122553"/>
                    <a:pt x="525016" y="101880"/>
                    <a:pt x="525016" y="76387"/>
                  </a:cubicBezTo>
                  <a:cubicBezTo>
                    <a:pt x="525016" y="50986"/>
                    <a:pt x="504315" y="30314"/>
                    <a:pt x="478786" y="30314"/>
                  </a:cubicBezTo>
                  <a:close/>
                  <a:moveTo>
                    <a:pt x="303043" y="30314"/>
                  </a:moveTo>
                  <a:cubicBezTo>
                    <a:pt x="277503" y="30314"/>
                    <a:pt x="256885" y="51079"/>
                    <a:pt x="256885" y="76387"/>
                  </a:cubicBezTo>
                  <a:cubicBezTo>
                    <a:pt x="256885" y="101880"/>
                    <a:pt x="277503" y="122553"/>
                    <a:pt x="303043" y="122553"/>
                  </a:cubicBezTo>
                  <a:cubicBezTo>
                    <a:pt x="328583" y="122553"/>
                    <a:pt x="349201" y="101880"/>
                    <a:pt x="349201" y="76387"/>
                  </a:cubicBezTo>
                  <a:cubicBezTo>
                    <a:pt x="349201" y="50986"/>
                    <a:pt x="328583" y="30314"/>
                    <a:pt x="303043" y="30314"/>
                  </a:cubicBezTo>
                  <a:close/>
                  <a:moveTo>
                    <a:pt x="127300" y="30314"/>
                  </a:moveTo>
                  <a:cubicBezTo>
                    <a:pt x="101771" y="30314"/>
                    <a:pt x="81070" y="51079"/>
                    <a:pt x="81070" y="76387"/>
                  </a:cubicBezTo>
                  <a:cubicBezTo>
                    <a:pt x="81070" y="101880"/>
                    <a:pt x="101771" y="122553"/>
                    <a:pt x="127300" y="122553"/>
                  </a:cubicBezTo>
                  <a:cubicBezTo>
                    <a:pt x="152736" y="122553"/>
                    <a:pt x="173437" y="101880"/>
                    <a:pt x="173437" y="76387"/>
                  </a:cubicBezTo>
                  <a:cubicBezTo>
                    <a:pt x="173437" y="50986"/>
                    <a:pt x="152736" y="30314"/>
                    <a:pt x="127300" y="30314"/>
                  </a:cubicBezTo>
                  <a:close/>
                  <a:moveTo>
                    <a:pt x="478786" y="0"/>
                  </a:moveTo>
                  <a:cubicBezTo>
                    <a:pt x="521024" y="0"/>
                    <a:pt x="555279" y="34300"/>
                    <a:pt x="555279" y="76387"/>
                  </a:cubicBezTo>
                  <a:cubicBezTo>
                    <a:pt x="555279" y="118567"/>
                    <a:pt x="521024" y="152774"/>
                    <a:pt x="478786" y="152774"/>
                  </a:cubicBezTo>
                  <a:cubicBezTo>
                    <a:pt x="436641" y="152774"/>
                    <a:pt x="402293" y="118567"/>
                    <a:pt x="402293" y="76387"/>
                  </a:cubicBezTo>
                  <a:cubicBezTo>
                    <a:pt x="402293" y="34300"/>
                    <a:pt x="436641" y="0"/>
                    <a:pt x="478786" y="0"/>
                  </a:cubicBezTo>
                  <a:close/>
                  <a:moveTo>
                    <a:pt x="303043" y="0"/>
                  </a:moveTo>
                  <a:cubicBezTo>
                    <a:pt x="345301" y="0"/>
                    <a:pt x="379571" y="34300"/>
                    <a:pt x="379571" y="76387"/>
                  </a:cubicBezTo>
                  <a:cubicBezTo>
                    <a:pt x="379571" y="118567"/>
                    <a:pt x="345301" y="152774"/>
                    <a:pt x="303043" y="152774"/>
                  </a:cubicBezTo>
                  <a:cubicBezTo>
                    <a:pt x="260785" y="152774"/>
                    <a:pt x="226515" y="118567"/>
                    <a:pt x="226515" y="76387"/>
                  </a:cubicBezTo>
                  <a:cubicBezTo>
                    <a:pt x="226515" y="34300"/>
                    <a:pt x="260785" y="0"/>
                    <a:pt x="303043" y="0"/>
                  </a:cubicBezTo>
                  <a:close/>
                  <a:moveTo>
                    <a:pt x="127300" y="0"/>
                  </a:moveTo>
                  <a:cubicBezTo>
                    <a:pt x="169445" y="0"/>
                    <a:pt x="203793" y="34300"/>
                    <a:pt x="203793" y="76387"/>
                  </a:cubicBezTo>
                  <a:cubicBezTo>
                    <a:pt x="203793" y="118567"/>
                    <a:pt x="169353" y="152774"/>
                    <a:pt x="127300" y="152774"/>
                  </a:cubicBezTo>
                  <a:cubicBezTo>
                    <a:pt x="85062" y="152774"/>
                    <a:pt x="50807" y="118567"/>
                    <a:pt x="50807" y="76387"/>
                  </a:cubicBezTo>
                  <a:cubicBezTo>
                    <a:pt x="50807" y="34300"/>
                    <a:pt x="85062" y="0"/>
                    <a:pt x="127300" y="0"/>
                  </a:cubicBezTo>
                  <a:close/>
                </a:path>
              </a:pathLst>
            </a:custGeom>
            <a:solidFill>
              <a:sysClr val="window" lastClr="FFFFFF"/>
            </a:solidFill>
            <a:ln w="12700" cap="flat" cmpd="sng" algn="ctr">
              <a:noFill/>
              <a:prstDash val="solid"/>
              <a:miter lim="800000"/>
            </a:ln>
            <a:effectLst/>
          </p:spPr>
          <p:txBody>
            <a:bodyPr rot="0" spcFirstLastPara="0" vert="horz" wrap="square" lIns="91440" tIns="45720" rIns="91440" bIns="45720" numCol="1" spcCol="0" rtlCol="0" fromWordArt="0" anchor="ctr" anchorCtr="0" forceAA="0" compatLnSpc="1">
              <a:prstTxWarp prst="textNoShape">
                <a:avLst/>
              </a:prstTxWarp>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i="0" u="none" strike="noStrike" kern="1200" cap="none" spc="0" normalizeH="0" baseline="0" noProof="0">
                <a:ln>
                  <a:noFill/>
                </a:ln>
                <a:solidFill>
                  <a:srgbClr val="AFA397">
                    <a:lumMod val="85000"/>
                    <a:lumOff val="15000"/>
                  </a:srgbClr>
                </a:solidFill>
                <a:effectLst/>
                <a:uLnTx/>
                <a:uFillTx/>
                <a:cs typeface="+mn-ea"/>
                <a:sym typeface="+mn-lt"/>
              </a:endParaRPr>
            </a:p>
          </p:txBody>
        </p:sp>
      </p:grpSp>
    </p:spTree>
    <p:extLst>
      <p:ext uri="{BB962C8B-B14F-4D97-AF65-F5344CB8AC3E}">
        <p14:creationId xmlns:p14="http://schemas.microsoft.com/office/powerpoint/2010/main" val="4253158356"/>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9"/>
                                        </p:tgtEl>
                                        <p:attrNameLst>
                                          <p:attrName>style.visibility</p:attrName>
                                        </p:attrNameLst>
                                      </p:cBhvr>
                                      <p:to>
                                        <p:strVal val="visible"/>
                                      </p:to>
                                    </p:set>
                                    <p:anim calcmode="lin" valueType="num">
                                      <p:cBhvr>
                                        <p:cTn id="7" dur="500" fill="hold"/>
                                        <p:tgtEl>
                                          <p:spTgt spid="39"/>
                                        </p:tgtEl>
                                        <p:attrNameLst>
                                          <p:attrName>ppt_w</p:attrName>
                                        </p:attrNameLst>
                                      </p:cBhvr>
                                      <p:tavLst>
                                        <p:tav tm="0">
                                          <p:val>
                                            <p:fltVal val="0"/>
                                          </p:val>
                                        </p:tav>
                                        <p:tav tm="100000">
                                          <p:val>
                                            <p:strVal val="#ppt_w"/>
                                          </p:val>
                                        </p:tav>
                                      </p:tavLst>
                                    </p:anim>
                                    <p:anim calcmode="lin" valueType="num">
                                      <p:cBhvr>
                                        <p:cTn id="8" dur="500" fill="hold"/>
                                        <p:tgtEl>
                                          <p:spTgt spid="39"/>
                                        </p:tgtEl>
                                        <p:attrNameLst>
                                          <p:attrName>ppt_h</p:attrName>
                                        </p:attrNameLst>
                                      </p:cBhvr>
                                      <p:tavLst>
                                        <p:tav tm="0">
                                          <p:val>
                                            <p:fltVal val="0"/>
                                          </p:val>
                                        </p:tav>
                                        <p:tav tm="100000">
                                          <p:val>
                                            <p:strVal val="#ppt_h"/>
                                          </p:val>
                                        </p:tav>
                                      </p:tavLst>
                                    </p:anim>
                                    <p:animEffect transition="in" filter="fade">
                                      <p:cBhvr>
                                        <p:cTn id="9" dur="500"/>
                                        <p:tgtEl>
                                          <p:spTgt spid="39"/>
                                        </p:tgtEl>
                                      </p:cBhvr>
                                    </p:animEffect>
                                  </p:childTnLst>
                                </p:cTn>
                              </p:par>
                            </p:childTnLst>
                          </p:cTn>
                        </p:par>
                        <p:par>
                          <p:cTn id="10" fill="hold">
                            <p:stCondLst>
                              <p:cond delay="500"/>
                            </p:stCondLst>
                            <p:childTnLst>
                              <p:par>
                                <p:cTn id="11" presetID="22" presetClass="entr" presetSubtype="1" fill="hold" grpId="0" nodeType="after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up)">
                                      <p:cBhvr>
                                        <p:cTn id="13" dur="500"/>
                                        <p:tgtEl>
                                          <p:spTgt spid="17"/>
                                        </p:tgtEl>
                                      </p:cBhvr>
                                    </p:animEffect>
                                  </p:childTnLst>
                                </p:cTn>
                              </p:par>
                            </p:childTnLst>
                          </p:cTn>
                        </p:par>
                        <p:par>
                          <p:cTn id="14" fill="hold">
                            <p:stCondLst>
                              <p:cond delay="1000"/>
                            </p:stCondLst>
                            <p:childTnLst>
                              <p:par>
                                <p:cTn id="15" presetID="14" presetClass="entr" presetSubtype="10" fill="hold" nodeType="after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randombar(horizontal)">
                                      <p:cBhvr>
                                        <p:cTn id="17" dur="500"/>
                                        <p:tgtEl>
                                          <p:spTgt spid="40"/>
                                        </p:tgtEl>
                                      </p:cBhvr>
                                    </p:animEffect>
                                  </p:childTnLst>
                                </p:cTn>
                              </p:par>
                            </p:childTnLst>
                          </p:cTn>
                        </p:par>
                        <p:par>
                          <p:cTn id="18" fill="hold">
                            <p:stCondLst>
                              <p:cond delay="1500"/>
                            </p:stCondLst>
                            <p:childTnLst>
                              <p:par>
                                <p:cTn id="19" presetID="12" presetClass="entr" presetSubtype="4" fill="hold" nodeType="afterEffect">
                                  <p:stCondLst>
                                    <p:cond delay="0"/>
                                  </p:stCondLst>
                                  <p:childTnLst>
                                    <p:set>
                                      <p:cBhvr>
                                        <p:cTn id="20" dur="1" fill="hold">
                                          <p:stCondLst>
                                            <p:cond delay="0"/>
                                          </p:stCondLst>
                                        </p:cTn>
                                        <p:tgtEl>
                                          <p:spTgt spid="19"/>
                                        </p:tgtEl>
                                        <p:attrNameLst>
                                          <p:attrName>style.visibility</p:attrName>
                                        </p:attrNameLst>
                                      </p:cBhvr>
                                      <p:to>
                                        <p:strVal val="visible"/>
                                      </p:to>
                                    </p:set>
                                    <p:anim calcmode="lin" valueType="num">
                                      <p:cBhvr additive="base">
                                        <p:cTn id="21" dur="500"/>
                                        <p:tgtEl>
                                          <p:spTgt spid="19"/>
                                        </p:tgtEl>
                                        <p:attrNameLst>
                                          <p:attrName>ppt_y</p:attrName>
                                        </p:attrNameLst>
                                      </p:cBhvr>
                                      <p:tavLst>
                                        <p:tav tm="0">
                                          <p:val>
                                            <p:strVal val="#ppt_y+#ppt_h*1.125000"/>
                                          </p:val>
                                        </p:tav>
                                        <p:tav tm="100000">
                                          <p:val>
                                            <p:strVal val="#ppt_y"/>
                                          </p:val>
                                        </p:tav>
                                      </p:tavLst>
                                    </p:anim>
                                    <p:animEffect transition="in" filter="wipe(up)">
                                      <p:cBhvr>
                                        <p:cTn id="22" dur="500"/>
                                        <p:tgtEl>
                                          <p:spTgt spid="19"/>
                                        </p:tgtEl>
                                      </p:cBhvr>
                                    </p:animEffect>
                                  </p:childTnLst>
                                </p:cTn>
                              </p:par>
                            </p:childTnLst>
                          </p:cTn>
                        </p:par>
                        <p:par>
                          <p:cTn id="23" fill="hold">
                            <p:stCondLst>
                              <p:cond delay="2000"/>
                            </p:stCondLst>
                            <p:childTnLst>
                              <p:par>
                                <p:cTn id="24" presetID="14" presetClass="entr" presetSubtype="10" fill="hold" nodeType="after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randombar(horizontal)">
                                      <p:cBhvr>
                                        <p:cTn id="26" dur="500"/>
                                        <p:tgtEl>
                                          <p:spTgt spid="43"/>
                                        </p:tgtEl>
                                      </p:cBhvr>
                                    </p:animEffect>
                                  </p:childTnLst>
                                </p:cTn>
                              </p:par>
                            </p:childTnLst>
                          </p:cTn>
                        </p:par>
                        <p:par>
                          <p:cTn id="27" fill="hold">
                            <p:stCondLst>
                              <p:cond delay="2500"/>
                            </p:stCondLst>
                            <p:childTnLst>
                              <p:par>
                                <p:cTn id="28" presetID="12" presetClass="entr" presetSubtype="4" fill="hold" nodeType="afterEffect">
                                  <p:stCondLst>
                                    <p:cond delay="0"/>
                                  </p:stCondLst>
                                  <p:childTnLst>
                                    <p:set>
                                      <p:cBhvr>
                                        <p:cTn id="29" dur="1" fill="hold">
                                          <p:stCondLst>
                                            <p:cond delay="0"/>
                                          </p:stCondLst>
                                        </p:cTn>
                                        <p:tgtEl>
                                          <p:spTgt spid="25"/>
                                        </p:tgtEl>
                                        <p:attrNameLst>
                                          <p:attrName>style.visibility</p:attrName>
                                        </p:attrNameLst>
                                      </p:cBhvr>
                                      <p:to>
                                        <p:strVal val="visible"/>
                                      </p:to>
                                    </p:set>
                                    <p:anim calcmode="lin" valueType="num">
                                      <p:cBhvr additive="base">
                                        <p:cTn id="30" dur="500"/>
                                        <p:tgtEl>
                                          <p:spTgt spid="25"/>
                                        </p:tgtEl>
                                        <p:attrNameLst>
                                          <p:attrName>ppt_y</p:attrName>
                                        </p:attrNameLst>
                                      </p:cBhvr>
                                      <p:tavLst>
                                        <p:tav tm="0">
                                          <p:val>
                                            <p:strVal val="#ppt_y+#ppt_h*1.125000"/>
                                          </p:val>
                                        </p:tav>
                                        <p:tav tm="100000">
                                          <p:val>
                                            <p:strVal val="#ppt_y"/>
                                          </p:val>
                                        </p:tav>
                                      </p:tavLst>
                                    </p:anim>
                                    <p:animEffect transition="in" filter="wipe(up)">
                                      <p:cBhvr>
                                        <p:cTn id="31" dur="500"/>
                                        <p:tgtEl>
                                          <p:spTgt spid="25"/>
                                        </p:tgtEl>
                                      </p:cBhvr>
                                    </p:animEffect>
                                  </p:childTnLst>
                                </p:cTn>
                              </p:par>
                            </p:childTnLst>
                          </p:cTn>
                        </p:par>
                        <p:par>
                          <p:cTn id="32" fill="hold">
                            <p:stCondLst>
                              <p:cond delay="3000"/>
                            </p:stCondLst>
                            <p:childTnLst>
                              <p:par>
                                <p:cTn id="33" presetID="14" presetClass="entr" presetSubtype="10" fill="hold" nodeType="after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randombar(horizontal)">
                                      <p:cBhvr>
                                        <p:cTn id="35" dur="500"/>
                                        <p:tgtEl>
                                          <p:spTgt spid="46"/>
                                        </p:tgtEl>
                                      </p:cBhvr>
                                    </p:animEffect>
                                  </p:childTnLst>
                                </p:cTn>
                              </p:par>
                            </p:childTnLst>
                          </p:cTn>
                        </p:par>
                        <p:par>
                          <p:cTn id="36" fill="hold">
                            <p:stCondLst>
                              <p:cond delay="3500"/>
                            </p:stCondLst>
                            <p:childTnLst>
                              <p:par>
                                <p:cTn id="37" presetID="12" presetClass="entr" presetSubtype="4" fill="hold" nodeType="afterEffect">
                                  <p:stCondLst>
                                    <p:cond delay="0"/>
                                  </p:stCondLst>
                                  <p:childTnLst>
                                    <p:set>
                                      <p:cBhvr>
                                        <p:cTn id="38" dur="1" fill="hold">
                                          <p:stCondLst>
                                            <p:cond delay="0"/>
                                          </p:stCondLst>
                                        </p:cTn>
                                        <p:tgtEl>
                                          <p:spTgt spid="28"/>
                                        </p:tgtEl>
                                        <p:attrNameLst>
                                          <p:attrName>style.visibility</p:attrName>
                                        </p:attrNameLst>
                                      </p:cBhvr>
                                      <p:to>
                                        <p:strVal val="visible"/>
                                      </p:to>
                                    </p:set>
                                    <p:anim calcmode="lin" valueType="num">
                                      <p:cBhvr additive="base">
                                        <p:cTn id="39" dur="500"/>
                                        <p:tgtEl>
                                          <p:spTgt spid="28"/>
                                        </p:tgtEl>
                                        <p:attrNameLst>
                                          <p:attrName>ppt_y</p:attrName>
                                        </p:attrNameLst>
                                      </p:cBhvr>
                                      <p:tavLst>
                                        <p:tav tm="0">
                                          <p:val>
                                            <p:strVal val="#ppt_y+#ppt_h*1.125000"/>
                                          </p:val>
                                        </p:tav>
                                        <p:tav tm="100000">
                                          <p:val>
                                            <p:strVal val="#ppt_y"/>
                                          </p:val>
                                        </p:tav>
                                      </p:tavLst>
                                    </p:anim>
                                    <p:animEffect transition="in" filter="wipe(up)">
                                      <p:cBhvr>
                                        <p:cTn id="40"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3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p:cNvSpPr/>
          <p:nvPr/>
        </p:nvSpPr>
        <p:spPr>
          <a:xfrm>
            <a:off x="1206863" y="448348"/>
            <a:ext cx="2249334" cy="400110"/>
          </a:xfrm>
          <a:prstGeom prst="rect">
            <a:avLst/>
          </a:prstGeom>
        </p:spPr>
        <p:txBody>
          <a:bodyPr wrap="none">
            <a:spAutoFit/>
          </a:bodyPr>
          <a:lstStyle/>
          <a:p>
            <a:r>
              <a:rPr lang="zh-CN" altLang="en-US" sz="2000" spc="300" dirty="0">
                <a:solidFill>
                  <a:schemeClr val="tx2"/>
                </a:solidFill>
                <a:cs typeface="+mn-ea"/>
                <a:sym typeface="+mn-lt"/>
              </a:rPr>
              <a:t>在此添加小标题</a:t>
            </a:r>
          </a:p>
        </p:txBody>
      </p:sp>
      <p:sp>
        <p:nvSpPr>
          <p:cNvPr id="16" name="矩形 15"/>
          <p:cNvSpPr/>
          <p:nvPr/>
        </p:nvSpPr>
        <p:spPr>
          <a:xfrm>
            <a:off x="1206863" y="873129"/>
            <a:ext cx="2917786" cy="307777"/>
          </a:xfrm>
          <a:prstGeom prst="rect">
            <a:avLst/>
          </a:prstGeom>
        </p:spPr>
        <p:txBody>
          <a:bodyPr wrap="none">
            <a:spAutoFit/>
          </a:bodyPr>
          <a:lstStyle/>
          <a:p>
            <a:r>
              <a:rPr lang="en-US" altLang="zh-CN" sz="1400" dirty="0">
                <a:solidFill>
                  <a:schemeClr val="tx2"/>
                </a:solidFill>
                <a:cs typeface="+mn-ea"/>
                <a:sym typeface="+mn-lt"/>
              </a:rPr>
              <a:t>Lorem ipsum dolor sit </a:t>
            </a:r>
            <a:r>
              <a:rPr lang="en-US" altLang="zh-CN" sz="1400" dirty="0" err="1">
                <a:solidFill>
                  <a:schemeClr val="tx2"/>
                </a:solidFill>
                <a:cs typeface="+mn-ea"/>
                <a:sym typeface="+mn-lt"/>
              </a:rPr>
              <a:t>amet</a:t>
            </a:r>
            <a:r>
              <a:rPr lang="en-US" altLang="zh-CN" sz="1400" dirty="0">
                <a:solidFill>
                  <a:schemeClr val="tx2"/>
                </a:solidFill>
                <a:cs typeface="+mn-ea"/>
                <a:sym typeface="+mn-lt"/>
              </a:rPr>
              <a:t> </a:t>
            </a:r>
            <a:r>
              <a:rPr lang="en-US" altLang="zh-CN" sz="1400" dirty="0" err="1">
                <a:solidFill>
                  <a:schemeClr val="tx2"/>
                </a:solidFill>
                <a:cs typeface="+mn-ea"/>
                <a:sym typeface="+mn-lt"/>
              </a:rPr>
              <a:t>kolor</a:t>
            </a:r>
            <a:endParaRPr lang="zh-CN" altLang="en-US" sz="1400" dirty="0">
              <a:solidFill>
                <a:schemeClr val="tx2"/>
              </a:solidFill>
              <a:cs typeface="+mn-ea"/>
              <a:sym typeface="+mn-lt"/>
            </a:endParaRPr>
          </a:p>
        </p:txBody>
      </p:sp>
      <p:grpSp>
        <p:nvGrpSpPr>
          <p:cNvPr id="17" name="组合 16"/>
          <p:cNvGrpSpPr/>
          <p:nvPr/>
        </p:nvGrpSpPr>
        <p:grpSpPr>
          <a:xfrm rot="10800000">
            <a:off x="0" y="304408"/>
            <a:ext cx="1010103" cy="857396"/>
            <a:chOff x="-39567" y="0"/>
            <a:chExt cx="1677745" cy="1424104"/>
          </a:xfrm>
        </p:grpSpPr>
        <p:sp>
          <p:nvSpPr>
            <p:cNvPr id="19" name="iṡḻiďè"/>
            <p:cNvSpPr>
              <a:spLocks/>
            </p:cNvSpPr>
            <p:nvPr/>
          </p:nvSpPr>
          <p:spPr bwMode="auto">
            <a:xfrm rot="16200000">
              <a:off x="435146" y="139193"/>
              <a:ext cx="1289315" cy="111674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6C92C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sp>
          <p:nvSpPr>
            <p:cNvPr id="21" name="iṡḻiďè"/>
            <p:cNvSpPr>
              <a:spLocks/>
            </p:cNvSpPr>
            <p:nvPr/>
          </p:nvSpPr>
          <p:spPr bwMode="auto">
            <a:xfrm rot="16200000">
              <a:off x="-134871" y="95304"/>
              <a:ext cx="1424104" cy="1233496"/>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grpSp>
        <p:nvGrpSpPr>
          <p:cNvPr id="14" name="组合 13">
            <a:extLst>
              <a:ext uri="{FF2B5EF4-FFF2-40B4-BE49-F238E27FC236}">
                <a16:creationId xmlns:a16="http://schemas.microsoft.com/office/drawing/2014/main" id="{40EAE0D5-DF27-4212-BA31-972D5465FD15}"/>
              </a:ext>
            </a:extLst>
          </p:cNvPr>
          <p:cNvGrpSpPr/>
          <p:nvPr/>
        </p:nvGrpSpPr>
        <p:grpSpPr>
          <a:xfrm>
            <a:off x="634877" y="1956966"/>
            <a:ext cx="5189370" cy="4135913"/>
            <a:chOff x="1174752" y="2094775"/>
            <a:chExt cx="4294140" cy="3422418"/>
          </a:xfrm>
        </p:grpSpPr>
        <p:pic>
          <p:nvPicPr>
            <p:cNvPr id="18" name="Picture 5">
              <a:extLst>
                <a:ext uri="{FF2B5EF4-FFF2-40B4-BE49-F238E27FC236}">
                  <a16:creationId xmlns:a16="http://schemas.microsoft.com/office/drawing/2014/main" id="{60E08AB4-5B7F-48D0-9E10-957ABAE91C5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174752" y="2094775"/>
              <a:ext cx="4294140" cy="3422418"/>
            </a:xfrm>
            <a:prstGeom prst="rect">
              <a:avLst/>
            </a:prstGeom>
          </p:spPr>
        </p:pic>
        <p:sp>
          <p:nvSpPr>
            <p:cNvPr id="20" name="矩形 19">
              <a:extLst>
                <a:ext uri="{FF2B5EF4-FFF2-40B4-BE49-F238E27FC236}">
                  <a16:creationId xmlns:a16="http://schemas.microsoft.com/office/drawing/2014/main" id="{FE23CE67-3B27-460D-AABF-04023D881C74}"/>
                </a:ext>
              </a:extLst>
            </p:cNvPr>
            <p:cNvSpPr/>
            <p:nvPr/>
          </p:nvSpPr>
          <p:spPr>
            <a:xfrm>
              <a:off x="1397399" y="2301989"/>
              <a:ext cx="3842449" cy="2176369"/>
            </a:xfrm>
            <a:prstGeom prst="rect">
              <a:avLst/>
            </a:prstGeom>
            <a:blipFill>
              <a:blip r:embed="rId4" cstate="screen">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mn-ea"/>
                <a:sym typeface="+mn-lt"/>
              </a:endParaRPr>
            </a:p>
          </p:txBody>
        </p:sp>
        <p:sp>
          <p:nvSpPr>
            <p:cNvPr id="23" name="透明">
              <a:extLst>
                <a:ext uri="{FF2B5EF4-FFF2-40B4-BE49-F238E27FC236}">
                  <a16:creationId xmlns:a16="http://schemas.microsoft.com/office/drawing/2014/main" id="{20C9BE4C-5194-4649-8CDB-CF39EC40AB3D}"/>
                </a:ext>
              </a:extLst>
            </p:cNvPr>
            <p:cNvSpPr>
              <a:spLocks/>
            </p:cNvSpPr>
            <p:nvPr/>
          </p:nvSpPr>
          <p:spPr bwMode="auto">
            <a:xfrm>
              <a:off x="3259976" y="2301989"/>
              <a:ext cx="1979872" cy="2176456"/>
            </a:xfrm>
            <a:custGeom>
              <a:avLst/>
              <a:gdLst>
                <a:gd name="T0" fmla="*/ 1682 w 1682"/>
                <a:gd name="T1" fmla="*/ 0 h 2069"/>
                <a:gd name="T2" fmla="*/ 789 w 1682"/>
                <a:gd name="T3" fmla="*/ 0 h 2069"/>
                <a:gd name="T4" fmla="*/ 0 w 1682"/>
                <a:gd name="T5" fmla="*/ 2069 h 2069"/>
                <a:gd name="T6" fmla="*/ 1682 w 1682"/>
                <a:gd name="T7" fmla="*/ 2069 h 2069"/>
                <a:gd name="T8" fmla="*/ 1682 w 1682"/>
                <a:gd name="T9" fmla="*/ 0 h 2069"/>
              </a:gdLst>
              <a:ahLst/>
              <a:cxnLst>
                <a:cxn ang="0">
                  <a:pos x="T0" y="T1"/>
                </a:cxn>
                <a:cxn ang="0">
                  <a:pos x="T2" y="T3"/>
                </a:cxn>
                <a:cxn ang="0">
                  <a:pos x="T4" y="T5"/>
                </a:cxn>
                <a:cxn ang="0">
                  <a:pos x="T6" y="T7"/>
                </a:cxn>
                <a:cxn ang="0">
                  <a:pos x="T8" y="T9"/>
                </a:cxn>
              </a:cxnLst>
              <a:rect l="0" t="0" r="r" b="b"/>
              <a:pathLst>
                <a:path w="1682" h="2069">
                  <a:moveTo>
                    <a:pt x="1682" y="0"/>
                  </a:moveTo>
                  <a:lnTo>
                    <a:pt x="789" y="0"/>
                  </a:lnTo>
                  <a:lnTo>
                    <a:pt x="0" y="2069"/>
                  </a:lnTo>
                  <a:lnTo>
                    <a:pt x="1682" y="2069"/>
                  </a:lnTo>
                  <a:lnTo>
                    <a:pt x="1682" y="0"/>
                  </a:lnTo>
                  <a:close/>
                </a:path>
              </a:pathLst>
            </a:custGeom>
            <a:gradFill flip="none" rotWithShape="1">
              <a:gsLst>
                <a:gs pos="0">
                  <a:schemeClr val="bg1">
                    <a:alpha val="30000"/>
                  </a:schemeClr>
                </a:gs>
                <a:gs pos="23000">
                  <a:schemeClr val="bg1">
                    <a:alpha val="20000"/>
                  </a:schemeClr>
                </a:gs>
                <a:gs pos="100000">
                  <a:schemeClr val="bg1">
                    <a:alpha val="0"/>
                  </a:schemeClr>
                </a:gs>
              </a:gsLst>
              <a:lin ang="8100000" scaled="1"/>
              <a:tileRect/>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cs typeface="+mn-ea"/>
                <a:sym typeface="+mn-lt"/>
              </a:endParaRPr>
            </a:p>
          </p:txBody>
        </p:sp>
      </p:grpSp>
      <p:grpSp>
        <p:nvGrpSpPr>
          <p:cNvPr id="25" name="组合 24">
            <a:extLst>
              <a:ext uri="{FF2B5EF4-FFF2-40B4-BE49-F238E27FC236}">
                <a16:creationId xmlns:a16="http://schemas.microsoft.com/office/drawing/2014/main" id="{889C1E6E-4AD0-4228-B77A-403FF94698FE}"/>
              </a:ext>
            </a:extLst>
          </p:cNvPr>
          <p:cNvGrpSpPr/>
          <p:nvPr/>
        </p:nvGrpSpPr>
        <p:grpSpPr>
          <a:xfrm>
            <a:off x="6987684" y="2202268"/>
            <a:ext cx="4229941" cy="960823"/>
            <a:chOff x="2486796" y="2343753"/>
            <a:chExt cx="4229941" cy="960823"/>
          </a:xfrm>
        </p:grpSpPr>
        <p:sp>
          <p:nvSpPr>
            <p:cNvPr id="27" name="文本框 26">
              <a:extLst>
                <a:ext uri="{FF2B5EF4-FFF2-40B4-BE49-F238E27FC236}">
                  <a16:creationId xmlns:a16="http://schemas.microsoft.com/office/drawing/2014/main" id="{64D8B502-F78E-45AA-AD50-072719071738}"/>
                </a:ext>
              </a:extLst>
            </p:cNvPr>
            <p:cNvSpPr txBox="1"/>
            <p:nvPr/>
          </p:nvSpPr>
          <p:spPr>
            <a:xfrm>
              <a:off x="2486796" y="2343753"/>
              <a:ext cx="3585789" cy="369332"/>
            </a:xfrm>
            <a:prstGeom prst="rect">
              <a:avLst/>
            </a:prstGeom>
            <a:noFill/>
          </p:spPr>
          <p:txBody>
            <a:bodyPr wrap="square" rtlCol="0">
              <a:spAutoFit/>
              <a:scene3d>
                <a:camera prst="orthographicFront"/>
                <a:lightRig rig="threePt" dir="t"/>
              </a:scene3d>
              <a:sp3d contourW="12700"/>
            </a:bodyPr>
            <a:lstStyle/>
            <a:p>
              <a:r>
                <a:rPr lang="zh-CN" altLang="en-US" b="1" dirty="0">
                  <a:solidFill>
                    <a:schemeClr val="tx1">
                      <a:lumMod val="75000"/>
                      <a:lumOff val="25000"/>
                    </a:schemeClr>
                  </a:solidFill>
                  <a:cs typeface="+mn-ea"/>
                  <a:sym typeface="+mn-lt"/>
                </a:rPr>
                <a:t>工作内容情况一</a:t>
              </a:r>
            </a:p>
          </p:txBody>
        </p:sp>
        <p:sp>
          <p:nvSpPr>
            <p:cNvPr id="28" name="文本框 27">
              <a:extLst>
                <a:ext uri="{FF2B5EF4-FFF2-40B4-BE49-F238E27FC236}">
                  <a16:creationId xmlns:a16="http://schemas.microsoft.com/office/drawing/2014/main" id="{D78982B0-E737-446A-B1D0-F5541097A91E}"/>
                </a:ext>
              </a:extLst>
            </p:cNvPr>
            <p:cNvSpPr txBox="1"/>
            <p:nvPr/>
          </p:nvSpPr>
          <p:spPr>
            <a:xfrm>
              <a:off x="2486796" y="2687228"/>
              <a:ext cx="4229941" cy="617348"/>
            </a:xfrm>
            <a:prstGeom prst="rect">
              <a:avLst/>
            </a:prstGeom>
            <a:noFill/>
          </p:spPr>
          <p:txBody>
            <a:bodyPr wrap="square" rtlCol="0">
              <a:spAutoFit/>
              <a:scene3d>
                <a:camera prst="orthographicFront"/>
                <a:lightRig rig="threePt" dir="t"/>
              </a:scene3d>
              <a:sp3d contourW="12700"/>
            </a:bodyPr>
            <a:lstStyle/>
            <a:p>
              <a:pPr>
                <a:lnSpc>
                  <a:spcPct val="150000"/>
                </a:lnSpc>
              </a:pPr>
              <a:r>
                <a:rPr lang="zh-CN" altLang="en-US" sz="1200" dirty="0">
                  <a:solidFill>
                    <a:schemeClr val="bg1">
                      <a:lumMod val="50000"/>
                    </a:schemeClr>
                  </a:solidFill>
                  <a:cs typeface="+mn-ea"/>
                  <a:sym typeface="+mn-lt"/>
                </a:rPr>
                <a:t>请将您的内容打在这里，或者通过复制您的文本后，在此框中选择粘贴，并选择只保留文字，且尽可能精简</a:t>
              </a:r>
              <a:r>
                <a:rPr lang="en-US" altLang="zh-CN" sz="1200" dirty="0">
                  <a:solidFill>
                    <a:schemeClr val="bg1">
                      <a:lumMod val="50000"/>
                    </a:schemeClr>
                  </a:solidFill>
                  <a:cs typeface="+mn-ea"/>
                  <a:sym typeface="+mn-lt"/>
                </a:rPr>
                <a:t>.</a:t>
              </a:r>
            </a:p>
          </p:txBody>
        </p:sp>
      </p:grpSp>
      <p:sp>
        <p:nvSpPr>
          <p:cNvPr id="29" name="椭圆 38">
            <a:extLst>
              <a:ext uri="{FF2B5EF4-FFF2-40B4-BE49-F238E27FC236}">
                <a16:creationId xmlns:a16="http://schemas.microsoft.com/office/drawing/2014/main" id="{2EBD1B7F-23E5-407E-99CF-37F4E1A61DEA}"/>
              </a:ext>
            </a:extLst>
          </p:cNvPr>
          <p:cNvSpPr/>
          <p:nvPr/>
        </p:nvSpPr>
        <p:spPr>
          <a:xfrm>
            <a:off x="6468587" y="2268607"/>
            <a:ext cx="394467" cy="317917"/>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zh-CN" altLang="en-US" dirty="0">
              <a:cs typeface="+mn-ea"/>
              <a:sym typeface="+mn-lt"/>
            </a:endParaRPr>
          </a:p>
        </p:txBody>
      </p:sp>
      <p:grpSp>
        <p:nvGrpSpPr>
          <p:cNvPr id="30" name="组合 29">
            <a:extLst>
              <a:ext uri="{FF2B5EF4-FFF2-40B4-BE49-F238E27FC236}">
                <a16:creationId xmlns:a16="http://schemas.microsoft.com/office/drawing/2014/main" id="{9EFBC58F-B9C6-4394-8163-9CCB1DD9688E}"/>
              </a:ext>
            </a:extLst>
          </p:cNvPr>
          <p:cNvGrpSpPr/>
          <p:nvPr/>
        </p:nvGrpSpPr>
        <p:grpSpPr>
          <a:xfrm>
            <a:off x="6987684" y="3531703"/>
            <a:ext cx="4229941" cy="960823"/>
            <a:chOff x="2486796" y="2343753"/>
            <a:chExt cx="4229941" cy="960823"/>
          </a:xfrm>
        </p:grpSpPr>
        <p:sp>
          <p:nvSpPr>
            <p:cNvPr id="31" name="文本框 30">
              <a:extLst>
                <a:ext uri="{FF2B5EF4-FFF2-40B4-BE49-F238E27FC236}">
                  <a16:creationId xmlns:a16="http://schemas.microsoft.com/office/drawing/2014/main" id="{460E6644-C0BB-470D-B23D-23D58337494A}"/>
                </a:ext>
              </a:extLst>
            </p:cNvPr>
            <p:cNvSpPr txBox="1"/>
            <p:nvPr/>
          </p:nvSpPr>
          <p:spPr>
            <a:xfrm>
              <a:off x="2486796" y="2343753"/>
              <a:ext cx="3585789" cy="369332"/>
            </a:xfrm>
            <a:prstGeom prst="rect">
              <a:avLst/>
            </a:prstGeom>
            <a:noFill/>
          </p:spPr>
          <p:txBody>
            <a:bodyPr wrap="square" rtlCol="0">
              <a:spAutoFit/>
              <a:scene3d>
                <a:camera prst="orthographicFront"/>
                <a:lightRig rig="threePt" dir="t"/>
              </a:scene3d>
              <a:sp3d contourW="12700"/>
            </a:bodyPr>
            <a:lstStyle/>
            <a:p>
              <a:r>
                <a:rPr lang="zh-CN" altLang="en-US" b="1" dirty="0">
                  <a:solidFill>
                    <a:schemeClr val="tx1">
                      <a:lumMod val="75000"/>
                      <a:lumOff val="25000"/>
                    </a:schemeClr>
                  </a:solidFill>
                  <a:cs typeface="+mn-ea"/>
                  <a:sym typeface="+mn-lt"/>
                </a:rPr>
                <a:t>工作内容情况二</a:t>
              </a:r>
            </a:p>
          </p:txBody>
        </p:sp>
        <p:sp>
          <p:nvSpPr>
            <p:cNvPr id="32" name="文本框 31">
              <a:extLst>
                <a:ext uri="{FF2B5EF4-FFF2-40B4-BE49-F238E27FC236}">
                  <a16:creationId xmlns:a16="http://schemas.microsoft.com/office/drawing/2014/main" id="{C72D5518-FD12-42F6-B294-3B373E8B4DFE}"/>
                </a:ext>
              </a:extLst>
            </p:cNvPr>
            <p:cNvSpPr txBox="1"/>
            <p:nvPr/>
          </p:nvSpPr>
          <p:spPr>
            <a:xfrm>
              <a:off x="2486796" y="2687228"/>
              <a:ext cx="4229941" cy="617348"/>
            </a:xfrm>
            <a:prstGeom prst="rect">
              <a:avLst/>
            </a:prstGeom>
            <a:noFill/>
          </p:spPr>
          <p:txBody>
            <a:bodyPr wrap="square" rtlCol="0">
              <a:spAutoFit/>
              <a:scene3d>
                <a:camera prst="orthographicFront"/>
                <a:lightRig rig="threePt" dir="t"/>
              </a:scene3d>
              <a:sp3d contourW="12700"/>
            </a:bodyPr>
            <a:lstStyle/>
            <a:p>
              <a:pPr>
                <a:lnSpc>
                  <a:spcPct val="150000"/>
                </a:lnSpc>
              </a:pPr>
              <a:r>
                <a:rPr lang="zh-CN" altLang="en-US" sz="1200" dirty="0">
                  <a:solidFill>
                    <a:schemeClr val="bg1">
                      <a:lumMod val="50000"/>
                    </a:schemeClr>
                  </a:solidFill>
                  <a:cs typeface="+mn-ea"/>
                  <a:sym typeface="+mn-lt"/>
                </a:rPr>
                <a:t>请将您的内容打在这里，或者通过复制您的文本后，在此框中选择粘贴，并选择只保留文字，且尽可能精简</a:t>
              </a:r>
              <a:r>
                <a:rPr lang="en-US" altLang="zh-CN" sz="1200" dirty="0">
                  <a:solidFill>
                    <a:schemeClr val="bg1">
                      <a:lumMod val="50000"/>
                    </a:schemeClr>
                  </a:solidFill>
                  <a:cs typeface="+mn-ea"/>
                  <a:sym typeface="+mn-lt"/>
                </a:rPr>
                <a:t>.</a:t>
              </a:r>
            </a:p>
          </p:txBody>
        </p:sp>
      </p:grpSp>
      <p:grpSp>
        <p:nvGrpSpPr>
          <p:cNvPr id="33" name="组合 32">
            <a:extLst>
              <a:ext uri="{FF2B5EF4-FFF2-40B4-BE49-F238E27FC236}">
                <a16:creationId xmlns:a16="http://schemas.microsoft.com/office/drawing/2014/main" id="{3CC1D8F1-6556-4AAC-9584-317CFC249A9D}"/>
              </a:ext>
            </a:extLst>
          </p:cNvPr>
          <p:cNvGrpSpPr/>
          <p:nvPr/>
        </p:nvGrpSpPr>
        <p:grpSpPr>
          <a:xfrm>
            <a:off x="6987684" y="4861138"/>
            <a:ext cx="4229941" cy="960823"/>
            <a:chOff x="2486796" y="2343753"/>
            <a:chExt cx="4229941" cy="960823"/>
          </a:xfrm>
        </p:grpSpPr>
        <p:sp>
          <p:nvSpPr>
            <p:cNvPr id="34" name="文本框 33">
              <a:extLst>
                <a:ext uri="{FF2B5EF4-FFF2-40B4-BE49-F238E27FC236}">
                  <a16:creationId xmlns:a16="http://schemas.microsoft.com/office/drawing/2014/main" id="{17C80C2C-A245-412C-ABD2-ED997871552E}"/>
                </a:ext>
              </a:extLst>
            </p:cNvPr>
            <p:cNvSpPr txBox="1"/>
            <p:nvPr/>
          </p:nvSpPr>
          <p:spPr>
            <a:xfrm>
              <a:off x="2486796" y="2343753"/>
              <a:ext cx="3585789" cy="369332"/>
            </a:xfrm>
            <a:prstGeom prst="rect">
              <a:avLst/>
            </a:prstGeom>
            <a:noFill/>
          </p:spPr>
          <p:txBody>
            <a:bodyPr wrap="square" rtlCol="0">
              <a:spAutoFit/>
              <a:scene3d>
                <a:camera prst="orthographicFront"/>
                <a:lightRig rig="threePt" dir="t"/>
              </a:scene3d>
              <a:sp3d contourW="12700"/>
            </a:bodyPr>
            <a:lstStyle/>
            <a:p>
              <a:r>
                <a:rPr lang="zh-CN" altLang="en-US" b="1" dirty="0">
                  <a:solidFill>
                    <a:schemeClr val="tx1">
                      <a:lumMod val="75000"/>
                      <a:lumOff val="25000"/>
                    </a:schemeClr>
                  </a:solidFill>
                  <a:cs typeface="+mn-ea"/>
                  <a:sym typeface="+mn-lt"/>
                </a:rPr>
                <a:t>工作内容情况三</a:t>
              </a:r>
            </a:p>
          </p:txBody>
        </p:sp>
        <p:sp>
          <p:nvSpPr>
            <p:cNvPr id="35" name="文本框 34">
              <a:extLst>
                <a:ext uri="{FF2B5EF4-FFF2-40B4-BE49-F238E27FC236}">
                  <a16:creationId xmlns:a16="http://schemas.microsoft.com/office/drawing/2014/main" id="{DC25CA9D-FF8C-47BD-B52C-6B9EAF1ABAE6}"/>
                </a:ext>
              </a:extLst>
            </p:cNvPr>
            <p:cNvSpPr txBox="1"/>
            <p:nvPr/>
          </p:nvSpPr>
          <p:spPr>
            <a:xfrm>
              <a:off x="2486796" y="2687228"/>
              <a:ext cx="4229941" cy="617348"/>
            </a:xfrm>
            <a:prstGeom prst="rect">
              <a:avLst/>
            </a:prstGeom>
            <a:noFill/>
          </p:spPr>
          <p:txBody>
            <a:bodyPr wrap="square" rtlCol="0">
              <a:spAutoFit/>
              <a:scene3d>
                <a:camera prst="orthographicFront"/>
                <a:lightRig rig="threePt" dir="t"/>
              </a:scene3d>
              <a:sp3d contourW="12700"/>
            </a:bodyPr>
            <a:lstStyle/>
            <a:p>
              <a:pPr>
                <a:lnSpc>
                  <a:spcPct val="150000"/>
                </a:lnSpc>
              </a:pPr>
              <a:r>
                <a:rPr lang="zh-CN" altLang="en-US" sz="1200" dirty="0">
                  <a:solidFill>
                    <a:schemeClr val="bg1">
                      <a:lumMod val="50000"/>
                    </a:schemeClr>
                  </a:solidFill>
                  <a:cs typeface="+mn-ea"/>
                  <a:sym typeface="+mn-lt"/>
                </a:rPr>
                <a:t>请将您的内容打在这里，或者通过复制您的文本后，在此框中选择粘贴，并选择只保留文字，且尽可能精简</a:t>
              </a:r>
              <a:r>
                <a:rPr lang="en-US" altLang="zh-CN" sz="1200" dirty="0">
                  <a:solidFill>
                    <a:schemeClr val="bg1">
                      <a:lumMod val="50000"/>
                    </a:schemeClr>
                  </a:solidFill>
                  <a:cs typeface="+mn-ea"/>
                  <a:sym typeface="+mn-lt"/>
                </a:rPr>
                <a:t>.</a:t>
              </a:r>
            </a:p>
          </p:txBody>
        </p:sp>
      </p:grpSp>
      <p:grpSp>
        <p:nvGrpSpPr>
          <p:cNvPr id="37" name="组合 36">
            <a:extLst>
              <a:ext uri="{FF2B5EF4-FFF2-40B4-BE49-F238E27FC236}">
                <a16:creationId xmlns:a16="http://schemas.microsoft.com/office/drawing/2014/main" id="{902BB051-9727-4340-88AF-FCA3DA3A99B6}"/>
              </a:ext>
            </a:extLst>
          </p:cNvPr>
          <p:cNvGrpSpPr/>
          <p:nvPr/>
        </p:nvGrpSpPr>
        <p:grpSpPr>
          <a:xfrm>
            <a:off x="6657916" y="3281654"/>
            <a:ext cx="4488460" cy="1333500"/>
            <a:chOff x="6153150" y="3105150"/>
            <a:chExt cx="4488460" cy="1333500"/>
          </a:xfrm>
        </p:grpSpPr>
        <p:cxnSp>
          <p:nvCxnSpPr>
            <p:cNvPr id="38" name="直接连接符 37">
              <a:extLst>
                <a:ext uri="{FF2B5EF4-FFF2-40B4-BE49-F238E27FC236}">
                  <a16:creationId xmlns:a16="http://schemas.microsoft.com/office/drawing/2014/main" id="{7196D59D-BF08-4A77-8770-248F77EB483F}"/>
                </a:ext>
              </a:extLst>
            </p:cNvPr>
            <p:cNvCxnSpPr>
              <a:cxnSpLocks/>
            </p:cNvCxnSpPr>
            <p:nvPr/>
          </p:nvCxnSpPr>
          <p:spPr>
            <a:xfrm>
              <a:off x="6153150" y="3105150"/>
              <a:ext cx="4488460" cy="0"/>
            </a:xfrm>
            <a:prstGeom prst="line">
              <a:avLst/>
            </a:prstGeom>
            <a:ln>
              <a:solidFill>
                <a:schemeClr val="bg1">
                  <a:lumMod val="75000"/>
                </a:schemeClr>
              </a:solidFill>
              <a:prstDash val="sysDash"/>
              <a:headEnd type="oval"/>
              <a:tailEnd type="ova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54EE9A76-59E8-4B5C-892F-DACADD0C4888}"/>
                </a:ext>
              </a:extLst>
            </p:cNvPr>
            <p:cNvCxnSpPr>
              <a:cxnSpLocks/>
            </p:cNvCxnSpPr>
            <p:nvPr/>
          </p:nvCxnSpPr>
          <p:spPr>
            <a:xfrm>
              <a:off x="6153150" y="4438650"/>
              <a:ext cx="4488460" cy="0"/>
            </a:xfrm>
            <a:prstGeom prst="line">
              <a:avLst/>
            </a:prstGeom>
            <a:ln>
              <a:solidFill>
                <a:schemeClr val="bg1">
                  <a:lumMod val="75000"/>
                </a:schemeClr>
              </a:solidFill>
              <a:prstDash val="sysDash"/>
              <a:headEnd type="oval"/>
              <a:tailEnd type="oval"/>
            </a:ln>
          </p:spPr>
          <p:style>
            <a:lnRef idx="1">
              <a:schemeClr val="accent1"/>
            </a:lnRef>
            <a:fillRef idx="0">
              <a:schemeClr val="accent1"/>
            </a:fillRef>
            <a:effectRef idx="0">
              <a:schemeClr val="accent1"/>
            </a:effectRef>
            <a:fontRef idx="minor">
              <a:schemeClr val="tx1"/>
            </a:fontRef>
          </p:style>
        </p:cxnSp>
      </p:grpSp>
      <p:sp>
        <p:nvSpPr>
          <p:cNvPr id="40" name="Freeform 15">
            <a:extLst>
              <a:ext uri="{FF2B5EF4-FFF2-40B4-BE49-F238E27FC236}">
                <a16:creationId xmlns:a16="http://schemas.microsoft.com/office/drawing/2014/main" id="{74BF0D7C-25BA-4C7B-B3BA-3CFA320CD77F}"/>
              </a:ext>
            </a:extLst>
          </p:cNvPr>
          <p:cNvSpPr>
            <a:spLocks noEditPoints="1"/>
          </p:cNvSpPr>
          <p:nvPr/>
        </p:nvSpPr>
        <p:spPr bwMode="auto">
          <a:xfrm>
            <a:off x="6472466" y="3599075"/>
            <a:ext cx="370900" cy="317916"/>
          </a:xfrm>
          <a:custGeom>
            <a:avLst/>
            <a:gdLst>
              <a:gd name="T0" fmla="*/ 4 w 94"/>
              <a:gd name="T1" fmla="*/ 19 h 81"/>
              <a:gd name="T2" fmla="*/ 46 w 94"/>
              <a:gd name="T3" fmla="*/ 19 h 81"/>
              <a:gd name="T4" fmla="*/ 50 w 94"/>
              <a:gd name="T5" fmla="*/ 16 h 81"/>
              <a:gd name="T6" fmla="*/ 73 w 94"/>
              <a:gd name="T7" fmla="*/ 0 h 81"/>
              <a:gd name="T8" fmla="*/ 73 w 94"/>
              <a:gd name="T9" fmla="*/ 33 h 81"/>
              <a:gd name="T10" fmla="*/ 73 w 94"/>
              <a:gd name="T11" fmla="*/ 66 h 81"/>
              <a:gd name="T12" fmla="*/ 50 w 94"/>
              <a:gd name="T13" fmla="*/ 49 h 81"/>
              <a:gd name="T14" fmla="*/ 46 w 94"/>
              <a:gd name="T15" fmla="*/ 47 h 81"/>
              <a:gd name="T16" fmla="*/ 33 w 94"/>
              <a:gd name="T17" fmla="*/ 47 h 81"/>
              <a:gd name="T18" fmla="*/ 40 w 94"/>
              <a:gd name="T19" fmla="*/ 70 h 81"/>
              <a:gd name="T20" fmla="*/ 45 w 94"/>
              <a:gd name="T21" fmla="*/ 70 h 81"/>
              <a:gd name="T22" fmla="*/ 45 w 94"/>
              <a:gd name="T23" fmla="*/ 81 h 81"/>
              <a:gd name="T24" fmla="*/ 43 w 94"/>
              <a:gd name="T25" fmla="*/ 81 h 81"/>
              <a:gd name="T26" fmla="*/ 21 w 94"/>
              <a:gd name="T27" fmla="*/ 81 h 81"/>
              <a:gd name="T28" fmla="*/ 11 w 94"/>
              <a:gd name="T29" fmla="*/ 47 h 81"/>
              <a:gd name="T30" fmla="*/ 4 w 94"/>
              <a:gd name="T31" fmla="*/ 47 h 81"/>
              <a:gd name="T32" fmla="*/ 4 w 94"/>
              <a:gd name="T33" fmla="*/ 19 h 81"/>
              <a:gd name="T34" fmla="*/ 87 w 94"/>
              <a:gd name="T35" fmla="*/ 23 h 81"/>
              <a:gd name="T36" fmla="*/ 94 w 94"/>
              <a:gd name="T37" fmla="*/ 33 h 81"/>
              <a:gd name="T38" fmla="*/ 87 w 94"/>
              <a:gd name="T39" fmla="*/ 43 h 81"/>
              <a:gd name="T40" fmla="*/ 87 w 94"/>
              <a:gd name="T41" fmla="*/ 66 h 81"/>
              <a:gd name="T42" fmla="*/ 78 w 94"/>
              <a:gd name="T43" fmla="*/ 66 h 81"/>
              <a:gd name="T44" fmla="*/ 78 w 94"/>
              <a:gd name="T45" fmla="*/ 0 h 81"/>
              <a:gd name="T46" fmla="*/ 87 w 94"/>
              <a:gd name="T47" fmla="*/ 0 h 81"/>
              <a:gd name="T48" fmla="*/ 87 w 94"/>
              <a:gd name="T49" fmla="*/ 23 h 81"/>
              <a:gd name="T50" fmla="*/ 46 w 94"/>
              <a:gd name="T51" fmla="*/ 49 h 81"/>
              <a:gd name="T52" fmla="*/ 37 w 94"/>
              <a:gd name="T53" fmla="*/ 49 h 81"/>
              <a:gd name="T54" fmla="*/ 40 w 94"/>
              <a:gd name="T55" fmla="*/ 61 h 81"/>
              <a:gd name="T56" fmla="*/ 43 w 94"/>
              <a:gd name="T57" fmla="*/ 61 h 81"/>
              <a:gd name="T58" fmla="*/ 43 w 94"/>
              <a:gd name="T59" fmla="*/ 57 h 81"/>
              <a:gd name="T60" fmla="*/ 46 w 94"/>
              <a:gd name="T61" fmla="*/ 49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94" h="81">
                <a:moveTo>
                  <a:pt x="4" y="19"/>
                </a:moveTo>
                <a:cubicBezTo>
                  <a:pt x="46" y="19"/>
                  <a:pt x="46" y="19"/>
                  <a:pt x="46" y="19"/>
                </a:cubicBezTo>
                <a:cubicBezTo>
                  <a:pt x="50" y="16"/>
                  <a:pt x="50" y="16"/>
                  <a:pt x="50" y="16"/>
                </a:cubicBezTo>
                <a:cubicBezTo>
                  <a:pt x="73" y="0"/>
                  <a:pt x="73" y="0"/>
                  <a:pt x="73" y="0"/>
                </a:cubicBezTo>
                <a:cubicBezTo>
                  <a:pt x="73" y="33"/>
                  <a:pt x="73" y="33"/>
                  <a:pt x="73" y="33"/>
                </a:cubicBezTo>
                <a:cubicBezTo>
                  <a:pt x="73" y="66"/>
                  <a:pt x="73" y="66"/>
                  <a:pt x="73" y="66"/>
                </a:cubicBezTo>
                <a:cubicBezTo>
                  <a:pt x="50" y="49"/>
                  <a:pt x="50" y="49"/>
                  <a:pt x="50" y="49"/>
                </a:cubicBezTo>
                <a:cubicBezTo>
                  <a:pt x="46" y="47"/>
                  <a:pt x="46" y="47"/>
                  <a:pt x="46" y="47"/>
                </a:cubicBezTo>
                <a:cubicBezTo>
                  <a:pt x="33" y="47"/>
                  <a:pt x="33" y="47"/>
                  <a:pt x="33" y="47"/>
                </a:cubicBezTo>
                <a:cubicBezTo>
                  <a:pt x="40" y="70"/>
                  <a:pt x="40" y="70"/>
                  <a:pt x="40" y="70"/>
                </a:cubicBezTo>
                <a:cubicBezTo>
                  <a:pt x="45" y="70"/>
                  <a:pt x="45" y="70"/>
                  <a:pt x="45" y="70"/>
                </a:cubicBezTo>
                <a:cubicBezTo>
                  <a:pt x="45" y="81"/>
                  <a:pt x="45" y="81"/>
                  <a:pt x="45" y="81"/>
                </a:cubicBezTo>
                <a:cubicBezTo>
                  <a:pt x="43" y="81"/>
                  <a:pt x="43" y="81"/>
                  <a:pt x="43" y="81"/>
                </a:cubicBezTo>
                <a:cubicBezTo>
                  <a:pt x="21" y="81"/>
                  <a:pt x="21" y="81"/>
                  <a:pt x="21" y="81"/>
                </a:cubicBezTo>
                <a:cubicBezTo>
                  <a:pt x="11" y="47"/>
                  <a:pt x="11" y="47"/>
                  <a:pt x="11" y="47"/>
                </a:cubicBezTo>
                <a:cubicBezTo>
                  <a:pt x="4" y="47"/>
                  <a:pt x="4" y="47"/>
                  <a:pt x="4" y="47"/>
                </a:cubicBezTo>
                <a:cubicBezTo>
                  <a:pt x="0" y="37"/>
                  <a:pt x="0" y="28"/>
                  <a:pt x="4" y="19"/>
                </a:cubicBezTo>
                <a:close/>
                <a:moveTo>
                  <a:pt x="87" y="23"/>
                </a:moveTo>
                <a:cubicBezTo>
                  <a:pt x="91" y="24"/>
                  <a:pt x="94" y="28"/>
                  <a:pt x="94" y="33"/>
                </a:cubicBezTo>
                <a:cubicBezTo>
                  <a:pt x="94" y="38"/>
                  <a:pt x="91" y="42"/>
                  <a:pt x="87" y="43"/>
                </a:cubicBezTo>
                <a:cubicBezTo>
                  <a:pt x="87" y="66"/>
                  <a:pt x="87" y="66"/>
                  <a:pt x="87" y="66"/>
                </a:cubicBezTo>
                <a:cubicBezTo>
                  <a:pt x="78" y="66"/>
                  <a:pt x="78" y="66"/>
                  <a:pt x="78" y="66"/>
                </a:cubicBezTo>
                <a:cubicBezTo>
                  <a:pt x="78" y="0"/>
                  <a:pt x="78" y="0"/>
                  <a:pt x="78" y="0"/>
                </a:cubicBezTo>
                <a:cubicBezTo>
                  <a:pt x="87" y="0"/>
                  <a:pt x="87" y="0"/>
                  <a:pt x="87" y="0"/>
                </a:cubicBezTo>
                <a:cubicBezTo>
                  <a:pt x="87" y="23"/>
                  <a:pt x="87" y="23"/>
                  <a:pt x="87" y="23"/>
                </a:cubicBezTo>
                <a:close/>
                <a:moveTo>
                  <a:pt x="46" y="49"/>
                </a:moveTo>
                <a:cubicBezTo>
                  <a:pt x="37" y="49"/>
                  <a:pt x="37" y="49"/>
                  <a:pt x="37" y="49"/>
                </a:cubicBezTo>
                <a:cubicBezTo>
                  <a:pt x="40" y="61"/>
                  <a:pt x="40" y="61"/>
                  <a:pt x="40" y="61"/>
                </a:cubicBezTo>
                <a:cubicBezTo>
                  <a:pt x="43" y="61"/>
                  <a:pt x="43" y="61"/>
                  <a:pt x="43" y="61"/>
                </a:cubicBezTo>
                <a:cubicBezTo>
                  <a:pt x="43" y="57"/>
                  <a:pt x="43" y="57"/>
                  <a:pt x="43" y="57"/>
                </a:cubicBezTo>
                <a:lnTo>
                  <a:pt x="46" y="49"/>
                </a:lnTo>
                <a:close/>
              </a:path>
            </a:pathLst>
          </a:custGeom>
          <a:solidFill>
            <a:schemeClr val="accent2"/>
          </a:solidFill>
          <a:ln>
            <a:noFill/>
          </a:ln>
        </p:spPr>
        <p:txBody>
          <a:bodyPr vert="horz" wrap="square" lIns="83743" tIns="41872" rIns="83743" bIns="41872"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ct val="0"/>
              </a:spcBef>
              <a:spcAft>
                <a:spcPct val="0"/>
              </a:spcAft>
              <a:buClrTx/>
              <a:buSzTx/>
              <a:buFontTx/>
              <a:buNone/>
              <a:tabLst/>
              <a:defRPr/>
            </a:pPr>
            <a:endParaRPr kumimoji="0" lang="zh-CN" altLang="en-US" sz="900" b="0" i="0" u="none" strike="noStrike" kern="1200" cap="none" spc="0" normalizeH="0" baseline="0" noProof="0" dirty="0">
              <a:ln>
                <a:noFill/>
              </a:ln>
              <a:solidFill>
                <a:prstClr val="black"/>
              </a:solidFill>
              <a:effectLst/>
              <a:uLnTx/>
              <a:uFillTx/>
              <a:cs typeface="+mn-ea"/>
              <a:sym typeface="+mn-lt"/>
            </a:endParaRPr>
          </a:p>
        </p:txBody>
      </p:sp>
      <p:sp>
        <p:nvSpPr>
          <p:cNvPr id="41" name="Freeform 17">
            <a:extLst>
              <a:ext uri="{FF2B5EF4-FFF2-40B4-BE49-F238E27FC236}">
                <a16:creationId xmlns:a16="http://schemas.microsoft.com/office/drawing/2014/main" id="{6F0F4904-4AE1-4A20-913A-CE8FF9832631}"/>
              </a:ext>
            </a:extLst>
          </p:cNvPr>
          <p:cNvSpPr>
            <a:spLocks noEditPoints="1"/>
          </p:cNvSpPr>
          <p:nvPr/>
        </p:nvSpPr>
        <p:spPr bwMode="auto">
          <a:xfrm>
            <a:off x="6439615" y="4870242"/>
            <a:ext cx="365897" cy="369333"/>
          </a:xfrm>
          <a:custGeom>
            <a:avLst/>
            <a:gdLst>
              <a:gd name="T0" fmla="*/ 49 w 99"/>
              <a:gd name="T1" fmla="*/ 0 h 100"/>
              <a:gd name="T2" fmla="*/ 99 w 99"/>
              <a:gd name="T3" fmla="*/ 50 h 100"/>
              <a:gd name="T4" fmla="*/ 49 w 99"/>
              <a:gd name="T5" fmla="*/ 100 h 100"/>
              <a:gd name="T6" fmla="*/ 0 w 99"/>
              <a:gd name="T7" fmla="*/ 50 h 100"/>
              <a:gd name="T8" fmla="*/ 49 w 99"/>
              <a:gd name="T9" fmla="*/ 0 h 100"/>
              <a:gd name="T10" fmla="*/ 45 w 99"/>
              <a:gd name="T11" fmla="*/ 15 h 100"/>
              <a:gd name="T12" fmla="*/ 45 w 99"/>
              <a:gd name="T13" fmla="*/ 44 h 100"/>
              <a:gd name="T14" fmla="*/ 54 w 99"/>
              <a:gd name="T15" fmla="*/ 44 h 100"/>
              <a:gd name="T16" fmla="*/ 54 w 99"/>
              <a:gd name="T17" fmla="*/ 15 h 100"/>
              <a:gd name="T18" fmla="*/ 45 w 99"/>
              <a:gd name="T19" fmla="*/ 15 h 100"/>
              <a:gd name="T20" fmla="*/ 67 w 99"/>
              <a:gd name="T21" fmla="*/ 24 h 100"/>
              <a:gd name="T22" fmla="*/ 61 w 99"/>
              <a:gd name="T23" fmla="*/ 32 h 100"/>
              <a:gd name="T24" fmla="*/ 64 w 99"/>
              <a:gd name="T25" fmla="*/ 35 h 100"/>
              <a:gd name="T26" fmla="*/ 70 w 99"/>
              <a:gd name="T27" fmla="*/ 50 h 100"/>
              <a:gd name="T28" fmla="*/ 64 w 99"/>
              <a:gd name="T29" fmla="*/ 65 h 100"/>
              <a:gd name="T30" fmla="*/ 49 w 99"/>
              <a:gd name="T31" fmla="*/ 71 h 100"/>
              <a:gd name="T32" fmla="*/ 35 w 99"/>
              <a:gd name="T33" fmla="*/ 65 h 100"/>
              <a:gd name="T34" fmla="*/ 28 w 99"/>
              <a:gd name="T35" fmla="*/ 50 h 100"/>
              <a:gd name="T36" fmla="*/ 35 w 99"/>
              <a:gd name="T37" fmla="*/ 35 h 100"/>
              <a:gd name="T38" fmla="*/ 37 w 99"/>
              <a:gd name="T39" fmla="*/ 32 h 100"/>
              <a:gd name="T40" fmla="*/ 31 w 99"/>
              <a:gd name="T41" fmla="*/ 24 h 100"/>
              <a:gd name="T42" fmla="*/ 27 w 99"/>
              <a:gd name="T43" fmla="*/ 28 h 100"/>
              <a:gd name="T44" fmla="*/ 18 w 99"/>
              <a:gd name="T45" fmla="*/ 50 h 100"/>
              <a:gd name="T46" fmla="*/ 27 w 99"/>
              <a:gd name="T47" fmla="*/ 72 h 100"/>
              <a:gd name="T48" fmla="*/ 49 w 99"/>
              <a:gd name="T49" fmla="*/ 81 h 100"/>
              <a:gd name="T50" fmla="*/ 72 w 99"/>
              <a:gd name="T51" fmla="*/ 72 h 100"/>
              <a:gd name="T52" fmla="*/ 81 w 99"/>
              <a:gd name="T53" fmla="*/ 50 h 100"/>
              <a:gd name="T54" fmla="*/ 72 w 99"/>
              <a:gd name="T55" fmla="*/ 28 h 100"/>
              <a:gd name="T56" fmla="*/ 67 w 99"/>
              <a:gd name="T57" fmla="*/ 24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99" h="100">
                <a:moveTo>
                  <a:pt x="49" y="0"/>
                </a:moveTo>
                <a:cubicBezTo>
                  <a:pt x="77" y="0"/>
                  <a:pt x="99" y="22"/>
                  <a:pt x="99" y="50"/>
                </a:cubicBezTo>
                <a:cubicBezTo>
                  <a:pt x="99" y="77"/>
                  <a:pt x="77" y="100"/>
                  <a:pt x="49" y="100"/>
                </a:cubicBezTo>
                <a:cubicBezTo>
                  <a:pt x="22" y="100"/>
                  <a:pt x="0" y="77"/>
                  <a:pt x="0" y="50"/>
                </a:cubicBezTo>
                <a:cubicBezTo>
                  <a:pt x="0" y="22"/>
                  <a:pt x="22" y="0"/>
                  <a:pt x="49" y="0"/>
                </a:cubicBezTo>
                <a:close/>
                <a:moveTo>
                  <a:pt x="45" y="15"/>
                </a:moveTo>
                <a:cubicBezTo>
                  <a:pt x="45" y="44"/>
                  <a:pt x="45" y="44"/>
                  <a:pt x="45" y="44"/>
                </a:cubicBezTo>
                <a:cubicBezTo>
                  <a:pt x="54" y="44"/>
                  <a:pt x="54" y="44"/>
                  <a:pt x="54" y="44"/>
                </a:cubicBezTo>
                <a:cubicBezTo>
                  <a:pt x="54" y="15"/>
                  <a:pt x="54" y="15"/>
                  <a:pt x="54" y="15"/>
                </a:cubicBezTo>
                <a:cubicBezTo>
                  <a:pt x="45" y="15"/>
                  <a:pt x="45" y="15"/>
                  <a:pt x="45" y="15"/>
                </a:cubicBezTo>
                <a:close/>
                <a:moveTo>
                  <a:pt x="67" y="24"/>
                </a:moveTo>
                <a:cubicBezTo>
                  <a:pt x="61" y="32"/>
                  <a:pt x="61" y="32"/>
                  <a:pt x="61" y="32"/>
                </a:cubicBezTo>
                <a:cubicBezTo>
                  <a:pt x="62" y="33"/>
                  <a:pt x="63" y="34"/>
                  <a:pt x="64" y="35"/>
                </a:cubicBezTo>
                <a:cubicBezTo>
                  <a:pt x="68" y="39"/>
                  <a:pt x="70" y="44"/>
                  <a:pt x="70" y="50"/>
                </a:cubicBezTo>
                <a:cubicBezTo>
                  <a:pt x="70" y="55"/>
                  <a:pt x="68" y="61"/>
                  <a:pt x="64" y="65"/>
                </a:cubicBezTo>
                <a:cubicBezTo>
                  <a:pt x="60" y="68"/>
                  <a:pt x="55" y="71"/>
                  <a:pt x="49" y="71"/>
                </a:cubicBezTo>
                <a:cubicBezTo>
                  <a:pt x="44" y="71"/>
                  <a:pt x="38" y="68"/>
                  <a:pt x="35" y="65"/>
                </a:cubicBezTo>
                <a:cubicBezTo>
                  <a:pt x="31" y="61"/>
                  <a:pt x="28" y="55"/>
                  <a:pt x="28" y="50"/>
                </a:cubicBezTo>
                <a:cubicBezTo>
                  <a:pt x="28" y="44"/>
                  <a:pt x="31" y="39"/>
                  <a:pt x="35" y="35"/>
                </a:cubicBezTo>
                <a:cubicBezTo>
                  <a:pt x="35" y="34"/>
                  <a:pt x="36" y="33"/>
                  <a:pt x="37" y="32"/>
                </a:cubicBezTo>
                <a:cubicBezTo>
                  <a:pt x="31" y="24"/>
                  <a:pt x="31" y="24"/>
                  <a:pt x="31" y="24"/>
                </a:cubicBezTo>
                <a:cubicBezTo>
                  <a:pt x="30" y="25"/>
                  <a:pt x="29" y="26"/>
                  <a:pt x="27" y="28"/>
                </a:cubicBezTo>
                <a:cubicBezTo>
                  <a:pt x="22" y="33"/>
                  <a:pt x="18" y="41"/>
                  <a:pt x="18" y="50"/>
                </a:cubicBezTo>
                <a:cubicBezTo>
                  <a:pt x="18" y="58"/>
                  <a:pt x="22" y="66"/>
                  <a:pt x="27" y="72"/>
                </a:cubicBezTo>
                <a:cubicBezTo>
                  <a:pt x="33" y="77"/>
                  <a:pt x="41" y="81"/>
                  <a:pt x="49" y="81"/>
                </a:cubicBezTo>
                <a:cubicBezTo>
                  <a:pt x="58" y="81"/>
                  <a:pt x="66" y="77"/>
                  <a:pt x="72" y="72"/>
                </a:cubicBezTo>
                <a:cubicBezTo>
                  <a:pt x="77" y="66"/>
                  <a:pt x="81" y="58"/>
                  <a:pt x="81" y="50"/>
                </a:cubicBezTo>
                <a:cubicBezTo>
                  <a:pt x="81" y="41"/>
                  <a:pt x="77" y="33"/>
                  <a:pt x="72" y="28"/>
                </a:cubicBezTo>
                <a:cubicBezTo>
                  <a:pt x="70" y="26"/>
                  <a:pt x="69" y="25"/>
                  <a:pt x="67" y="24"/>
                </a:cubicBezTo>
                <a:close/>
              </a:path>
            </a:pathLst>
          </a:custGeom>
          <a:solidFill>
            <a:schemeClr val="accent1"/>
          </a:solidFill>
          <a:ln>
            <a:noFill/>
          </a:ln>
        </p:spPr>
        <p:txBody>
          <a:bodyPr vert="horz" wrap="square" lIns="83743" tIns="41872" rIns="83743" bIns="41872" numCol="1" anchor="t" anchorCtr="0" compatLnSpc="1">
            <a:prstTxWarp prst="textNoShape">
              <a:avLst/>
            </a:prstTxWarp>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just" defTabSz="914400" rtl="0" eaLnBrk="1" fontAlgn="base" latinLnBrk="0" hangingPunct="1">
              <a:lnSpc>
                <a:spcPct val="120000"/>
              </a:lnSpc>
              <a:spcBef>
                <a:spcPct val="0"/>
              </a:spcBef>
              <a:spcAft>
                <a:spcPct val="0"/>
              </a:spcAft>
              <a:buClrTx/>
              <a:buSzTx/>
              <a:buFontTx/>
              <a:buNone/>
              <a:tabLst/>
              <a:defRPr/>
            </a:pPr>
            <a:endParaRPr kumimoji="0" lang="zh-CN" altLang="en-US" sz="900" b="0" i="0" u="none" strike="noStrike" kern="1200" cap="none" spc="0" normalizeH="0" baseline="0" noProof="0" dirty="0">
              <a:ln>
                <a:noFill/>
              </a:ln>
              <a:solidFill>
                <a:prstClr val="black"/>
              </a:solidFill>
              <a:effectLst/>
              <a:uLnTx/>
              <a:uFillTx/>
              <a:cs typeface="+mn-ea"/>
              <a:sym typeface="+mn-lt"/>
            </a:endParaRPr>
          </a:p>
        </p:txBody>
      </p:sp>
    </p:spTree>
    <p:extLst>
      <p:ext uri="{BB962C8B-B14F-4D97-AF65-F5344CB8AC3E}">
        <p14:creationId xmlns:p14="http://schemas.microsoft.com/office/powerpoint/2010/main" val="1699719186"/>
      </p:ext>
    </p:extLst>
  </p:cSld>
  <p:clrMapOvr>
    <a:masterClrMapping/>
  </p:clrMapOvr>
  <p:transition spd="slow" advTm="3000">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2" presetClass="entr" presetSubtype="8" fill="hold" nodeType="after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wipe(left)">
                                      <p:cBhvr>
                                        <p:cTn id="12" dur="500"/>
                                        <p:tgtEl>
                                          <p:spTgt spid="37"/>
                                        </p:tgtEl>
                                      </p:cBhvr>
                                    </p:animEffect>
                                  </p:childTnLst>
                                </p:cTn>
                              </p:par>
                              <p:par>
                                <p:cTn id="13" presetID="53" presetClass="entr" presetSubtype="16" fill="hold" grpId="0" nodeType="withEffect">
                                  <p:stCondLst>
                                    <p:cond delay="500"/>
                                  </p:stCondLst>
                                  <p:childTnLst>
                                    <p:set>
                                      <p:cBhvr>
                                        <p:cTn id="14" dur="1" fill="hold">
                                          <p:stCondLst>
                                            <p:cond delay="0"/>
                                          </p:stCondLst>
                                        </p:cTn>
                                        <p:tgtEl>
                                          <p:spTgt spid="29"/>
                                        </p:tgtEl>
                                        <p:attrNameLst>
                                          <p:attrName>style.visibility</p:attrName>
                                        </p:attrNameLst>
                                      </p:cBhvr>
                                      <p:to>
                                        <p:strVal val="visible"/>
                                      </p:to>
                                    </p:set>
                                    <p:anim calcmode="lin" valueType="num">
                                      <p:cBhvr>
                                        <p:cTn id="15" dur="500" fill="hold"/>
                                        <p:tgtEl>
                                          <p:spTgt spid="29"/>
                                        </p:tgtEl>
                                        <p:attrNameLst>
                                          <p:attrName>ppt_w</p:attrName>
                                        </p:attrNameLst>
                                      </p:cBhvr>
                                      <p:tavLst>
                                        <p:tav tm="0">
                                          <p:val>
                                            <p:fltVal val="0"/>
                                          </p:val>
                                        </p:tav>
                                        <p:tav tm="100000">
                                          <p:val>
                                            <p:strVal val="#ppt_w"/>
                                          </p:val>
                                        </p:tav>
                                      </p:tavLst>
                                    </p:anim>
                                    <p:anim calcmode="lin" valueType="num">
                                      <p:cBhvr>
                                        <p:cTn id="16" dur="500" fill="hold"/>
                                        <p:tgtEl>
                                          <p:spTgt spid="29"/>
                                        </p:tgtEl>
                                        <p:attrNameLst>
                                          <p:attrName>ppt_h</p:attrName>
                                        </p:attrNameLst>
                                      </p:cBhvr>
                                      <p:tavLst>
                                        <p:tav tm="0">
                                          <p:val>
                                            <p:fltVal val="0"/>
                                          </p:val>
                                        </p:tav>
                                        <p:tav tm="100000">
                                          <p:val>
                                            <p:strVal val="#ppt_h"/>
                                          </p:val>
                                        </p:tav>
                                      </p:tavLst>
                                    </p:anim>
                                    <p:animEffect transition="in" filter="fade">
                                      <p:cBhvr>
                                        <p:cTn id="17" dur="500"/>
                                        <p:tgtEl>
                                          <p:spTgt spid="29"/>
                                        </p:tgtEl>
                                      </p:cBhvr>
                                    </p:animEffect>
                                  </p:childTnLst>
                                </p:cTn>
                              </p:par>
                              <p:par>
                                <p:cTn id="18" presetID="53" presetClass="entr" presetSubtype="16" fill="hold" grpId="0" nodeType="withEffect">
                                  <p:stCondLst>
                                    <p:cond delay="500"/>
                                  </p:stCondLst>
                                  <p:childTnLst>
                                    <p:set>
                                      <p:cBhvr>
                                        <p:cTn id="19" dur="1" fill="hold">
                                          <p:stCondLst>
                                            <p:cond delay="0"/>
                                          </p:stCondLst>
                                        </p:cTn>
                                        <p:tgtEl>
                                          <p:spTgt spid="40"/>
                                        </p:tgtEl>
                                        <p:attrNameLst>
                                          <p:attrName>style.visibility</p:attrName>
                                        </p:attrNameLst>
                                      </p:cBhvr>
                                      <p:to>
                                        <p:strVal val="visible"/>
                                      </p:to>
                                    </p:set>
                                    <p:anim calcmode="lin" valueType="num">
                                      <p:cBhvr>
                                        <p:cTn id="20" dur="500" fill="hold"/>
                                        <p:tgtEl>
                                          <p:spTgt spid="40"/>
                                        </p:tgtEl>
                                        <p:attrNameLst>
                                          <p:attrName>ppt_w</p:attrName>
                                        </p:attrNameLst>
                                      </p:cBhvr>
                                      <p:tavLst>
                                        <p:tav tm="0">
                                          <p:val>
                                            <p:fltVal val="0"/>
                                          </p:val>
                                        </p:tav>
                                        <p:tav tm="100000">
                                          <p:val>
                                            <p:strVal val="#ppt_w"/>
                                          </p:val>
                                        </p:tav>
                                      </p:tavLst>
                                    </p:anim>
                                    <p:anim calcmode="lin" valueType="num">
                                      <p:cBhvr>
                                        <p:cTn id="21" dur="500" fill="hold"/>
                                        <p:tgtEl>
                                          <p:spTgt spid="40"/>
                                        </p:tgtEl>
                                        <p:attrNameLst>
                                          <p:attrName>ppt_h</p:attrName>
                                        </p:attrNameLst>
                                      </p:cBhvr>
                                      <p:tavLst>
                                        <p:tav tm="0">
                                          <p:val>
                                            <p:fltVal val="0"/>
                                          </p:val>
                                        </p:tav>
                                        <p:tav tm="100000">
                                          <p:val>
                                            <p:strVal val="#ppt_h"/>
                                          </p:val>
                                        </p:tav>
                                      </p:tavLst>
                                    </p:anim>
                                    <p:animEffect transition="in" filter="fade">
                                      <p:cBhvr>
                                        <p:cTn id="22" dur="500"/>
                                        <p:tgtEl>
                                          <p:spTgt spid="40"/>
                                        </p:tgtEl>
                                      </p:cBhvr>
                                    </p:animEffect>
                                  </p:childTnLst>
                                </p:cTn>
                              </p:par>
                              <p:par>
                                <p:cTn id="23" presetID="53" presetClass="entr" presetSubtype="16" fill="hold" grpId="0" nodeType="withEffect">
                                  <p:stCondLst>
                                    <p:cond delay="500"/>
                                  </p:stCondLst>
                                  <p:childTnLst>
                                    <p:set>
                                      <p:cBhvr>
                                        <p:cTn id="24" dur="1" fill="hold">
                                          <p:stCondLst>
                                            <p:cond delay="0"/>
                                          </p:stCondLst>
                                        </p:cTn>
                                        <p:tgtEl>
                                          <p:spTgt spid="41"/>
                                        </p:tgtEl>
                                        <p:attrNameLst>
                                          <p:attrName>style.visibility</p:attrName>
                                        </p:attrNameLst>
                                      </p:cBhvr>
                                      <p:to>
                                        <p:strVal val="visible"/>
                                      </p:to>
                                    </p:set>
                                    <p:anim calcmode="lin" valueType="num">
                                      <p:cBhvr>
                                        <p:cTn id="25" dur="500" fill="hold"/>
                                        <p:tgtEl>
                                          <p:spTgt spid="41"/>
                                        </p:tgtEl>
                                        <p:attrNameLst>
                                          <p:attrName>ppt_w</p:attrName>
                                        </p:attrNameLst>
                                      </p:cBhvr>
                                      <p:tavLst>
                                        <p:tav tm="0">
                                          <p:val>
                                            <p:fltVal val="0"/>
                                          </p:val>
                                        </p:tav>
                                        <p:tav tm="100000">
                                          <p:val>
                                            <p:strVal val="#ppt_w"/>
                                          </p:val>
                                        </p:tav>
                                      </p:tavLst>
                                    </p:anim>
                                    <p:anim calcmode="lin" valueType="num">
                                      <p:cBhvr>
                                        <p:cTn id="26" dur="500" fill="hold"/>
                                        <p:tgtEl>
                                          <p:spTgt spid="41"/>
                                        </p:tgtEl>
                                        <p:attrNameLst>
                                          <p:attrName>ppt_h</p:attrName>
                                        </p:attrNameLst>
                                      </p:cBhvr>
                                      <p:tavLst>
                                        <p:tav tm="0">
                                          <p:val>
                                            <p:fltVal val="0"/>
                                          </p:val>
                                        </p:tav>
                                        <p:tav tm="100000">
                                          <p:val>
                                            <p:strVal val="#ppt_h"/>
                                          </p:val>
                                        </p:tav>
                                      </p:tavLst>
                                    </p:anim>
                                    <p:animEffect transition="in" filter="fade">
                                      <p:cBhvr>
                                        <p:cTn id="27" dur="500"/>
                                        <p:tgtEl>
                                          <p:spTgt spid="41"/>
                                        </p:tgtEl>
                                      </p:cBhvr>
                                    </p:animEffect>
                                  </p:childTnLst>
                                </p:cTn>
                              </p:par>
                            </p:childTnLst>
                          </p:cTn>
                        </p:par>
                        <p:par>
                          <p:cTn id="28" fill="hold">
                            <p:stCondLst>
                              <p:cond delay="1500"/>
                            </p:stCondLst>
                            <p:childTnLst>
                              <p:par>
                                <p:cTn id="29" presetID="2" presetClass="entr" presetSubtype="2" fill="hold" nodeType="afterEffect">
                                  <p:stCondLst>
                                    <p:cond delay="0"/>
                                  </p:stCondLst>
                                  <p:childTnLst>
                                    <p:set>
                                      <p:cBhvr>
                                        <p:cTn id="30" dur="1" fill="hold">
                                          <p:stCondLst>
                                            <p:cond delay="0"/>
                                          </p:stCondLst>
                                        </p:cTn>
                                        <p:tgtEl>
                                          <p:spTgt spid="25"/>
                                        </p:tgtEl>
                                        <p:attrNameLst>
                                          <p:attrName>style.visibility</p:attrName>
                                        </p:attrNameLst>
                                      </p:cBhvr>
                                      <p:to>
                                        <p:strVal val="visible"/>
                                      </p:to>
                                    </p:set>
                                    <p:anim calcmode="lin" valueType="num">
                                      <p:cBhvr additive="base">
                                        <p:cTn id="31" dur="500" fill="hold"/>
                                        <p:tgtEl>
                                          <p:spTgt spid="25"/>
                                        </p:tgtEl>
                                        <p:attrNameLst>
                                          <p:attrName>ppt_x</p:attrName>
                                        </p:attrNameLst>
                                      </p:cBhvr>
                                      <p:tavLst>
                                        <p:tav tm="0">
                                          <p:val>
                                            <p:strVal val="1+#ppt_w/2"/>
                                          </p:val>
                                        </p:tav>
                                        <p:tav tm="100000">
                                          <p:val>
                                            <p:strVal val="#ppt_x"/>
                                          </p:val>
                                        </p:tav>
                                      </p:tavLst>
                                    </p:anim>
                                    <p:anim calcmode="lin" valueType="num">
                                      <p:cBhvr additive="base">
                                        <p:cTn id="32" dur="500" fill="hold"/>
                                        <p:tgtEl>
                                          <p:spTgt spid="25"/>
                                        </p:tgtEl>
                                        <p:attrNameLst>
                                          <p:attrName>ppt_y</p:attrName>
                                        </p:attrNameLst>
                                      </p:cBhvr>
                                      <p:tavLst>
                                        <p:tav tm="0">
                                          <p:val>
                                            <p:strVal val="#ppt_y"/>
                                          </p:val>
                                        </p:tav>
                                        <p:tav tm="100000">
                                          <p:val>
                                            <p:strVal val="#ppt_y"/>
                                          </p:val>
                                        </p:tav>
                                      </p:tavLst>
                                    </p:anim>
                                  </p:childTnLst>
                                </p:cTn>
                              </p:par>
                            </p:childTnLst>
                          </p:cTn>
                        </p:par>
                        <p:par>
                          <p:cTn id="33" fill="hold">
                            <p:stCondLst>
                              <p:cond delay="2000"/>
                            </p:stCondLst>
                            <p:childTnLst>
                              <p:par>
                                <p:cTn id="34" presetID="2" presetClass="entr" presetSubtype="2" fill="hold" nodeType="afterEffect">
                                  <p:stCondLst>
                                    <p:cond delay="0"/>
                                  </p:stCondLst>
                                  <p:childTnLst>
                                    <p:set>
                                      <p:cBhvr>
                                        <p:cTn id="35" dur="1" fill="hold">
                                          <p:stCondLst>
                                            <p:cond delay="0"/>
                                          </p:stCondLst>
                                        </p:cTn>
                                        <p:tgtEl>
                                          <p:spTgt spid="30"/>
                                        </p:tgtEl>
                                        <p:attrNameLst>
                                          <p:attrName>style.visibility</p:attrName>
                                        </p:attrNameLst>
                                      </p:cBhvr>
                                      <p:to>
                                        <p:strVal val="visible"/>
                                      </p:to>
                                    </p:set>
                                    <p:anim calcmode="lin" valueType="num">
                                      <p:cBhvr additive="base">
                                        <p:cTn id="36" dur="500" fill="hold"/>
                                        <p:tgtEl>
                                          <p:spTgt spid="30"/>
                                        </p:tgtEl>
                                        <p:attrNameLst>
                                          <p:attrName>ppt_x</p:attrName>
                                        </p:attrNameLst>
                                      </p:cBhvr>
                                      <p:tavLst>
                                        <p:tav tm="0">
                                          <p:val>
                                            <p:strVal val="1+#ppt_w/2"/>
                                          </p:val>
                                        </p:tav>
                                        <p:tav tm="100000">
                                          <p:val>
                                            <p:strVal val="#ppt_x"/>
                                          </p:val>
                                        </p:tav>
                                      </p:tavLst>
                                    </p:anim>
                                    <p:anim calcmode="lin" valueType="num">
                                      <p:cBhvr additive="base">
                                        <p:cTn id="37" dur="500" fill="hold"/>
                                        <p:tgtEl>
                                          <p:spTgt spid="30"/>
                                        </p:tgtEl>
                                        <p:attrNameLst>
                                          <p:attrName>ppt_y</p:attrName>
                                        </p:attrNameLst>
                                      </p:cBhvr>
                                      <p:tavLst>
                                        <p:tav tm="0">
                                          <p:val>
                                            <p:strVal val="#ppt_y"/>
                                          </p:val>
                                        </p:tav>
                                        <p:tav tm="100000">
                                          <p:val>
                                            <p:strVal val="#ppt_y"/>
                                          </p:val>
                                        </p:tav>
                                      </p:tavLst>
                                    </p:anim>
                                  </p:childTnLst>
                                </p:cTn>
                              </p:par>
                            </p:childTnLst>
                          </p:cTn>
                        </p:par>
                        <p:par>
                          <p:cTn id="38" fill="hold">
                            <p:stCondLst>
                              <p:cond delay="2500"/>
                            </p:stCondLst>
                            <p:childTnLst>
                              <p:par>
                                <p:cTn id="39" presetID="2" presetClass="entr" presetSubtype="2" fill="hold" nodeType="afterEffect">
                                  <p:stCondLst>
                                    <p:cond delay="0"/>
                                  </p:stCondLst>
                                  <p:childTnLst>
                                    <p:set>
                                      <p:cBhvr>
                                        <p:cTn id="40" dur="1" fill="hold">
                                          <p:stCondLst>
                                            <p:cond delay="0"/>
                                          </p:stCondLst>
                                        </p:cTn>
                                        <p:tgtEl>
                                          <p:spTgt spid="33"/>
                                        </p:tgtEl>
                                        <p:attrNameLst>
                                          <p:attrName>style.visibility</p:attrName>
                                        </p:attrNameLst>
                                      </p:cBhvr>
                                      <p:to>
                                        <p:strVal val="visible"/>
                                      </p:to>
                                    </p:set>
                                    <p:anim calcmode="lin" valueType="num">
                                      <p:cBhvr additive="base">
                                        <p:cTn id="41" dur="500" fill="hold"/>
                                        <p:tgtEl>
                                          <p:spTgt spid="33"/>
                                        </p:tgtEl>
                                        <p:attrNameLst>
                                          <p:attrName>ppt_x</p:attrName>
                                        </p:attrNameLst>
                                      </p:cBhvr>
                                      <p:tavLst>
                                        <p:tav tm="0">
                                          <p:val>
                                            <p:strVal val="1+#ppt_w/2"/>
                                          </p:val>
                                        </p:tav>
                                        <p:tav tm="100000">
                                          <p:val>
                                            <p:strVal val="#ppt_x"/>
                                          </p:val>
                                        </p:tav>
                                      </p:tavLst>
                                    </p:anim>
                                    <p:anim calcmode="lin" valueType="num">
                                      <p:cBhvr additive="base">
                                        <p:cTn id="42" dur="500" fill="hold"/>
                                        <p:tgtEl>
                                          <p:spTgt spid="3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40" grpId="0" animBg="1"/>
      <p:bldP spid="4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íṩľïdè"/>
        <p:cNvGrpSpPr/>
        <p:nvPr/>
      </p:nvGrpSpPr>
      <p:grpSpPr>
        <a:xfrm>
          <a:off x="0" y="0"/>
          <a:ext cx="0" cy="0"/>
          <a:chOff x="0" y="0"/>
          <a:chExt cx="0" cy="0"/>
        </a:xfrm>
      </p:grpSpPr>
      <p:pic>
        <p:nvPicPr>
          <p:cNvPr id="19" name="图片 18">
            <a:extLst>
              <a:ext uri="{FF2B5EF4-FFF2-40B4-BE49-F238E27FC236}">
                <a16:creationId xmlns:a16="http://schemas.microsoft.com/office/drawing/2014/main" id="{3FFCBC35-8AC9-44C9-90C4-3901D82517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0" name="î$ḷïde">
            <a:extLst>
              <a:ext uri="{FF2B5EF4-FFF2-40B4-BE49-F238E27FC236}">
                <a16:creationId xmlns:a16="http://schemas.microsoft.com/office/drawing/2014/main" id="{7031431E-5425-471A-A771-5D9B96B9893A}"/>
              </a:ext>
            </a:extLst>
          </p:cNvPr>
          <p:cNvSpPr txBox="1"/>
          <p:nvPr/>
        </p:nvSpPr>
        <p:spPr>
          <a:xfrm>
            <a:off x="741231" y="400234"/>
            <a:ext cx="4221924" cy="400110"/>
          </a:xfrm>
          <a:prstGeom prst="rect">
            <a:avLst/>
          </a:prstGeom>
          <a:noFill/>
        </p:spPr>
        <p:txBody>
          <a:bodyPr wrap="square" rtlCol="0">
            <a:spAutoFit/>
          </a:bodyPr>
          <a:lstStyle/>
          <a:p>
            <a:r>
              <a:rPr lang="en-US" altLang="zh-CN" sz="2000" b="1" dirty="0">
                <a:solidFill>
                  <a:srgbClr val="6C92C0"/>
                </a:solidFill>
                <a:cs typeface="+mn-ea"/>
                <a:sym typeface="+mn-lt"/>
              </a:rPr>
              <a:t>Simple</a:t>
            </a:r>
            <a:r>
              <a:rPr lang="en-US" altLang="zh-CN" sz="2000" dirty="0">
                <a:solidFill>
                  <a:schemeClr val="accent5">
                    <a:lumMod val="50000"/>
                  </a:schemeClr>
                </a:solidFill>
                <a:cs typeface="+mn-ea"/>
                <a:sym typeface="+mn-lt"/>
              </a:rPr>
              <a:t>  </a:t>
            </a:r>
            <a:r>
              <a:rPr lang="en-US" altLang="zh-CN" sz="2000" b="1" dirty="0">
                <a:solidFill>
                  <a:schemeClr val="bg1">
                    <a:lumMod val="50000"/>
                  </a:schemeClr>
                </a:solidFill>
                <a:cs typeface="+mn-ea"/>
                <a:sym typeface="+mn-lt"/>
              </a:rPr>
              <a:t>PowerPoint</a:t>
            </a:r>
          </a:p>
        </p:txBody>
      </p:sp>
      <p:grpSp>
        <p:nvGrpSpPr>
          <p:cNvPr id="23" name="组合 22">
            <a:extLst>
              <a:ext uri="{FF2B5EF4-FFF2-40B4-BE49-F238E27FC236}">
                <a16:creationId xmlns:a16="http://schemas.microsoft.com/office/drawing/2014/main" id="{4FD40DDE-F087-4AEC-9D13-6242AA3D1F0C}"/>
              </a:ext>
            </a:extLst>
          </p:cNvPr>
          <p:cNvGrpSpPr/>
          <p:nvPr/>
        </p:nvGrpSpPr>
        <p:grpSpPr>
          <a:xfrm rot="10800000">
            <a:off x="-885900" y="3867109"/>
            <a:ext cx="3185286" cy="3512032"/>
            <a:chOff x="9664473" y="816338"/>
            <a:chExt cx="3185286" cy="3512032"/>
          </a:xfrm>
        </p:grpSpPr>
        <p:sp>
          <p:nvSpPr>
            <p:cNvPr id="24" name="íṧḻiḋe">
              <a:extLst>
                <a:ext uri="{FF2B5EF4-FFF2-40B4-BE49-F238E27FC236}">
                  <a16:creationId xmlns:a16="http://schemas.microsoft.com/office/drawing/2014/main" id="{FC9EBF89-D775-462D-8747-03469F8BCD4C}"/>
                </a:ext>
              </a:extLst>
            </p:cNvPr>
            <p:cNvSpPr/>
            <p:nvPr/>
          </p:nvSpPr>
          <p:spPr>
            <a:xfrm>
              <a:off x="9664473" y="816338"/>
              <a:ext cx="2594163" cy="2540781"/>
            </a:xfrm>
            <a:custGeom>
              <a:avLst/>
              <a:gdLst>
                <a:gd name="connsiteX0" fmla="*/ 1096849 w 2594163"/>
                <a:gd name="connsiteY0" fmla="*/ 1533 h 2540781"/>
                <a:gd name="connsiteX1" fmla="*/ 1297103 w 2594163"/>
                <a:gd name="connsiteY1" fmla="*/ 112338 h 2540781"/>
                <a:gd name="connsiteX2" fmla="*/ 2482547 w 2594163"/>
                <a:gd name="connsiteY2" fmla="*/ 1602255 h 2540781"/>
                <a:gd name="connsiteX3" fmla="*/ 2594163 w 2594163"/>
                <a:gd name="connsiteY3" fmla="*/ 1742539 h 2540781"/>
                <a:gd name="connsiteX4" fmla="*/ 2594163 w 2594163"/>
                <a:gd name="connsiteY4" fmla="*/ 2125138 h 2540781"/>
                <a:gd name="connsiteX5" fmla="*/ 2556967 w 2594163"/>
                <a:gd name="connsiteY5" fmla="*/ 2164725 h 2540781"/>
                <a:gd name="connsiteX6" fmla="*/ 2411465 w 2594163"/>
                <a:gd name="connsiteY6" fmla="*/ 2228461 h 2540781"/>
                <a:gd name="connsiteX7" fmla="*/ 341159 w 2594163"/>
                <a:gd name="connsiteY7" fmla="*/ 2537387 h 2540781"/>
                <a:gd name="connsiteX8" fmla="*/ 20527 w 2594163"/>
                <a:gd name="connsiteY8" fmla="*/ 2136195 h 2540781"/>
                <a:gd name="connsiteX9" fmla="*/ 789206 w 2594163"/>
                <a:gd name="connsiteY9" fmla="*/ 188126 h 2540781"/>
                <a:gd name="connsiteX10" fmla="*/ 1096849 w 2594163"/>
                <a:gd name="connsiteY10" fmla="*/ 1533 h 2540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94163" h="2540781">
                  <a:moveTo>
                    <a:pt x="1096849" y="1533"/>
                  </a:moveTo>
                  <a:cubicBezTo>
                    <a:pt x="1171584" y="9139"/>
                    <a:pt x="1244300" y="45184"/>
                    <a:pt x="1297103" y="112338"/>
                  </a:cubicBezTo>
                  <a:cubicBezTo>
                    <a:pt x="1297103" y="112338"/>
                    <a:pt x="1297103" y="112338"/>
                    <a:pt x="2482547" y="1602255"/>
                  </a:cubicBezTo>
                  <a:lnTo>
                    <a:pt x="2594163" y="1742539"/>
                  </a:lnTo>
                  <a:lnTo>
                    <a:pt x="2594163" y="2125138"/>
                  </a:lnTo>
                  <a:lnTo>
                    <a:pt x="2556967" y="2164725"/>
                  </a:lnTo>
                  <a:cubicBezTo>
                    <a:pt x="2517521" y="2197076"/>
                    <a:pt x="2468404" y="2219964"/>
                    <a:pt x="2411465" y="2228461"/>
                  </a:cubicBezTo>
                  <a:cubicBezTo>
                    <a:pt x="2411465" y="2228461"/>
                    <a:pt x="2411465" y="2228461"/>
                    <a:pt x="341159" y="2537387"/>
                  </a:cubicBezTo>
                  <a:cubicBezTo>
                    <a:pt x="115680" y="2571033"/>
                    <a:pt x="-61868" y="2348579"/>
                    <a:pt x="20527" y="2136195"/>
                  </a:cubicBezTo>
                  <a:cubicBezTo>
                    <a:pt x="20527" y="2136195"/>
                    <a:pt x="20527" y="2136195"/>
                    <a:pt x="789206" y="188126"/>
                  </a:cubicBezTo>
                  <a:cubicBezTo>
                    <a:pt x="842126" y="55174"/>
                    <a:pt x="972291" y="-11145"/>
                    <a:pt x="1096849" y="1533"/>
                  </a:cubicBezTo>
                  <a:close/>
                </a:path>
              </a:pathLst>
            </a:custGeom>
            <a:solidFill>
              <a:srgbClr val="6C92C0">
                <a:alpha val="66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25" name="íş1íḍè">
              <a:extLst>
                <a:ext uri="{FF2B5EF4-FFF2-40B4-BE49-F238E27FC236}">
                  <a16:creationId xmlns:a16="http://schemas.microsoft.com/office/drawing/2014/main" id="{F1D6D0E5-E438-4505-83C7-CC30253A9B06}"/>
                </a:ext>
              </a:extLst>
            </p:cNvPr>
            <p:cNvSpPr/>
            <p:nvPr/>
          </p:nvSpPr>
          <p:spPr>
            <a:xfrm>
              <a:off x="10394558" y="1098972"/>
              <a:ext cx="2455201" cy="3229398"/>
            </a:xfrm>
            <a:custGeom>
              <a:avLst/>
              <a:gdLst>
                <a:gd name="connsiteX0" fmla="*/ 2455201 w 2455201"/>
                <a:gd name="connsiteY0" fmla="*/ 0 h 3229398"/>
                <a:gd name="connsiteX1" fmla="*/ 2455201 w 2455201"/>
                <a:gd name="connsiteY1" fmla="*/ 3229398 h 3229398"/>
                <a:gd name="connsiteX2" fmla="*/ 1689979 w 2455201"/>
                <a:gd name="connsiteY2" fmla="*/ 3229398 h 3229398"/>
                <a:gd name="connsiteX3" fmla="*/ 1422643 w 2455201"/>
                <a:gd name="connsiteY3" fmla="*/ 3097535 h 3229398"/>
                <a:gd name="connsiteX4" fmla="*/ 364836 w 2455201"/>
                <a:gd name="connsiteY4" fmla="*/ 2575771 h 3229398"/>
                <a:gd name="connsiteX5" fmla="*/ 288058 w 2455201"/>
                <a:gd name="connsiteY5" fmla="*/ 1446658 h 3229398"/>
                <a:gd name="connsiteX6" fmla="*/ 2346818 w 2455201"/>
                <a:gd name="connsiteY6" fmla="*/ 72350 h 32293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55201" h="3229398">
                  <a:moveTo>
                    <a:pt x="2455201" y="0"/>
                  </a:moveTo>
                  <a:lnTo>
                    <a:pt x="2455201" y="3229398"/>
                  </a:lnTo>
                  <a:lnTo>
                    <a:pt x="1689979" y="3229398"/>
                  </a:lnTo>
                  <a:lnTo>
                    <a:pt x="1422643" y="3097535"/>
                  </a:lnTo>
                  <a:cubicBezTo>
                    <a:pt x="1104127" y="2940426"/>
                    <a:pt x="752661" y="2767066"/>
                    <a:pt x="364836" y="2575771"/>
                  </a:cubicBezTo>
                  <a:cubicBezTo>
                    <a:pt x="-85706" y="2353540"/>
                    <a:pt x="-127848" y="1727765"/>
                    <a:pt x="288058" y="1446658"/>
                  </a:cubicBezTo>
                  <a:cubicBezTo>
                    <a:pt x="288058" y="1446658"/>
                    <a:pt x="288058" y="1446658"/>
                    <a:pt x="2346818" y="72350"/>
                  </a:cubicBezTo>
                  <a:close/>
                </a:path>
              </a:pathLst>
            </a:custGeom>
            <a:solidFill>
              <a:srgbClr val="48A2A0">
                <a:alpha val="4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grpSp>
      <p:grpSp>
        <p:nvGrpSpPr>
          <p:cNvPr id="31" name="组合 30">
            <a:extLst>
              <a:ext uri="{FF2B5EF4-FFF2-40B4-BE49-F238E27FC236}">
                <a16:creationId xmlns:a16="http://schemas.microsoft.com/office/drawing/2014/main" id="{9C3FD685-A5CA-4435-B3E7-01A0A5B0CDFD}"/>
              </a:ext>
            </a:extLst>
          </p:cNvPr>
          <p:cNvGrpSpPr/>
          <p:nvPr/>
        </p:nvGrpSpPr>
        <p:grpSpPr>
          <a:xfrm rot="10800000">
            <a:off x="9086997" y="-1443802"/>
            <a:ext cx="3204450" cy="4893654"/>
            <a:chOff x="-15240" y="3375944"/>
            <a:chExt cx="3204450" cy="4893654"/>
          </a:xfrm>
        </p:grpSpPr>
        <p:sp>
          <p:nvSpPr>
            <p:cNvPr id="32" name="íSliḑè">
              <a:extLst>
                <a:ext uri="{FF2B5EF4-FFF2-40B4-BE49-F238E27FC236}">
                  <a16:creationId xmlns:a16="http://schemas.microsoft.com/office/drawing/2014/main" id="{3467BA78-1931-44A8-9BA6-42C52FF07A7E}"/>
                </a:ext>
              </a:extLst>
            </p:cNvPr>
            <p:cNvSpPr/>
            <p:nvPr/>
          </p:nvSpPr>
          <p:spPr>
            <a:xfrm>
              <a:off x="-15240" y="3375944"/>
              <a:ext cx="3204450" cy="3482057"/>
            </a:xfrm>
            <a:custGeom>
              <a:avLst/>
              <a:gdLst>
                <a:gd name="connsiteX0" fmla="*/ 0 w 3204450"/>
                <a:gd name="connsiteY0" fmla="*/ 0 h 3482057"/>
                <a:gd name="connsiteX1" fmla="*/ 45983 w 3204450"/>
                <a:gd name="connsiteY1" fmla="*/ 11609 h 3482057"/>
                <a:gd name="connsiteX2" fmla="*/ 334914 w 3204450"/>
                <a:gd name="connsiteY2" fmla="*/ 204539 h 3482057"/>
                <a:gd name="connsiteX3" fmla="*/ 3098684 w 3204450"/>
                <a:gd name="connsiteY3" fmla="*/ 3361253 h 3482057"/>
                <a:gd name="connsiteX4" fmla="*/ 3204450 w 3204450"/>
                <a:gd name="connsiteY4" fmla="*/ 3482057 h 3482057"/>
                <a:gd name="connsiteX5" fmla="*/ 0 w 3204450"/>
                <a:gd name="connsiteY5" fmla="*/ 3482057 h 3482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4450" h="3482057">
                  <a:moveTo>
                    <a:pt x="0" y="0"/>
                  </a:moveTo>
                  <a:lnTo>
                    <a:pt x="45983" y="11609"/>
                  </a:lnTo>
                  <a:cubicBezTo>
                    <a:pt x="152616" y="46096"/>
                    <a:pt x="252790" y="109642"/>
                    <a:pt x="334914" y="204539"/>
                  </a:cubicBezTo>
                  <a:cubicBezTo>
                    <a:pt x="334914" y="204539"/>
                    <a:pt x="334914" y="204539"/>
                    <a:pt x="3098684" y="3361253"/>
                  </a:cubicBezTo>
                  <a:lnTo>
                    <a:pt x="3204450" y="3482057"/>
                  </a:lnTo>
                  <a:lnTo>
                    <a:pt x="0" y="3482057"/>
                  </a:lnTo>
                  <a:close/>
                </a:path>
              </a:pathLst>
            </a:custGeom>
            <a:solidFill>
              <a:srgbClr val="6C92C0">
                <a:alpha val="5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33" name="íš1ïḋe">
              <a:extLst>
                <a:ext uri="{FF2B5EF4-FFF2-40B4-BE49-F238E27FC236}">
                  <a16:creationId xmlns:a16="http://schemas.microsoft.com/office/drawing/2014/main" id="{7FD36FA8-3F1F-4B61-B658-E9CF8EC68A65}"/>
                </a:ext>
              </a:extLst>
            </p:cNvPr>
            <p:cNvSpPr/>
            <p:nvPr/>
          </p:nvSpPr>
          <p:spPr>
            <a:xfrm>
              <a:off x="1" y="3977746"/>
              <a:ext cx="1366989" cy="4291852"/>
            </a:xfrm>
            <a:custGeom>
              <a:avLst/>
              <a:gdLst>
                <a:gd name="connsiteX0" fmla="*/ 899007 w 1366989"/>
                <a:gd name="connsiteY0" fmla="*/ 633 h 4291852"/>
                <a:gd name="connsiteX1" fmla="*/ 1343821 w 1366989"/>
                <a:gd name="connsiteY1" fmla="*/ 639191 h 4291852"/>
                <a:gd name="connsiteX2" fmla="*/ 316803 w 1366989"/>
                <a:gd name="connsiteY2" fmla="*/ 3970163 h 4291852"/>
                <a:gd name="connsiteX3" fmla="*/ 14549 w 1366989"/>
                <a:gd name="connsiteY3" fmla="*/ 4287566 h 4291852"/>
                <a:gd name="connsiteX4" fmla="*/ 0 w 1366989"/>
                <a:gd name="connsiteY4" fmla="*/ 4291852 h 4291852"/>
                <a:gd name="connsiteX5" fmla="*/ 0 w 1366989"/>
                <a:gd name="connsiteY5" fmla="*/ 186094 h 4291852"/>
                <a:gd name="connsiteX6" fmla="*/ 164343 w 1366989"/>
                <a:gd name="connsiteY6" fmla="*/ 148686 h 4291852"/>
                <a:gd name="connsiteX7" fmla="*/ 762612 w 1366989"/>
                <a:gd name="connsiteY7" fmla="*/ 12505 h 4291852"/>
                <a:gd name="connsiteX8" fmla="*/ 899007 w 1366989"/>
                <a:gd name="connsiteY8" fmla="*/ 633 h 4291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6989" h="4291852">
                  <a:moveTo>
                    <a:pt x="899007" y="633"/>
                  </a:moveTo>
                  <a:cubicBezTo>
                    <a:pt x="1208404" y="16359"/>
                    <a:pt x="1443395" y="322717"/>
                    <a:pt x="1343821" y="639191"/>
                  </a:cubicBezTo>
                  <a:cubicBezTo>
                    <a:pt x="1343821" y="639191"/>
                    <a:pt x="1343821" y="639191"/>
                    <a:pt x="316803" y="3970163"/>
                  </a:cubicBezTo>
                  <a:cubicBezTo>
                    <a:pt x="267015" y="4128400"/>
                    <a:pt x="151065" y="4237937"/>
                    <a:pt x="14549" y="4287566"/>
                  </a:cubicBezTo>
                  <a:lnTo>
                    <a:pt x="0" y="4291852"/>
                  </a:lnTo>
                  <a:lnTo>
                    <a:pt x="0" y="186094"/>
                  </a:lnTo>
                  <a:lnTo>
                    <a:pt x="164343" y="148686"/>
                  </a:lnTo>
                  <a:cubicBezTo>
                    <a:pt x="351042" y="106189"/>
                    <a:pt x="550189" y="60858"/>
                    <a:pt x="762612" y="12505"/>
                  </a:cubicBezTo>
                  <a:cubicBezTo>
                    <a:pt x="809090" y="2071"/>
                    <a:pt x="854808" y="-1613"/>
                    <a:pt x="899007" y="633"/>
                  </a:cubicBezTo>
                  <a:close/>
                </a:path>
              </a:pathLst>
            </a:custGeom>
            <a:solidFill>
              <a:srgbClr val="6C92C0">
                <a:alpha val="78000"/>
              </a:srgbClr>
            </a:solidFill>
            <a:ln>
              <a:noFill/>
            </a:ln>
            <a:effectLst/>
          </p:spPr>
          <p:txBody>
            <a:bodyPr vert="horz" wrap="square" lIns="91440" tIns="45720" rIns="91440" bIns="45720" numCol="1" anchor="t" anchorCtr="0" compatLnSpc="1">
              <a:prstTxWarp prst="textNoShape">
                <a:avLst/>
              </a:prstTxWarp>
              <a:noAutofit/>
            </a:bodyPr>
            <a:lstStyle/>
            <a:p>
              <a:pPr lvl="0"/>
              <a:endParaRPr lang="zh-CN" altLang="en-US">
                <a:solidFill>
                  <a:schemeClr val="tx1"/>
                </a:solidFill>
                <a:cs typeface="+mn-ea"/>
                <a:sym typeface="+mn-lt"/>
              </a:endParaRPr>
            </a:p>
          </p:txBody>
        </p:sp>
        <p:sp>
          <p:nvSpPr>
            <p:cNvPr id="34" name="iṡḻiďè">
              <a:extLst>
                <a:ext uri="{FF2B5EF4-FFF2-40B4-BE49-F238E27FC236}">
                  <a16:creationId xmlns:a16="http://schemas.microsoft.com/office/drawing/2014/main" id="{75DBAC4B-3B82-489C-B872-416E8E09C70F}"/>
                </a:ext>
              </a:extLst>
            </p:cNvPr>
            <p:cNvSpPr>
              <a:spLocks/>
            </p:cNvSpPr>
            <p:nvPr/>
          </p:nvSpPr>
          <p:spPr bwMode="auto">
            <a:xfrm rot="17341789">
              <a:off x="632431" y="4600824"/>
              <a:ext cx="1191816" cy="1032298"/>
            </a:xfrm>
            <a:custGeom>
              <a:avLst/>
              <a:gdLst>
                <a:gd name="T0" fmla="*/ 504 w 1231"/>
                <a:gd name="T1" fmla="*/ 86 h 1067"/>
                <a:gd name="T2" fmla="*/ 49 w 1231"/>
                <a:gd name="T3" fmla="*/ 874 h 1067"/>
                <a:gd name="T4" fmla="*/ 161 w 1231"/>
                <a:gd name="T5" fmla="*/ 1067 h 1067"/>
                <a:gd name="T6" fmla="*/ 1070 w 1231"/>
                <a:gd name="T7" fmla="*/ 1067 h 1067"/>
                <a:gd name="T8" fmla="*/ 1182 w 1231"/>
                <a:gd name="T9" fmla="*/ 874 h 1067"/>
                <a:gd name="T10" fmla="*/ 727 w 1231"/>
                <a:gd name="T11" fmla="*/ 86 h 1067"/>
                <a:gd name="T12" fmla="*/ 504 w 1231"/>
                <a:gd name="T13" fmla="*/ 86 h 1067"/>
              </a:gdLst>
              <a:ahLst/>
              <a:cxnLst>
                <a:cxn ang="0">
                  <a:pos x="T0" y="T1"/>
                </a:cxn>
                <a:cxn ang="0">
                  <a:pos x="T2" y="T3"/>
                </a:cxn>
                <a:cxn ang="0">
                  <a:pos x="T4" y="T5"/>
                </a:cxn>
                <a:cxn ang="0">
                  <a:pos x="T6" y="T7"/>
                </a:cxn>
                <a:cxn ang="0">
                  <a:pos x="T8" y="T9"/>
                </a:cxn>
                <a:cxn ang="0">
                  <a:pos x="T10" y="T11"/>
                </a:cxn>
                <a:cxn ang="0">
                  <a:pos x="T12" y="T13"/>
                </a:cxn>
              </a:cxnLst>
              <a:rect l="0" t="0" r="r" b="b"/>
              <a:pathLst>
                <a:path w="1231" h="1067">
                  <a:moveTo>
                    <a:pt x="504" y="86"/>
                  </a:moveTo>
                  <a:cubicBezTo>
                    <a:pt x="49" y="874"/>
                    <a:pt x="49" y="874"/>
                    <a:pt x="49" y="874"/>
                  </a:cubicBezTo>
                  <a:cubicBezTo>
                    <a:pt x="0" y="960"/>
                    <a:pt x="62" y="1067"/>
                    <a:pt x="161" y="1067"/>
                  </a:cubicBezTo>
                  <a:cubicBezTo>
                    <a:pt x="1070" y="1067"/>
                    <a:pt x="1070" y="1067"/>
                    <a:pt x="1070" y="1067"/>
                  </a:cubicBezTo>
                  <a:cubicBezTo>
                    <a:pt x="1170" y="1067"/>
                    <a:pt x="1231" y="960"/>
                    <a:pt x="1182" y="874"/>
                  </a:cubicBezTo>
                  <a:cubicBezTo>
                    <a:pt x="727" y="86"/>
                    <a:pt x="727" y="86"/>
                    <a:pt x="727" y="86"/>
                  </a:cubicBezTo>
                  <a:cubicBezTo>
                    <a:pt x="678" y="0"/>
                    <a:pt x="554" y="0"/>
                    <a:pt x="504" y="86"/>
                  </a:cubicBezTo>
                  <a:close/>
                </a:path>
              </a:pathLst>
            </a:custGeom>
            <a:solidFill>
              <a:srgbClr val="48A2A0">
                <a:alpha val="68000"/>
              </a:srgbClr>
            </a:solidFill>
            <a:ln>
              <a:noFill/>
            </a:ln>
            <a:effectLst/>
          </p:spPr>
          <p:txBody>
            <a:bodyPr vert="horz" wrap="square" lIns="91440" tIns="45720" rIns="91440" bIns="45720" numCol="1" anchor="t" anchorCtr="0" compatLnSpc="1">
              <a:prstTxWarp prst="textNoShape">
                <a:avLst/>
              </a:prstTxWarp>
            </a:bodyPr>
            <a:lstStyle/>
            <a:p>
              <a:endParaRPr lang="zh-CN" altLang="en-US" sz="1800">
                <a:cs typeface="+mn-ea"/>
                <a:sym typeface="+mn-lt"/>
              </a:endParaRPr>
            </a:p>
          </p:txBody>
        </p:sp>
      </p:grpSp>
      <p:sp>
        <p:nvSpPr>
          <p:cNvPr id="35" name="îṣ1ïḍe">
            <a:extLst>
              <a:ext uri="{FF2B5EF4-FFF2-40B4-BE49-F238E27FC236}">
                <a16:creationId xmlns:a16="http://schemas.microsoft.com/office/drawing/2014/main" id="{E3132251-97A8-40C4-82E4-7462DCBC7482}"/>
              </a:ext>
            </a:extLst>
          </p:cNvPr>
          <p:cNvSpPr txBox="1">
            <a:spLocks/>
          </p:cNvSpPr>
          <p:nvPr/>
        </p:nvSpPr>
        <p:spPr>
          <a:xfrm>
            <a:off x="2003902" y="2981803"/>
            <a:ext cx="7825898" cy="1113016"/>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altLang="zh-CN" sz="5600" b="1" spc="-150">
                <a:solidFill>
                  <a:srgbClr val="436B9B"/>
                </a:solidFill>
                <a:latin typeface="+mn-lt"/>
                <a:ea typeface="+mn-ea"/>
                <a:cs typeface="+mn-ea"/>
                <a:sym typeface="+mn-lt"/>
              </a:rPr>
              <a:t>BUSINESS</a:t>
            </a:r>
            <a:r>
              <a:rPr lang="en-US" altLang="zh-CN" sz="5600" spc="-150">
                <a:solidFill>
                  <a:schemeClr val="tx2">
                    <a:lumMod val="75000"/>
                  </a:schemeClr>
                </a:solidFill>
                <a:latin typeface="+mn-lt"/>
                <a:ea typeface="+mn-ea"/>
                <a:cs typeface="+mn-ea"/>
                <a:sym typeface="+mn-lt"/>
              </a:rPr>
              <a:t> </a:t>
            </a:r>
            <a:r>
              <a:rPr lang="en-US" altLang="zh-CN" sz="5600" spc="-150">
                <a:solidFill>
                  <a:schemeClr val="tx1">
                    <a:lumMod val="65000"/>
                    <a:lumOff val="35000"/>
                  </a:schemeClr>
                </a:solidFill>
                <a:latin typeface="+mn-lt"/>
                <a:ea typeface="+mn-ea"/>
                <a:cs typeface="+mn-ea"/>
                <a:sym typeface="+mn-lt"/>
              </a:rPr>
              <a:t>REPORT</a:t>
            </a:r>
            <a:endParaRPr lang="zh-CN" altLang="en-US" sz="5600" spc="-150" dirty="0">
              <a:solidFill>
                <a:schemeClr val="tx1">
                  <a:lumMod val="65000"/>
                  <a:lumOff val="35000"/>
                </a:schemeClr>
              </a:solidFill>
              <a:latin typeface="+mn-lt"/>
              <a:ea typeface="+mn-ea"/>
              <a:cs typeface="+mn-ea"/>
              <a:sym typeface="+mn-lt"/>
            </a:endParaRPr>
          </a:p>
        </p:txBody>
      </p:sp>
      <p:sp>
        <p:nvSpPr>
          <p:cNvPr id="36" name="îšļïḑè">
            <a:extLst>
              <a:ext uri="{FF2B5EF4-FFF2-40B4-BE49-F238E27FC236}">
                <a16:creationId xmlns:a16="http://schemas.microsoft.com/office/drawing/2014/main" id="{E96F0CC8-BAFE-424B-9F61-7834B33FF31F}"/>
              </a:ext>
            </a:extLst>
          </p:cNvPr>
          <p:cNvSpPr txBox="1">
            <a:spLocks/>
          </p:cNvSpPr>
          <p:nvPr/>
        </p:nvSpPr>
        <p:spPr>
          <a:xfrm>
            <a:off x="2126978" y="3821737"/>
            <a:ext cx="7638199" cy="392115"/>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Font typeface="Arial" panose="020B0604020202020204" pitchFamily="34" charset="0"/>
              <a:buNone/>
            </a:pPr>
            <a:r>
              <a:rPr lang="en-US" altLang="zh-CN">
                <a:cs typeface="+mn-ea"/>
                <a:sym typeface="+mn-lt"/>
              </a:rPr>
              <a:t>Theme  color makes PPT more convenient to change.</a:t>
            </a:r>
            <a:endParaRPr lang="en-US" altLang="zh-CN" dirty="0">
              <a:cs typeface="+mn-ea"/>
              <a:sym typeface="+mn-lt"/>
            </a:endParaRPr>
          </a:p>
        </p:txBody>
      </p:sp>
      <p:sp>
        <p:nvSpPr>
          <p:cNvPr id="37" name="íṧļîḍè">
            <a:extLst>
              <a:ext uri="{FF2B5EF4-FFF2-40B4-BE49-F238E27FC236}">
                <a16:creationId xmlns:a16="http://schemas.microsoft.com/office/drawing/2014/main" id="{B7B6B7FA-75C1-4F85-953D-BC786FCB1DC7}"/>
              </a:ext>
            </a:extLst>
          </p:cNvPr>
          <p:cNvSpPr txBox="1">
            <a:spLocks/>
          </p:cNvSpPr>
          <p:nvPr/>
        </p:nvSpPr>
        <p:spPr>
          <a:xfrm>
            <a:off x="7939552" y="6033342"/>
            <a:ext cx="3651251" cy="18065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None/>
            </a:pPr>
            <a:r>
              <a:rPr lang="en-US" altLang="zh-CN" sz="1400" dirty="0">
                <a:solidFill>
                  <a:schemeClr val="bg1">
                    <a:lumMod val="50000"/>
                  </a:schemeClr>
                </a:solidFill>
                <a:cs typeface="+mn-ea"/>
                <a:sym typeface="+mn-lt"/>
              </a:rPr>
              <a:t>Time</a:t>
            </a:r>
            <a:r>
              <a:rPr lang="zh-CN" altLang="en-US" sz="1400" dirty="0">
                <a:solidFill>
                  <a:schemeClr val="bg1">
                    <a:lumMod val="50000"/>
                  </a:schemeClr>
                </a:solidFill>
                <a:cs typeface="+mn-ea"/>
                <a:sym typeface="+mn-lt"/>
              </a:rPr>
              <a:t>：</a:t>
            </a:r>
            <a:r>
              <a:rPr lang="en-US" altLang="zh-CN" sz="1400" dirty="0">
                <a:solidFill>
                  <a:schemeClr val="bg1">
                    <a:lumMod val="50000"/>
                  </a:schemeClr>
                </a:solidFill>
                <a:cs typeface="+mn-ea"/>
                <a:sym typeface="+mn-lt"/>
              </a:rPr>
              <a:t>2029.X</a:t>
            </a:r>
            <a:endParaRPr lang="en-US" altLang="en-US" sz="1400" dirty="0">
              <a:solidFill>
                <a:schemeClr val="bg1">
                  <a:lumMod val="50000"/>
                </a:schemeClr>
              </a:solidFill>
              <a:cs typeface="+mn-ea"/>
              <a:sym typeface="+mn-lt"/>
            </a:endParaRPr>
          </a:p>
        </p:txBody>
      </p:sp>
      <p:sp>
        <p:nvSpPr>
          <p:cNvPr id="38" name="îšľíḍe">
            <a:extLst>
              <a:ext uri="{FF2B5EF4-FFF2-40B4-BE49-F238E27FC236}">
                <a16:creationId xmlns:a16="http://schemas.microsoft.com/office/drawing/2014/main" id="{F129DA71-AFE4-49FC-B280-512B4A5B05B3}"/>
              </a:ext>
            </a:extLst>
          </p:cNvPr>
          <p:cNvSpPr txBox="1"/>
          <p:nvPr/>
        </p:nvSpPr>
        <p:spPr>
          <a:xfrm>
            <a:off x="10266231" y="400234"/>
            <a:ext cx="934166" cy="400110"/>
          </a:xfrm>
          <a:prstGeom prst="rect">
            <a:avLst/>
          </a:prstGeom>
          <a:noFill/>
        </p:spPr>
        <p:txBody>
          <a:bodyPr wrap="none" rtlCol="0">
            <a:spAutoFit/>
          </a:bodyPr>
          <a:lstStyle/>
          <a:p>
            <a:r>
              <a:rPr lang="en-US" altLang="zh-CN" sz="2000" b="1" dirty="0">
                <a:solidFill>
                  <a:srgbClr val="6C92C0"/>
                </a:solidFill>
                <a:cs typeface="+mn-ea"/>
                <a:sym typeface="+mn-lt"/>
              </a:rPr>
              <a:t>LOGO</a:t>
            </a:r>
            <a:endParaRPr lang="zh-CN" altLang="en-US" sz="2000" b="1" dirty="0">
              <a:solidFill>
                <a:srgbClr val="48A2A0"/>
              </a:solidFill>
              <a:cs typeface="+mn-ea"/>
              <a:sym typeface="+mn-lt"/>
            </a:endParaRPr>
          </a:p>
        </p:txBody>
      </p:sp>
      <p:sp>
        <p:nvSpPr>
          <p:cNvPr id="39" name="íşḷiḍé">
            <a:extLst>
              <a:ext uri="{FF2B5EF4-FFF2-40B4-BE49-F238E27FC236}">
                <a16:creationId xmlns:a16="http://schemas.microsoft.com/office/drawing/2014/main" id="{81CE28A9-8994-491B-87D3-230910187E15}"/>
              </a:ext>
            </a:extLst>
          </p:cNvPr>
          <p:cNvSpPr/>
          <p:nvPr/>
        </p:nvSpPr>
        <p:spPr>
          <a:xfrm>
            <a:off x="3363903" y="1978118"/>
            <a:ext cx="137703" cy="137703"/>
          </a:xfrm>
          <a:prstGeom prst="ellipse">
            <a:avLst/>
          </a:prstGeom>
          <a:noFill/>
          <a:ln w="38100">
            <a:solidFill>
              <a:srgbClr val="6C92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40" name="iṡḷîďê">
            <a:extLst>
              <a:ext uri="{FF2B5EF4-FFF2-40B4-BE49-F238E27FC236}">
                <a16:creationId xmlns:a16="http://schemas.microsoft.com/office/drawing/2014/main" id="{934945F4-07D9-472B-A835-20225463E23C}"/>
              </a:ext>
            </a:extLst>
          </p:cNvPr>
          <p:cNvSpPr txBox="1">
            <a:spLocks/>
          </p:cNvSpPr>
          <p:nvPr/>
        </p:nvSpPr>
        <p:spPr>
          <a:xfrm>
            <a:off x="2600325" y="2327772"/>
            <a:ext cx="7181850" cy="711220"/>
          </a:xfrm>
          <a:prstGeom prst="rect">
            <a:avLst/>
          </a:prstGeom>
        </p:spPr>
        <p:txBody>
          <a:bodyPr vert="horz" wrap="square" lIns="91440" tIns="45720" rIns="91440" bIns="45720" rtlCol="0" anchor="b">
            <a:spAutoFit/>
          </a:bodyPr>
          <a:lstStyle>
            <a:lvl1pPr algn="l" defTabSz="914354" rtl="0" eaLnBrk="1" latinLnBrk="0" hangingPunct="1">
              <a:lnSpc>
                <a:spcPct val="120000"/>
              </a:lnSpc>
              <a:spcBef>
                <a:spcPct val="0"/>
              </a:spcBef>
              <a:buNone/>
              <a:defRPr sz="4400" b="1" kern="1200">
                <a:solidFill>
                  <a:schemeClr val="tx1"/>
                </a:solidFill>
                <a:latin typeface="+mj-lt"/>
                <a:ea typeface="+mj-ea"/>
                <a:cs typeface="+mj-cs"/>
              </a:defRPr>
            </a:lvl1pPr>
          </a:lstStyle>
          <a:p>
            <a:pPr algn="r"/>
            <a:r>
              <a:rPr lang="zh-CN" altLang="en-US" sz="3600" b="0" dirty="0">
                <a:solidFill>
                  <a:srgbClr val="48A2A0"/>
                </a:solidFill>
                <a:latin typeface="+mn-lt"/>
                <a:ea typeface="+mn-ea"/>
                <a:cs typeface="+mn-ea"/>
                <a:sym typeface="+mn-lt"/>
              </a:rPr>
              <a:t>极简</a:t>
            </a:r>
            <a:r>
              <a:rPr lang="zh-CN" altLang="en-US" sz="3600" b="0" dirty="0">
                <a:solidFill>
                  <a:srgbClr val="6C92C0"/>
                </a:solidFill>
                <a:latin typeface="+mn-lt"/>
                <a:ea typeface="+mn-ea"/>
                <a:cs typeface="+mn-ea"/>
                <a:sym typeface="+mn-lt"/>
              </a:rPr>
              <a:t>工作总结汇报</a:t>
            </a:r>
            <a:r>
              <a:rPr lang="en-US" altLang="zh-CN" sz="3600" b="0" dirty="0">
                <a:solidFill>
                  <a:srgbClr val="48A2A0"/>
                </a:solidFill>
                <a:latin typeface="+mn-lt"/>
                <a:ea typeface="+mn-ea"/>
                <a:cs typeface="+mn-ea"/>
                <a:sym typeface="+mn-lt"/>
              </a:rPr>
              <a:t>PPT</a:t>
            </a:r>
            <a:endParaRPr lang="zh-CN" altLang="en-US" sz="3600" b="0" dirty="0">
              <a:solidFill>
                <a:srgbClr val="48A2A0"/>
              </a:solidFill>
              <a:latin typeface="+mn-lt"/>
              <a:ea typeface="+mn-ea"/>
              <a:cs typeface="+mn-ea"/>
              <a:sym typeface="+mn-lt"/>
            </a:endParaRPr>
          </a:p>
        </p:txBody>
      </p:sp>
      <p:grpSp>
        <p:nvGrpSpPr>
          <p:cNvPr id="41" name="ïşļidè">
            <a:extLst>
              <a:ext uri="{FF2B5EF4-FFF2-40B4-BE49-F238E27FC236}">
                <a16:creationId xmlns:a16="http://schemas.microsoft.com/office/drawing/2014/main" id="{2916121D-63C4-481E-8F91-4E775277F094}"/>
              </a:ext>
            </a:extLst>
          </p:cNvPr>
          <p:cNvGrpSpPr/>
          <p:nvPr/>
        </p:nvGrpSpPr>
        <p:grpSpPr>
          <a:xfrm>
            <a:off x="8113485" y="4671547"/>
            <a:ext cx="1748229" cy="346733"/>
            <a:chOff x="2538575" y="5921263"/>
            <a:chExt cx="1469326" cy="291418"/>
          </a:xfrm>
        </p:grpSpPr>
        <p:sp>
          <p:nvSpPr>
            <p:cNvPr id="42" name="íṥļîḍe">
              <a:extLst>
                <a:ext uri="{FF2B5EF4-FFF2-40B4-BE49-F238E27FC236}">
                  <a16:creationId xmlns:a16="http://schemas.microsoft.com/office/drawing/2014/main" id="{D03F1B19-F25B-408F-8A83-033D14EDE1F0}"/>
                </a:ext>
              </a:extLst>
            </p:cNvPr>
            <p:cNvSpPr/>
            <p:nvPr/>
          </p:nvSpPr>
          <p:spPr>
            <a:xfrm>
              <a:off x="2538575" y="5921263"/>
              <a:ext cx="1106325" cy="290853"/>
            </a:xfrm>
            <a:prstGeom prst="roundRect">
              <a:avLst>
                <a:gd name="adj" fmla="val 50000"/>
              </a:avLst>
            </a:prstGeom>
            <a:solidFill>
              <a:srgbClr val="6C92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cs typeface="+mn-ea"/>
                  <a:sym typeface="+mn-lt"/>
                </a:rPr>
                <a:t>第一</a:t>
              </a:r>
              <a:r>
                <a:rPr lang="en-US" altLang="zh-CN" sz="1600" dirty="0">
                  <a:cs typeface="+mn-ea"/>
                  <a:sym typeface="+mn-lt"/>
                </a:rPr>
                <a:t>PPT</a:t>
              </a:r>
              <a:endParaRPr lang="zh-CN" altLang="en-US" sz="1600" dirty="0">
                <a:cs typeface="+mn-ea"/>
                <a:sym typeface="+mn-lt"/>
              </a:endParaRPr>
            </a:p>
          </p:txBody>
        </p:sp>
        <p:sp>
          <p:nvSpPr>
            <p:cNvPr id="43" name="ïšḻíḋê">
              <a:extLst>
                <a:ext uri="{FF2B5EF4-FFF2-40B4-BE49-F238E27FC236}">
                  <a16:creationId xmlns:a16="http://schemas.microsoft.com/office/drawing/2014/main" id="{94B06244-F6BC-4D56-B4BA-7FE66CCBA8A6}"/>
                </a:ext>
              </a:extLst>
            </p:cNvPr>
            <p:cNvSpPr/>
            <p:nvPr/>
          </p:nvSpPr>
          <p:spPr>
            <a:xfrm>
              <a:off x="3717048" y="5921828"/>
              <a:ext cx="290853" cy="290853"/>
            </a:xfrm>
            <a:prstGeom prst="ellipse">
              <a:avLst/>
            </a:prstGeom>
            <a:solidFill>
              <a:srgbClr val="48A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cs typeface="+mn-ea"/>
                <a:sym typeface="+mn-lt"/>
              </a:endParaRPr>
            </a:p>
          </p:txBody>
        </p:sp>
      </p:grpSp>
    </p:spTree>
    <p:extLst>
      <p:ext uri="{BB962C8B-B14F-4D97-AF65-F5344CB8AC3E}">
        <p14:creationId xmlns:p14="http://schemas.microsoft.com/office/powerpoint/2010/main" val="2672952581"/>
      </p:ext>
    </p:extLst>
  </p:cSld>
  <p:clrMapOvr>
    <a:masterClrMapping/>
  </p:clrMapOvr>
  <mc:AlternateContent xmlns:mc="http://schemas.openxmlformats.org/markup-compatibility/2006" xmlns:p14="http://schemas.microsoft.com/office/powerpoint/2010/main">
    <mc:Choice Requires="p14">
      <p:transition spd="slow" p14:dur="1500" advTm="3000">
        <p:split orient="vert"/>
      </p:transition>
    </mc:Choice>
    <mc:Fallback xmlns="">
      <p:transition spd="slow" advTm="3000">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500"/>
                                        <p:tgtEl>
                                          <p:spTgt spid="3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7">
                                            <p:txEl>
                                              <p:pRg st="0" end="0"/>
                                            </p:txEl>
                                          </p:spTgt>
                                        </p:tgtEl>
                                        <p:attrNameLst>
                                          <p:attrName>style.visibility</p:attrName>
                                        </p:attrNameLst>
                                      </p:cBhvr>
                                      <p:to>
                                        <p:strVal val="visible"/>
                                      </p:to>
                                    </p:set>
                                    <p:animEffect transition="in" filter="fade">
                                      <p:cBhvr>
                                        <p:cTn id="13" dur="500"/>
                                        <p:tgtEl>
                                          <p:spTgt spid="37">
                                            <p:txEl>
                                              <p:pRg st="0" end="0"/>
                                            </p:txEl>
                                          </p:spTgt>
                                        </p:tgtEl>
                                      </p:cBhvr>
                                    </p:animEffect>
                                  </p:childTnLst>
                                </p:cTn>
                              </p:par>
                            </p:childTnLst>
                          </p:cTn>
                        </p:par>
                        <p:par>
                          <p:cTn id="14" fill="hold">
                            <p:stCondLst>
                              <p:cond delay="500"/>
                            </p:stCondLst>
                            <p:childTnLst>
                              <p:par>
                                <p:cTn id="15" presetID="41" presetClass="entr" presetSubtype="0" fill="hold" grpId="0" nodeType="afterEffect">
                                  <p:stCondLst>
                                    <p:cond delay="0"/>
                                  </p:stCondLst>
                                  <p:iterate type="lt">
                                    <p:tmPct val="10000"/>
                                  </p:iterate>
                                  <p:childTnLst>
                                    <p:set>
                                      <p:cBhvr>
                                        <p:cTn id="16" dur="1" fill="hold">
                                          <p:stCondLst>
                                            <p:cond delay="0"/>
                                          </p:stCondLst>
                                        </p:cTn>
                                        <p:tgtEl>
                                          <p:spTgt spid="40"/>
                                        </p:tgtEl>
                                        <p:attrNameLst>
                                          <p:attrName>style.visibility</p:attrName>
                                        </p:attrNameLst>
                                      </p:cBhvr>
                                      <p:to>
                                        <p:strVal val="visible"/>
                                      </p:to>
                                    </p:set>
                                    <p:anim calcmode="lin" valueType="num">
                                      <p:cBhvr>
                                        <p:cTn id="17" dur="500" fill="hold"/>
                                        <p:tgtEl>
                                          <p:spTgt spid="40"/>
                                        </p:tgtEl>
                                        <p:attrNameLst>
                                          <p:attrName>ppt_x</p:attrName>
                                        </p:attrNameLst>
                                      </p:cBhvr>
                                      <p:tavLst>
                                        <p:tav tm="0">
                                          <p:val>
                                            <p:strVal val="#ppt_x"/>
                                          </p:val>
                                        </p:tav>
                                        <p:tav tm="50000">
                                          <p:val>
                                            <p:strVal val="#ppt_x+.1"/>
                                          </p:val>
                                        </p:tav>
                                        <p:tav tm="100000">
                                          <p:val>
                                            <p:strVal val="#ppt_x"/>
                                          </p:val>
                                        </p:tav>
                                      </p:tavLst>
                                    </p:anim>
                                    <p:anim calcmode="lin" valueType="num">
                                      <p:cBhvr>
                                        <p:cTn id="18" dur="500" fill="hold"/>
                                        <p:tgtEl>
                                          <p:spTgt spid="40"/>
                                        </p:tgtEl>
                                        <p:attrNameLst>
                                          <p:attrName>ppt_y</p:attrName>
                                        </p:attrNameLst>
                                      </p:cBhvr>
                                      <p:tavLst>
                                        <p:tav tm="0">
                                          <p:val>
                                            <p:strVal val="#ppt_y"/>
                                          </p:val>
                                        </p:tav>
                                        <p:tav tm="100000">
                                          <p:val>
                                            <p:strVal val="#ppt_y"/>
                                          </p:val>
                                        </p:tav>
                                      </p:tavLst>
                                    </p:anim>
                                    <p:anim calcmode="lin" valueType="num">
                                      <p:cBhvr>
                                        <p:cTn id="19" dur="500" fill="hold"/>
                                        <p:tgtEl>
                                          <p:spTgt spid="40"/>
                                        </p:tgtEl>
                                        <p:attrNameLst>
                                          <p:attrName>ppt_h</p:attrName>
                                        </p:attrNameLst>
                                      </p:cBhvr>
                                      <p:tavLst>
                                        <p:tav tm="0">
                                          <p:val>
                                            <p:strVal val="#ppt_h/10"/>
                                          </p:val>
                                        </p:tav>
                                        <p:tav tm="50000">
                                          <p:val>
                                            <p:strVal val="#ppt_h+.01"/>
                                          </p:val>
                                        </p:tav>
                                        <p:tav tm="100000">
                                          <p:val>
                                            <p:strVal val="#ppt_h"/>
                                          </p:val>
                                        </p:tav>
                                      </p:tavLst>
                                    </p:anim>
                                    <p:anim calcmode="lin" valueType="num">
                                      <p:cBhvr>
                                        <p:cTn id="20" dur="500" fill="hold"/>
                                        <p:tgtEl>
                                          <p:spTgt spid="40"/>
                                        </p:tgtEl>
                                        <p:attrNameLst>
                                          <p:attrName>ppt_w</p:attrName>
                                        </p:attrNameLst>
                                      </p:cBhvr>
                                      <p:tavLst>
                                        <p:tav tm="0">
                                          <p:val>
                                            <p:strVal val="#ppt_w/10"/>
                                          </p:val>
                                        </p:tav>
                                        <p:tav tm="50000">
                                          <p:val>
                                            <p:strVal val="#ppt_w+.01"/>
                                          </p:val>
                                        </p:tav>
                                        <p:tav tm="100000">
                                          <p:val>
                                            <p:strVal val="#ppt_w"/>
                                          </p:val>
                                        </p:tav>
                                      </p:tavLst>
                                    </p:anim>
                                    <p:animEffect transition="in" filter="fade">
                                      <p:cBhvr>
                                        <p:cTn id="21" dur="500" tmFilter="0,0; .5, 1; 1, 1"/>
                                        <p:tgtEl>
                                          <p:spTgt spid="40"/>
                                        </p:tgtEl>
                                      </p:cBhvr>
                                    </p:animEffect>
                                  </p:childTnLst>
                                </p:cTn>
                              </p:par>
                            </p:childTnLst>
                          </p:cTn>
                        </p:par>
                        <p:par>
                          <p:cTn id="22" fill="hold">
                            <p:stCondLst>
                              <p:cond delay="1500"/>
                            </p:stCondLst>
                            <p:childTnLst>
                              <p:par>
                                <p:cTn id="23" presetID="37" presetClass="entr" presetSubtype="0" fill="hold" grpId="0" nodeType="afterEffect">
                                  <p:stCondLst>
                                    <p:cond delay="0"/>
                                  </p:stCondLst>
                                  <p:childTnLst>
                                    <p:set>
                                      <p:cBhvr>
                                        <p:cTn id="24" dur="1" fill="hold">
                                          <p:stCondLst>
                                            <p:cond delay="0"/>
                                          </p:stCondLst>
                                        </p:cTn>
                                        <p:tgtEl>
                                          <p:spTgt spid="35"/>
                                        </p:tgtEl>
                                        <p:attrNameLst>
                                          <p:attrName>style.visibility</p:attrName>
                                        </p:attrNameLst>
                                      </p:cBhvr>
                                      <p:to>
                                        <p:strVal val="visible"/>
                                      </p:to>
                                    </p:set>
                                    <p:animEffect transition="in" filter="fade">
                                      <p:cBhvr>
                                        <p:cTn id="25" dur="1000"/>
                                        <p:tgtEl>
                                          <p:spTgt spid="35"/>
                                        </p:tgtEl>
                                      </p:cBhvr>
                                    </p:animEffect>
                                    <p:anim calcmode="lin" valueType="num">
                                      <p:cBhvr>
                                        <p:cTn id="26" dur="1000" fill="hold"/>
                                        <p:tgtEl>
                                          <p:spTgt spid="35"/>
                                        </p:tgtEl>
                                        <p:attrNameLst>
                                          <p:attrName>ppt_x</p:attrName>
                                        </p:attrNameLst>
                                      </p:cBhvr>
                                      <p:tavLst>
                                        <p:tav tm="0">
                                          <p:val>
                                            <p:strVal val="#ppt_x"/>
                                          </p:val>
                                        </p:tav>
                                        <p:tav tm="100000">
                                          <p:val>
                                            <p:strVal val="#ppt_x"/>
                                          </p:val>
                                        </p:tav>
                                      </p:tavLst>
                                    </p:anim>
                                    <p:anim calcmode="lin" valueType="num">
                                      <p:cBhvr>
                                        <p:cTn id="27" dur="900" decel="100000" fill="hold"/>
                                        <p:tgtEl>
                                          <p:spTgt spid="35"/>
                                        </p:tgtEl>
                                        <p:attrNameLst>
                                          <p:attrName>ppt_y</p:attrName>
                                        </p:attrNameLst>
                                      </p:cBhvr>
                                      <p:tavLst>
                                        <p:tav tm="0">
                                          <p:val>
                                            <p:strVal val="#ppt_y+1"/>
                                          </p:val>
                                        </p:tav>
                                        <p:tav tm="100000">
                                          <p:val>
                                            <p:strVal val="#ppt_y-.03"/>
                                          </p:val>
                                        </p:tav>
                                      </p:tavLst>
                                    </p:anim>
                                    <p:anim calcmode="lin" valueType="num">
                                      <p:cBhvr>
                                        <p:cTn id="28" dur="100" accel="100000" fill="hold">
                                          <p:stCondLst>
                                            <p:cond delay="900"/>
                                          </p:stCondLst>
                                        </p:cTn>
                                        <p:tgtEl>
                                          <p:spTgt spid="35"/>
                                        </p:tgtEl>
                                        <p:attrNameLst>
                                          <p:attrName>ppt_y</p:attrName>
                                        </p:attrNameLst>
                                      </p:cBhvr>
                                      <p:tavLst>
                                        <p:tav tm="0">
                                          <p:val>
                                            <p:strVal val="#ppt_y-.03"/>
                                          </p:val>
                                        </p:tav>
                                        <p:tav tm="100000">
                                          <p:val>
                                            <p:strVal val="#ppt_y"/>
                                          </p:val>
                                        </p:tav>
                                      </p:tavLst>
                                    </p:anim>
                                  </p:childTnLst>
                                </p:cTn>
                              </p:par>
                            </p:childTnLst>
                          </p:cTn>
                        </p:par>
                        <p:par>
                          <p:cTn id="29" fill="hold">
                            <p:stCondLst>
                              <p:cond delay="2500"/>
                            </p:stCondLst>
                            <p:childTnLst>
                              <p:par>
                                <p:cTn id="30" presetID="16" presetClass="entr" presetSubtype="37" fill="hold" grpId="0" nodeType="afterEffect">
                                  <p:stCondLst>
                                    <p:cond delay="0"/>
                                  </p:stCondLst>
                                  <p:childTnLst>
                                    <p:set>
                                      <p:cBhvr>
                                        <p:cTn id="31" dur="1" fill="hold">
                                          <p:stCondLst>
                                            <p:cond delay="0"/>
                                          </p:stCondLst>
                                        </p:cTn>
                                        <p:tgtEl>
                                          <p:spTgt spid="36">
                                            <p:txEl>
                                              <p:pRg st="0" end="0"/>
                                            </p:txEl>
                                          </p:spTgt>
                                        </p:tgtEl>
                                        <p:attrNameLst>
                                          <p:attrName>style.visibility</p:attrName>
                                        </p:attrNameLst>
                                      </p:cBhvr>
                                      <p:to>
                                        <p:strVal val="visible"/>
                                      </p:to>
                                    </p:set>
                                    <p:animEffect transition="in" filter="barn(outVertical)">
                                      <p:cBhvr>
                                        <p:cTn id="32" dur="500"/>
                                        <p:tgtEl>
                                          <p:spTgt spid="36">
                                            <p:txEl>
                                              <p:pRg st="0" end="0"/>
                                            </p:txEl>
                                          </p:spTgt>
                                        </p:tgtEl>
                                      </p:cBhvr>
                                    </p:animEffect>
                                  </p:childTnLst>
                                </p:cTn>
                              </p:par>
                            </p:childTnLst>
                          </p:cTn>
                        </p:par>
                        <p:par>
                          <p:cTn id="33" fill="hold">
                            <p:stCondLst>
                              <p:cond delay="3000"/>
                            </p:stCondLst>
                            <p:childTnLst>
                              <p:par>
                                <p:cTn id="34" presetID="6" presetClass="entr" presetSubtype="32" fill="hold" nodeType="afterEffect">
                                  <p:stCondLst>
                                    <p:cond delay="0"/>
                                  </p:stCondLst>
                                  <p:childTnLst>
                                    <p:set>
                                      <p:cBhvr>
                                        <p:cTn id="35" dur="1" fill="hold">
                                          <p:stCondLst>
                                            <p:cond delay="0"/>
                                          </p:stCondLst>
                                        </p:cTn>
                                        <p:tgtEl>
                                          <p:spTgt spid="41"/>
                                        </p:tgtEl>
                                        <p:attrNameLst>
                                          <p:attrName>style.visibility</p:attrName>
                                        </p:attrNameLst>
                                      </p:cBhvr>
                                      <p:to>
                                        <p:strVal val="visible"/>
                                      </p:to>
                                    </p:set>
                                    <p:animEffect transition="in" filter="circle(out)">
                                      <p:cBhvr>
                                        <p:cTn id="36" dur="500"/>
                                        <p:tgtEl>
                                          <p:spTgt spid="41"/>
                                        </p:tgtEl>
                                      </p:cBhvr>
                                    </p:animEffect>
                                  </p:childTnLst>
                                </p:cTn>
                              </p:par>
                              <p:par>
                                <p:cTn id="37" presetID="6" presetClass="entr" presetSubtype="32" fill="hold" grpId="0" nodeType="withEffect">
                                  <p:stCondLst>
                                    <p:cond delay="0"/>
                                  </p:stCondLst>
                                  <p:childTnLst>
                                    <p:set>
                                      <p:cBhvr>
                                        <p:cTn id="38" dur="1" fill="hold">
                                          <p:stCondLst>
                                            <p:cond delay="0"/>
                                          </p:stCondLst>
                                        </p:cTn>
                                        <p:tgtEl>
                                          <p:spTgt spid="39"/>
                                        </p:tgtEl>
                                        <p:attrNameLst>
                                          <p:attrName>style.visibility</p:attrName>
                                        </p:attrNameLst>
                                      </p:cBhvr>
                                      <p:to>
                                        <p:strVal val="visible"/>
                                      </p:to>
                                    </p:set>
                                    <p:animEffect transition="in" filter="circle(out)">
                                      <p:cBhvr>
                                        <p:cTn id="3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35" grpId="0"/>
      <p:bldP spid="36" grpId="0" build="p"/>
      <p:bldP spid="37" grpId="0" build="p"/>
      <p:bldP spid="38" grpId="0"/>
      <p:bldP spid="39" grpId="0" animBg="1"/>
      <p:bldP spid="4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071664" y="4437112"/>
            <a:ext cx="6768752" cy="21602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CN" sz="1100" dirty="0">
                <a:solidFill>
                  <a:srgbClr val="EEECE1">
                    <a:lumMod val="25000"/>
                  </a:srgbClr>
                </a:solidFill>
                <a:latin typeface="微软雅黑" panose="020B0503020204020204" pitchFamily="34" charset="-122"/>
                <a:ea typeface="微软雅黑" panose="020B0503020204020204" pitchFamily="34" charset="-122"/>
              </a:rPr>
              <a:t>PPT</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模板：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2"/>
              </a:rPr>
              <a:t>www.1ppt.com/moban/</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行业</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PPT</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模板：</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3"/>
              </a:rPr>
              <a:t>www.1ppt.com/hangye/</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p>
          <a:p>
            <a:r>
              <a:rPr lang="zh-CN" altLang="en-US" sz="1100" dirty="0">
                <a:solidFill>
                  <a:srgbClr val="EEECE1">
                    <a:lumMod val="25000"/>
                  </a:srgbClr>
                </a:solidFill>
                <a:latin typeface="微软雅黑" panose="020B0503020204020204" pitchFamily="34" charset="-122"/>
                <a:ea typeface="微软雅黑" panose="020B0503020204020204" pitchFamily="34" charset="-122"/>
              </a:rPr>
              <a:t>节日</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PPT</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模板：</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4"/>
              </a:rPr>
              <a:t>www.1ppt.com/jieri/</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PPT</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素材：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5"/>
              </a:rPr>
              <a:t>www.1ppt.com/sucai/</a:t>
            </a:r>
            <a:endParaRPr lang="en-US" altLang="zh-CN" sz="1100" dirty="0">
              <a:solidFill>
                <a:srgbClr val="EEECE1">
                  <a:lumMod val="25000"/>
                </a:srgbClr>
              </a:solidFill>
              <a:latin typeface="微软雅黑" panose="020B0503020204020204" pitchFamily="34" charset="-122"/>
              <a:ea typeface="微软雅黑" panose="020B0503020204020204" pitchFamily="34" charset="-122"/>
            </a:endParaRPr>
          </a:p>
          <a:p>
            <a:r>
              <a:rPr lang="en-US" altLang="zh-CN" sz="1100" dirty="0">
                <a:solidFill>
                  <a:srgbClr val="EEECE1">
                    <a:lumMod val="25000"/>
                  </a:srgbClr>
                </a:solidFill>
                <a:latin typeface="微软雅黑" panose="020B0503020204020204" pitchFamily="34" charset="-122"/>
                <a:ea typeface="微软雅黑" panose="020B0503020204020204" pitchFamily="34" charset="-122"/>
              </a:rPr>
              <a:t>PPT</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背景图片：</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6"/>
              </a:rPr>
              <a:t>www.1ppt.com/beijing/</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PPT</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图表：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7"/>
              </a:rPr>
              <a:t>www.1ppt.com/tubiao/</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p>
          <a:p>
            <a:r>
              <a:rPr lang="zh-CN" altLang="en-US" sz="1100" dirty="0">
                <a:solidFill>
                  <a:srgbClr val="EEECE1">
                    <a:lumMod val="25000"/>
                  </a:srgbClr>
                </a:solidFill>
                <a:latin typeface="微软雅黑" panose="020B0503020204020204" pitchFamily="34" charset="-122"/>
                <a:ea typeface="微软雅黑" panose="020B0503020204020204" pitchFamily="34" charset="-122"/>
              </a:rPr>
              <a:t>优秀</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PPT</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下载：</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8"/>
              </a:rPr>
              <a:t>www.1ppt.com/xiazai/</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PPT</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教程：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9"/>
              </a:rPr>
              <a:t>www.1ppt.com/powerpoint/</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p>
          <a:p>
            <a:r>
              <a:rPr lang="en-US" altLang="zh-CN" sz="1100" dirty="0">
                <a:solidFill>
                  <a:srgbClr val="EEECE1">
                    <a:lumMod val="25000"/>
                  </a:srgbClr>
                </a:solidFill>
                <a:latin typeface="微软雅黑" panose="020B0503020204020204" pitchFamily="34" charset="-122"/>
                <a:ea typeface="微软雅黑" panose="020B0503020204020204" pitchFamily="34" charset="-122"/>
              </a:rPr>
              <a:t>Word</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模板：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10"/>
              </a:rPr>
              <a:t>www.1ppt.com/word/</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Excel</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模板：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11"/>
              </a:rPr>
              <a:t>www.1ppt.com/excel/</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p>
          <a:p>
            <a:r>
              <a:rPr lang="zh-CN" altLang="en-US" sz="1100" dirty="0">
                <a:solidFill>
                  <a:srgbClr val="EEECE1">
                    <a:lumMod val="25000"/>
                  </a:srgbClr>
                </a:solidFill>
                <a:latin typeface="微软雅黑" panose="020B0503020204020204" pitchFamily="34" charset="-122"/>
                <a:ea typeface="微软雅黑" panose="020B0503020204020204" pitchFamily="34" charset="-122"/>
              </a:rPr>
              <a:t>个人简历：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12"/>
              </a:rPr>
              <a:t>www.1ppt.com/jianli/</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PPT</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课件：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13"/>
              </a:rPr>
              <a:t>www.1ppt.com/kejian/</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p>
          <a:p>
            <a:r>
              <a:rPr lang="zh-CN" altLang="en-US" sz="1100" dirty="0">
                <a:solidFill>
                  <a:srgbClr val="EEECE1">
                    <a:lumMod val="25000"/>
                  </a:srgbClr>
                </a:solidFill>
                <a:latin typeface="微软雅黑" panose="020B0503020204020204" pitchFamily="34" charset="-122"/>
                <a:ea typeface="微软雅黑" panose="020B0503020204020204" pitchFamily="34" charset="-122"/>
              </a:rPr>
              <a:t>手抄报：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14"/>
              </a:rPr>
              <a:t>www.1ppt.com/shouchaobao/</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试题下载：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15"/>
              </a:rPr>
              <a:t>www.1ppt.com/shiti/</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p>
          <a:p>
            <a:r>
              <a:rPr lang="zh-CN" altLang="en-US" sz="1100" dirty="0">
                <a:solidFill>
                  <a:srgbClr val="EEECE1">
                    <a:lumMod val="25000"/>
                  </a:srgbClr>
                </a:solidFill>
                <a:latin typeface="微软雅黑" panose="020B0503020204020204" pitchFamily="34" charset="-122"/>
                <a:ea typeface="微软雅黑" panose="020B0503020204020204" pitchFamily="34" charset="-122"/>
              </a:rPr>
              <a:t>教案下载：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16"/>
              </a:rPr>
              <a:t>www.1ppt.com/jiaoan/</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r>
              <a:rPr lang="zh-CN" altLang="en-US" sz="1100" dirty="0">
                <a:solidFill>
                  <a:srgbClr val="EEECE1">
                    <a:lumMod val="25000"/>
                  </a:srgbClr>
                </a:solidFill>
                <a:latin typeface="微软雅黑" panose="020B0503020204020204" pitchFamily="34" charset="-122"/>
                <a:ea typeface="微软雅黑" panose="020B0503020204020204" pitchFamily="34" charset="-122"/>
              </a:rPr>
              <a:t>字体下载：      </a:t>
            </a:r>
            <a:r>
              <a:rPr lang="en-US" altLang="zh-CN" sz="1100" dirty="0">
                <a:solidFill>
                  <a:srgbClr val="EEECE1">
                    <a:lumMod val="25000"/>
                  </a:srgbClr>
                </a:solidFill>
                <a:latin typeface="微软雅黑" panose="020B0503020204020204" pitchFamily="34" charset="-122"/>
                <a:ea typeface="微软雅黑" panose="020B0503020204020204" pitchFamily="34" charset="-122"/>
                <a:hlinkClick r:id="rId17"/>
              </a:rPr>
              <a:t>www.1ppt.com/ziti/</a:t>
            </a:r>
            <a:r>
              <a:rPr lang="en-US" altLang="zh-CN" sz="1100" dirty="0">
                <a:solidFill>
                  <a:srgbClr val="EEECE1">
                    <a:lumMod val="25000"/>
                  </a:srgbClr>
                </a:solidFill>
                <a:latin typeface="微软雅黑" panose="020B0503020204020204" pitchFamily="34" charset="-122"/>
                <a:ea typeface="微软雅黑" panose="020B0503020204020204" pitchFamily="34" charset="-122"/>
              </a:rPr>
              <a:t>              </a:t>
            </a:r>
            <a:endParaRPr lang="zh-CN" altLang="en-US" sz="1100" dirty="0">
              <a:solidFill>
                <a:srgbClr val="EEECE1">
                  <a:lumMod val="25000"/>
                </a:srgbClr>
              </a:solidFill>
              <a:latin typeface="微软雅黑" panose="020B0503020204020204" pitchFamily="34" charset="-122"/>
              <a:ea typeface="微软雅黑" panose="020B0503020204020204" pitchFamily="34" charset="-122"/>
            </a:endParaRPr>
          </a:p>
        </p:txBody>
      </p:sp>
      <p:sp>
        <p:nvSpPr>
          <p:cNvPr id="3" name="Rectangle 17"/>
          <p:cNvSpPr>
            <a:spLocks noChangeArrowheads="1"/>
          </p:cNvSpPr>
          <p:nvPr/>
        </p:nvSpPr>
        <p:spPr bwMode="gray">
          <a:xfrm>
            <a:off x="1524000" y="2998276"/>
            <a:ext cx="9144000" cy="1366829"/>
          </a:xfrm>
          <a:prstGeom prst="rect">
            <a:avLst/>
          </a:prstGeom>
          <a:solidFill>
            <a:schemeClr val="tx2">
              <a:lumMod val="75000"/>
            </a:schemeClr>
          </a:solidFill>
          <a:ln w="9525">
            <a:noFill/>
            <a:miter lim="800000"/>
            <a:headEnd/>
            <a:tailEnd/>
          </a:ln>
        </p:spPr>
        <p:txBody>
          <a:bodyPr wrap="none" anchor="ctr"/>
          <a:lstStyle/>
          <a:p>
            <a:pPr>
              <a:defRPr/>
            </a:pPr>
            <a:endParaRPr lang="zh-CN" altLang="en-US" kern="0" dirty="0">
              <a:solidFill>
                <a:srgbClr val="005397"/>
              </a:solidFill>
              <a:latin typeface="Arial"/>
              <a:ea typeface="微软雅黑"/>
            </a:endParaRPr>
          </a:p>
        </p:txBody>
      </p:sp>
      <p:sp>
        <p:nvSpPr>
          <p:cNvPr id="15" name="Rectangle 3"/>
          <p:cNvSpPr>
            <a:spLocks noChangeArrowheads="1"/>
          </p:cNvSpPr>
          <p:nvPr/>
        </p:nvSpPr>
        <p:spPr bwMode="auto">
          <a:xfrm>
            <a:off x="1920306" y="3097346"/>
            <a:ext cx="4103687" cy="1195751"/>
          </a:xfrm>
          <a:prstGeom prst="rect">
            <a:avLst/>
          </a:prstGeom>
          <a:noFill/>
          <a:ln w="3175" algn="ctr">
            <a:noFill/>
            <a:prstDash val="dash"/>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spcBef>
                <a:spcPct val="20000"/>
              </a:spcBef>
              <a:buClr>
                <a:srgbClr val="5B8CC1"/>
              </a:buClr>
              <a:defRPr/>
            </a:pPr>
            <a:r>
              <a:rPr lang="zh-CN" altLang="en-US" sz="2000" b="1" kern="0" dirty="0">
                <a:solidFill>
                  <a:prstClr val="white"/>
                </a:solidFill>
                <a:latin typeface="微软雅黑" pitchFamily="34" charset="-122"/>
                <a:ea typeface="微软雅黑" pitchFamily="34" charset="-122"/>
              </a:rPr>
              <a:t>可以在下列情况使用</a:t>
            </a:r>
            <a:endParaRPr lang="zh-CN" altLang="en-US" sz="1200" kern="0" dirty="0">
              <a:solidFill>
                <a:prstClr val="white"/>
              </a:solidFill>
              <a:latin typeface="微软雅黑" pitchFamily="34" charset="-122"/>
              <a:ea typeface="微软雅黑" pitchFamily="34" charset="-122"/>
            </a:endParaRPr>
          </a:p>
          <a:p>
            <a:pPr>
              <a:lnSpc>
                <a:spcPct val="150000"/>
              </a:lnSpc>
              <a:buClr>
                <a:srgbClr val="5B8CC1"/>
              </a:buClr>
              <a:buFont typeface="Wingdings" pitchFamily="2" charset="2"/>
              <a:buChar char="n"/>
              <a:defRPr/>
            </a:pPr>
            <a:r>
              <a:rPr lang="zh-CN" altLang="en-US" sz="1200" kern="0" dirty="0">
                <a:solidFill>
                  <a:prstClr val="white"/>
                </a:solidFill>
                <a:latin typeface="微软雅黑" pitchFamily="34" charset="-122"/>
                <a:ea typeface="微软雅黑" pitchFamily="34" charset="-122"/>
              </a:rPr>
              <a:t>个人学习、研究。</a:t>
            </a:r>
          </a:p>
          <a:p>
            <a:pPr>
              <a:lnSpc>
                <a:spcPct val="150000"/>
              </a:lnSpc>
              <a:buClr>
                <a:srgbClr val="5B8CC1"/>
              </a:buClr>
              <a:buFont typeface="Wingdings" pitchFamily="2" charset="2"/>
              <a:buChar char="n"/>
              <a:defRPr/>
            </a:pPr>
            <a:r>
              <a:rPr lang="zh-CN" altLang="en-US" sz="1200" kern="0" dirty="0">
                <a:solidFill>
                  <a:prstClr val="white"/>
                </a:solidFill>
                <a:latin typeface="微软雅黑" pitchFamily="34" charset="-122"/>
                <a:ea typeface="微软雅黑" pitchFamily="34" charset="-122"/>
              </a:rPr>
              <a:t>拷贝模板中的内容用于其它幻灯片母版中使用。</a:t>
            </a:r>
          </a:p>
        </p:txBody>
      </p:sp>
      <p:sp>
        <p:nvSpPr>
          <p:cNvPr id="16" name="Rectangle 4"/>
          <p:cNvSpPr>
            <a:spLocks noChangeArrowheads="1"/>
          </p:cNvSpPr>
          <p:nvPr/>
        </p:nvSpPr>
        <p:spPr bwMode="auto">
          <a:xfrm>
            <a:off x="6096000" y="3097346"/>
            <a:ext cx="4103688" cy="1195751"/>
          </a:xfrm>
          <a:prstGeom prst="rect">
            <a:avLst/>
          </a:prstGeom>
          <a:noFill/>
          <a:ln w="3175" algn="ctr">
            <a:noFill/>
            <a:prstDash val="dash"/>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a:spcBef>
                <a:spcPct val="20000"/>
              </a:spcBef>
              <a:buClr>
                <a:srgbClr val="5B8CC1"/>
              </a:buClr>
              <a:defRPr/>
            </a:pPr>
            <a:r>
              <a:rPr lang="zh-CN" altLang="en-US" sz="2000" b="1" kern="0" dirty="0">
                <a:solidFill>
                  <a:prstClr val="white"/>
                </a:solidFill>
                <a:latin typeface="微软雅黑" pitchFamily="34" charset="-122"/>
                <a:ea typeface="微软雅黑" pitchFamily="34" charset="-122"/>
              </a:rPr>
              <a:t>不可以在以下情况使用</a:t>
            </a:r>
            <a:endParaRPr lang="zh-CN" altLang="en-US" sz="1050" b="1" kern="0" dirty="0">
              <a:solidFill>
                <a:prstClr val="white"/>
              </a:solidFill>
              <a:latin typeface="微软雅黑" pitchFamily="34" charset="-122"/>
              <a:ea typeface="微软雅黑" pitchFamily="34" charset="-122"/>
            </a:endParaRPr>
          </a:p>
          <a:p>
            <a:pPr>
              <a:lnSpc>
                <a:spcPct val="150000"/>
              </a:lnSpc>
              <a:buClr>
                <a:srgbClr val="5B8CC1"/>
              </a:buClr>
              <a:buFont typeface="Wingdings" pitchFamily="2" charset="2"/>
              <a:buChar char="n"/>
              <a:defRPr/>
            </a:pPr>
            <a:r>
              <a:rPr lang="zh-CN" altLang="en-US" sz="1200" kern="0" dirty="0">
                <a:solidFill>
                  <a:prstClr val="white"/>
                </a:solidFill>
                <a:latin typeface="微软雅黑" pitchFamily="34" charset="-122"/>
                <a:ea typeface="微软雅黑" pitchFamily="34" charset="-122"/>
              </a:rPr>
              <a:t>任何形式的在线付费下载。</a:t>
            </a:r>
          </a:p>
          <a:p>
            <a:pPr>
              <a:lnSpc>
                <a:spcPct val="150000"/>
              </a:lnSpc>
              <a:buClr>
                <a:srgbClr val="5B8CC1"/>
              </a:buClr>
              <a:buFont typeface="Wingdings" pitchFamily="2" charset="2"/>
              <a:buChar char="n"/>
              <a:defRPr/>
            </a:pPr>
            <a:r>
              <a:rPr lang="zh-CN" altLang="en-US" sz="1200" kern="0" dirty="0">
                <a:solidFill>
                  <a:prstClr val="white"/>
                </a:solidFill>
                <a:latin typeface="微软雅黑" pitchFamily="34" charset="-122"/>
                <a:ea typeface="微软雅黑" pitchFamily="34" charset="-122"/>
              </a:rPr>
              <a:t>网络转</a:t>
            </a:r>
            <a:r>
              <a:rPr lang="zh-CN" altLang="en-US" sz="1200" kern="0">
                <a:solidFill>
                  <a:prstClr val="white"/>
                </a:solidFill>
                <a:latin typeface="微软雅黑" pitchFamily="34" charset="-122"/>
                <a:ea typeface="微软雅黑" pitchFamily="34" charset="-122"/>
              </a:rPr>
              <a:t>载、线上线下传</a:t>
            </a:r>
            <a:r>
              <a:rPr lang="zh-CN" altLang="en-US" sz="1200" kern="0" dirty="0">
                <a:solidFill>
                  <a:prstClr val="white"/>
                </a:solidFill>
                <a:latin typeface="微软雅黑" pitchFamily="34" charset="-122"/>
                <a:ea typeface="微软雅黑" pitchFamily="34" charset="-122"/>
              </a:rPr>
              <a:t>播。</a:t>
            </a:r>
            <a:endParaRPr lang="zh-CN" altLang="en-GB" sz="1200" kern="0" dirty="0">
              <a:solidFill>
                <a:prstClr val="white"/>
              </a:solidFill>
              <a:latin typeface="微软雅黑" pitchFamily="34" charset="-122"/>
              <a:ea typeface="微软雅黑" pitchFamily="34" charset="-122"/>
            </a:endParaRPr>
          </a:p>
        </p:txBody>
      </p:sp>
      <p:pic>
        <p:nvPicPr>
          <p:cNvPr id="1027" name="Picture 3"/>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2984526" y="356246"/>
            <a:ext cx="5919787" cy="2352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1068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SCORM_RATE_SLIDES" val="0"/>
  <p:tag name="ISPRING_SCORM_RATE_QUIZZES" val="0"/>
  <p:tag name="ISPRING_SCORM_PASSING_SCORE" val="0.000000"/>
  <p:tag name="ISPRING_ULTRA_SCORM_COURSE_ID" val="B5C05C61-D5D4-44B4-B47F-C512FD34F8AA"/>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CLOUDFOLDERID" val="0"/>
  <p:tag name="ISPRINGCLOUDFOLDERPATH" val="Repository"/>
  <p:tag name="ISPRING_OUTPUT_FOLDER" val="C:\Users\codi\Desktop\20190715包图\2"/>
  <p:tag name="ISPRING_PRESENTATION_TITLE" val="橙色稳重商务风商业计划书PPT模板"/>
  <p:tag name="ISPRING_FIRST_PUBLISH" val="1"/>
</p:tagLst>
</file>

<file path=ppt/tags/tag2.xml><?xml version="1.0" encoding="utf-8"?>
<p:tagLst xmlns:a="http://schemas.openxmlformats.org/drawingml/2006/main" xmlns:r="http://schemas.openxmlformats.org/officeDocument/2006/relationships" xmlns:p="http://schemas.openxmlformats.org/presentationml/2006/main">
  <p:tag name="MH" val="20151230141854"/>
  <p:tag name="MH_LIBRARY" val="CONTENTS"/>
  <p:tag name="MH_TYPE" val="OTHERS"/>
  <p:tag name="ID" val="545839"/>
</p:tagLst>
</file>

<file path=ppt/tags/tag3.xml><?xml version="1.0" encoding="utf-8"?>
<p:tagLst xmlns:a="http://schemas.openxmlformats.org/drawingml/2006/main" xmlns:r="http://schemas.openxmlformats.org/officeDocument/2006/relationships" xmlns:p="http://schemas.openxmlformats.org/presentationml/2006/main">
  <p:tag name="MH" val="20151230141854"/>
  <p:tag name="MH_LIBRARY" val="CONTENTS"/>
  <p:tag name="MH_TYPE" val="OTHERS"/>
  <p:tag name="ID" val="545839"/>
</p:tagLst>
</file>

<file path=ppt/tags/tag4.xml><?xml version="1.0" encoding="utf-8"?>
<p:tagLst xmlns:a="http://schemas.openxmlformats.org/drawingml/2006/main" xmlns:r="http://schemas.openxmlformats.org/officeDocument/2006/relationships" xmlns:p="http://schemas.openxmlformats.org/presentationml/2006/main">
  <p:tag name="MH" val="20151230141854"/>
  <p:tag name="MH_LIBRARY" val="CONTENTS"/>
  <p:tag name="MH_TYPE" val="OTHERS"/>
  <p:tag name="ID" val="545839"/>
</p:tagLst>
</file>

<file path=ppt/tags/tag5.xml><?xml version="1.0" encoding="utf-8"?>
<p:tagLst xmlns:a="http://schemas.openxmlformats.org/drawingml/2006/main" xmlns:r="http://schemas.openxmlformats.org/officeDocument/2006/relationships" xmlns:p="http://schemas.openxmlformats.org/presentationml/2006/main">
  <p:tag name="PA" val="v3.2.0"/>
</p:tagLst>
</file>

<file path=ppt/tags/tag6.xml><?xml version="1.0" encoding="utf-8"?>
<p:tagLst xmlns:a="http://schemas.openxmlformats.org/drawingml/2006/main" xmlns:r="http://schemas.openxmlformats.org/officeDocument/2006/relationships" xmlns:p="http://schemas.openxmlformats.org/presentationml/2006/main">
  <p:tag name="PA" val="v3.2.0"/>
</p:tagLst>
</file>

<file path=ppt/tags/tag7.xml><?xml version="1.0" encoding="utf-8"?>
<p:tagLst xmlns:a="http://schemas.openxmlformats.org/drawingml/2006/main" xmlns:r="http://schemas.openxmlformats.org/officeDocument/2006/relationships" xmlns:p="http://schemas.openxmlformats.org/presentationml/2006/main">
  <p:tag name="PA" val="v3.2.0"/>
</p:tagLst>
</file>

<file path=ppt/tags/tag8.xml><?xml version="1.0" encoding="utf-8"?>
<p:tagLst xmlns:a="http://schemas.openxmlformats.org/drawingml/2006/main" xmlns:r="http://schemas.openxmlformats.org/officeDocument/2006/relationships" xmlns:p="http://schemas.openxmlformats.org/presentationml/2006/main">
  <p:tag name="PA" val="v3.2.0"/>
</p:tagLst>
</file>

<file path=ppt/tags/tag9.xml><?xml version="1.0" encoding="utf-8"?>
<p:tagLst xmlns:a="http://schemas.openxmlformats.org/drawingml/2006/main" xmlns:r="http://schemas.openxmlformats.org/officeDocument/2006/relationships" xmlns:p="http://schemas.openxmlformats.org/presentationml/2006/main">
  <p:tag name="PA" val="v3.2.0"/>
</p:tagLst>
</file>

<file path=ppt/tags/tag10.xml><?xml version="1.0" encoding="utf-8"?>
<p:tagLst xmlns:a="http://schemas.openxmlformats.org/drawingml/2006/main" xmlns:r="http://schemas.openxmlformats.org/officeDocument/2006/relationships" xmlns:p="http://schemas.openxmlformats.org/presentationml/2006/main">
  <p:tag name="PA" val="v3.2.0"/>
</p:tagLst>
</file>

<file path=ppt/tags/tag11.xml><?xml version="1.0" encoding="utf-8"?>
<p:tagLst xmlns:a="http://schemas.openxmlformats.org/drawingml/2006/main" xmlns:r="http://schemas.openxmlformats.org/officeDocument/2006/relationships" xmlns:p="http://schemas.openxmlformats.org/presentationml/2006/main">
  <p:tag name="PA" val="v3.2.0"/>
</p:tagLst>
</file>

<file path=ppt/tags/tag12.xml><?xml version="1.0" encoding="utf-8"?>
<p:tagLst xmlns:a="http://schemas.openxmlformats.org/drawingml/2006/main" xmlns:r="http://schemas.openxmlformats.org/officeDocument/2006/relationships" xmlns:p="http://schemas.openxmlformats.org/presentationml/2006/main">
  <p:tag name="PA" val="v3.2.0"/>
</p:tagLst>
</file>

<file path=ppt/tags/tag13.xml><?xml version="1.0" encoding="utf-8"?>
<p:tagLst xmlns:a="http://schemas.openxmlformats.org/drawingml/2006/main" xmlns:r="http://schemas.openxmlformats.org/officeDocument/2006/relationships" xmlns:p="http://schemas.openxmlformats.org/presentationml/2006/main">
  <p:tag name="PA" val="v3.2.0"/>
</p:tagLst>
</file>

<file path=ppt/tags/tag14.xml><?xml version="1.0" encoding="utf-8"?>
<p:tagLst xmlns:a="http://schemas.openxmlformats.org/drawingml/2006/main" xmlns:r="http://schemas.openxmlformats.org/officeDocument/2006/relationships" xmlns:p="http://schemas.openxmlformats.org/presentationml/2006/main">
  <p:tag name="PA" val="v3.2.0"/>
</p:tagLst>
</file>

<file path=ppt/tags/tag15.xml><?xml version="1.0" encoding="utf-8"?>
<p:tagLst xmlns:a="http://schemas.openxmlformats.org/drawingml/2006/main" xmlns:r="http://schemas.openxmlformats.org/officeDocument/2006/relationships" xmlns:p="http://schemas.openxmlformats.org/presentationml/2006/main">
  <p:tag name="PA" val="v3.2.0"/>
</p:tagLst>
</file>

<file path=ppt/tags/tag16.xml><?xml version="1.0" encoding="utf-8"?>
<p:tagLst xmlns:a="http://schemas.openxmlformats.org/drawingml/2006/main" xmlns:r="http://schemas.openxmlformats.org/officeDocument/2006/relationships" xmlns:p="http://schemas.openxmlformats.org/presentationml/2006/main">
  <p:tag name="PA" val="v3.2.0"/>
</p:tagLst>
</file>

<file path=ppt/tags/tag17.xml><?xml version="1.0" encoding="utf-8"?>
<p:tagLst xmlns:a="http://schemas.openxmlformats.org/drawingml/2006/main" xmlns:r="http://schemas.openxmlformats.org/officeDocument/2006/relationships" xmlns:p="http://schemas.openxmlformats.org/presentationml/2006/main">
  <p:tag name="PA" val="v3.2.0"/>
</p:tagLst>
</file>

<file path=ppt/tags/tag18.xml><?xml version="1.0" encoding="utf-8"?>
<p:tagLst xmlns:a="http://schemas.openxmlformats.org/drawingml/2006/main" xmlns:r="http://schemas.openxmlformats.org/officeDocument/2006/relationships" xmlns:p="http://schemas.openxmlformats.org/presentationml/2006/main">
  <p:tag name="PA" val="v3.2.0"/>
</p:tagLst>
</file>

<file path=ppt/tags/tag19.xml><?xml version="1.0" encoding="utf-8"?>
<p:tagLst xmlns:a="http://schemas.openxmlformats.org/drawingml/2006/main" xmlns:r="http://schemas.openxmlformats.org/officeDocument/2006/relationships" xmlns:p="http://schemas.openxmlformats.org/presentationml/2006/main">
  <p:tag name="PA" val="v3.2.0"/>
</p:tagLst>
</file>

<file path=ppt/tags/tag20.xml><?xml version="1.0" encoding="utf-8"?>
<p:tagLst xmlns:a="http://schemas.openxmlformats.org/drawingml/2006/main" xmlns:r="http://schemas.openxmlformats.org/officeDocument/2006/relationships" xmlns:p="http://schemas.openxmlformats.org/presentationml/2006/main">
  <p:tag name="PA" val="v3.2.0"/>
</p:tagLst>
</file>

<file path=ppt/tags/tag21.xml><?xml version="1.0" encoding="utf-8"?>
<p:tagLst xmlns:a="http://schemas.openxmlformats.org/drawingml/2006/main" xmlns:r="http://schemas.openxmlformats.org/officeDocument/2006/relationships" xmlns:p="http://schemas.openxmlformats.org/presentationml/2006/main">
  <p:tag name="PA" val="v3.2.0"/>
</p:tagLst>
</file>

<file path=ppt/tags/tag22.xml><?xml version="1.0" encoding="utf-8"?>
<p:tagLst xmlns:a="http://schemas.openxmlformats.org/drawingml/2006/main" xmlns:r="http://schemas.openxmlformats.org/officeDocument/2006/relationships" xmlns:p="http://schemas.openxmlformats.org/presentationml/2006/main">
  <p:tag name="PA" val="v3.2.0"/>
</p:tagLst>
</file>

<file path=ppt/tags/tag23.xml><?xml version="1.0" encoding="utf-8"?>
<p:tagLst xmlns:a="http://schemas.openxmlformats.org/drawingml/2006/main" xmlns:r="http://schemas.openxmlformats.org/officeDocument/2006/relationships" xmlns:p="http://schemas.openxmlformats.org/presentationml/2006/main">
  <p:tag name="PA" val="v3.2.0"/>
</p:tagLst>
</file>

<file path=ppt/tags/tag24.xml><?xml version="1.0" encoding="utf-8"?>
<p:tagLst xmlns:a="http://schemas.openxmlformats.org/drawingml/2006/main" xmlns:r="http://schemas.openxmlformats.org/officeDocument/2006/relationships" xmlns:p="http://schemas.openxmlformats.org/presentationml/2006/main">
  <p:tag name="PA" val="v3.2.0"/>
</p:tagLst>
</file>

<file path=ppt/tags/tag25.xml><?xml version="1.0" encoding="utf-8"?>
<p:tagLst xmlns:a="http://schemas.openxmlformats.org/drawingml/2006/main" xmlns:r="http://schemas.openxmlformats.org/officeDocument/2006/relationships" xmlns:p="http://schemas.openxmlformats.org/presentationml/2006/main">
  <p:tag name="PA" val="v3.2.0"/>
</p:tagLst>
</file>

<file path=ppt/tags/tag26.xml><?xml version="1.0" encoding="utf-8"?>
<p:tagLst xmlns:a="http://schemas.openxmlformats.org/drawingml/2006/main" xmlns:r="http://schemas.openxmlformats.org/officeDocument/2006/relationships" xmlns:p="http://schemas.openxmlformats.org/presentationml/2006/main">
  <p:tag name="PA" val="v3.2.0"/>
</p:tagLst>
</file>

<file path=ppt/tags/tag27.xml><?xml version="1.0" encoding="utf-8"?>
<p:tagLst xmlns:a="http://schemas.openxmlformats.org/drawingml/2006/main" xmlns:r="http://schemas.openxmlformats.org/officeDocument/2006/relationships" xmlns:p="http://schemas.openxmlformats.org/presentationml/2006/main">
  <p:tag name="PA" val="v3.2.0"/>
</p:tagLst>
</file>

<file path=ppt/tags/tag28.xml><?xml version="1.0" encoding="utf-8"?>
<p:tagLst xmlns:a="http://schemas.openxmlformats.org/drawingml/2006/main" xmlns:r="http://schemas.openxmlformats.org/officeDocument/2006/relationships" xmlns:p="http://schemas.openxmlformats.org/presentationml/2006/main">
  <p:tag name="PA" val="v3.2.0"/>
</p:tagLst>
</file>

<file path=ppt/tags/tag29.xml><?xml version="1.0" encoding="utf-8"?>
<p:tagLst xmlns:a="http://schemas.openxmlformats.org/drawingml/2006/main" xmlns:r="http://schemas.openxmlformats.org/officeDocument/2006/relationships" xmlns:p="http://schemas.openxmlformats.org/presentationml/2006/main">
  <p:tag name="MH" val="20151230141854"/>
  <p:tag name="MH_LIBRARY" val="CONTENTS"/>
  <p:tag name="MH_TYPE" val="OTHERS"/>
  <p:tag name="ID" val="545839"/>
</p:tagLst>
</file>

<file path=ppt/tags/tag30.xml><?xml version="1.0" encoding="utf-8"?>
<p:tagLst xmlns:a="http://schemas.openxmlformats.org/drawingml/2006/main" xmlns:r="http://schemas.openxmlformats.org/officeDocument/2006/relationships" xmlns:p="http://schemas.openxmlformats.org/presentationml/2006/main">
  <p:tag name="MH" val="20151230141854"/>
  <p:tag name="MH_LIBRARY" val="CONTENTS"/>
  <p:tag name="MH_TYPE" val="OTHERS"/>
  <p:tag name="ID" val="545839"/>
</p:tagLst>
</file>

<file path=ppt/theme/theme1.xml><?xml version="1.0" encoding="utf-8"?>
<a:theme xmlns:a="http://schemas.openxmlformats.org/drawingml/2006/main" name="第一PPT，www.1ppt.com">
  <a:themeElements>
    <a:clrScheme name="自定义 317">
      <a:dk1>
        <a:srgbClr val="000000"/>
      </a:dk1>
      <a:lt1>
        <a:srgbClr val="FFFFFF"/>
      </a:lt1>
      <a:dk2>
        <a:srgbClr val="768394"/>
      </a:dk2>
      <a:lt2>
        <a:srgbClr val="F0F0F0"/>
      </a:lt2>
      <a:accent1>
        <a:srgbClr val="48A2A0"/>
      </a:accent1>
      <a:accent2>
        <a:srgbClr val="6C92C0"/>
      </a:accent2>
      <a:accent3>
        <a:srgbClr val="3EA592"/>
      </a:accent3>
      <a:accent4>
        <a:srgbClr val="5066A1"/>
      </a:accent4>
      <a:accent5>
        <a:srgbClr val="5E5CA2"/>
      </a:accent5>
      <a:accent6>
        <a:srgbClr val="768394"/>
      </a:accent6>
      <a:hlink>
        <a:srgbClr val="4276AA"/>
      </a:hlink>
      <a:folHlink>
        <a:srgbClr val="BFBFBF"/>
      </a:folHlink>
    </a:clrScheme>
    <a:fontScheme name="ha1jvetz">
      <a:majorFont>
        <a:latin typeface="印品黑体"/>
        <a:ea typeface="印品黑体"/>
        <a:cs typeface=""/>
      </a:majorFont>
      <a:minorFont>
        <a:latin typeface="印品黑体"/>
        <a:ea typeface="印品黑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175</TotalTime>
  <Words>2346</Words>
  <Application>Microsoft Office PowerPoint</Application>
  <PresentationFormat>宽屏</PresentationFormat>
  <Paragraphs>262</Paragraphs>
  <Slides>24</Slides>
  <Notes>17</Notes>
  <HiddenSlides>0</HiddenSlides>
  <MMClips>0</MMClips>
  <ScaleCrop>false</ScaleCrop>
  <HeadingPairs>
    <vt:vector size="6" baseType="variant">
      <vt:variant>
        <vt:lpstr>已用的字体</vt:lpstr>
      </vt:variant>
      <vt:variant>
        <vt:i4>5</vt:i4>
      </vt:variant>
      <vt:variant>
        <vt:lpstr>主题</vt:lpstr>
      </vt:variant>
      <vt:variant>
        <vt:i4>2</vt:i4>
      </vt:variant>
      <vt:variant>
        <vt:lpstr>幻灯片标题</vt:lpstr>
      </vt:variant>
      <vt:variant>
        <vt:i4>24</vt:i4>
      </vt:variant>
    </vt:vector>
  </HeadingPairs>
  <TitlesOfParts>
    <vt:vector size="31" baseType="lpstr">
      <vt:lpstr>等线</vt:lpstr>
      <vt:lpstr>腾讯体 W7</vt:lpstr>
      <vt:lpstr>微软雅黑</vt:lpstr>
      <vt:lpstr>Arial</vt:lpstr>
      <vt:lpstr>Wingdings</vt:lpstr>
      <vt:lpstr>第一PPT，www.1ppt.com</vt:lpstr>
      <vt:lpstr>自定义设计方案</vt:lpstr>
      <vt:lpstr>Section 1</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第一PPT</Manager>
  <Company>第一PPT，www.1ppt.com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极简工作总结</dc:title>
  <dc:creator>第一PPT</dc:creator>
  <cp:keywords>www.1ppt.com</cp:keywords>
  <dc:description>www.1ppt.com</dc:description>
  <cp:lastModifiedBy>风 随</cp:lastModifiedBy>
  <cp:revision>2</cp:revision>
  <dcterms:created xsi:type="dcterms:W3CDTF">2021-08-15T13:41:38Z</dcterms:created>
  <dcterms:modified xsi:type="dcterms:W3CDTF">2025-08-24T20:18:41Z</dcterms:modified>
</cp:coreProperties>
</file>